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41"/>
  </p:notesMasterIdLst>
  <p:handoutMasterIdLst>
    <p:handoutMasterId r:id="rId42"/>
  </p:handoutMasterIdLst>
  <p:sldIdLst>
    <p:sldId id="2147483026" r:id="rId5"/>
    <p:sldId id="2147483027" r:id="rId6"/>
    <p:sldId id="2147483028" r:id="rId7"/>
    <p:sldId id="2147483029" r:id="rId8"/>
    <p:sldId id="2147483030" r:id="rId9"/>
    <p:sldId id="2147483031" r:id="rId10"/>
    <p:sldId id="2147483032" r:id="rId11"/>
    <p:sldId id="2147483033" r:id="rId12"/>
    <p:sldId id="2147483034" r:id="rId13"/>
    <p:sldId id="2147483035" r:id="rId14"/>
    <p:sldId id="2147483036" r:id="rId15"/>
    <p:sldId id="2147483037" r:id="rId16"/>
    <p:sldId id="2147483038" r:id="rId17"/>
    <p:sldId id="2147483039" r:id="rId18"/>
    <p:sldId id="2147483040" r:id="rId19"/>
    <p:sldId id="2147483041" r:id="rId20"/>
    <p:sldId id="2147483042" r:id="rId21"/>
    <p:sldId id="2147483043" r:id="rId22"/>
    <p:sldId id="2147483044" r:id="rId23"/>
    <p:sldId id="2147483045" r:id="rId24"/>
    <p:sldId id="2147483046" r:id="rId25"/>
    <p:sldId id="2147483047" r:id="rId26"/>
    <p:sldId id="2147483048" r:id="rId27"/>
    <p:sldId id="2147483049" r:id="rId28"/>
    <p:sldId id="2147483050" r:id="rId29"/>
    <p:sldId id="2147483051" r:id="rId30"/>
    <p:sldId id="2147483052" r:id="rId31"/>
    <p:sldId id="2147483053" r:id="rId32"/>
    <p:sldId id="2147483054" r:id="rId33"/>
    <p:sldId id="2147483055" r:id="rId34"/>
    <p:sldId id="2147483056" r:id="rId35"/>
    <p:sldId id="2147483057" r:id="rId36"/>
    <p:sldId id="2147483060" r:id="rId37"/>
    <p:sldId id="2147483061" r:id="rId38"/>
    <p:sldId id="2147483058" r:id="rId39"/>
    <p:sldId id="2147483059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 Slide" id="{74885BD8-5455-410C-9941-61D0C404313D}">
          <p14:sldIdLst>
            <p14:sldId id="2147483026"/>
          </p14:sldIdLst>
        </p14:section>
        <p14:section name="Light Version" id="{4CA70FB1-D2D1-4CD7-B628-BD26D670919D}">
          <p14:sldIdLst>
            <p14:sldId id="2147483027"/>
            <p14:sldId id="2147483028"/>
            <p14:sldId id="2147483029"/>
            <p14:sldId id="2147483030"/>
            <p14:sldId id="2147483031"/>
            <p14:sldId id="2147483032"/>
            <p14:sldId id="2147483033"/>
            <p14:sldId id="2147483034"/>
            <p14:sldId id="2147483035"/>
            <p14:sldId id="2147483036"/>
            <p14:sldId id="2147483037"/>
            <p14:sldId id="2147483038"/>
            <p14:sldId id="2147483039"/>
            <p14:sldId id="2147483040"/>
            <p14:sldId id="2147483041"/>
            <p14:sldId id="2147483042"/>
            <p14:sldId id="2147483043"/>
            <p14:sldId id="2147483044"/>
            <p14:sldId id="2147483045"/>
            <p14:sldId id="2147483046"/>
            <p14:sldId id="2147483047"/>
            <p14:sldId id="2147483048"/>
            <p14:sldId id="2147483049"/>
            <p14:sldId id="2147483050"/>
            <p14:sldId id="2147483051"/>
            <p14:sldId id="2147483052"/>
            <p14:sldId id="2147483053"/>
            <p14:sldId id="2147483054"/>
            <p14:sldId id="2147483055"/>
            <p14:sldId id="2147483056"/>
            <p14:sldId id="2147483057"/>
            <p14:sldId id="2147483060"/>
            <p14:sldId id="2147483061"/>
            <p14:sldId id="2147483058"/>
            <p14:sldId id="21474830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C2216EE-7D7F-EAFD-370D-38AA929E7E41}" name="Sally Henry" initials="SH" userId="S::sallyhenry@microsoft.com::d86a21cd-cec5-4d14-8a1e-0af5ca8b904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647C"/>
    <a:srgbClr val="000000"/>
    <a:srgbClr val="1D90B2"/>
    <a:srgbClr val="298DB2"/>
    <a:srgbClr val="8B70B5"/>
    <a:srgbClr val="8F6FB5"/>
    <a:srgbClr val="107197"/>
    <a:srgbClr val="7D6FAE"/>
    <a:srgbClr val="132C34"/>
    <a:srgbClr val="5F9A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39510A-63F7-418D-9BFB-128795CFBCF5}" v="3" dt="2026-09-02T17:56:08.3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267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handoutMaster" Target="handoutMasters/handout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rek Williams" userId="90fca5d1-f1d5-4a5f-a175-b8655b397404" providerId="ADAL" clId="{81933D27-74B6-4D05-850D-CAD7954AB0FB}"/>
    <pc:docChg chg="modSld">
      <pc:chgData name="Derek Williams" userId="90fca5d1-f1d5-4a5f-a175-b8655b397404" providerId="ADAL" clId="{81933D27-74B6-4D05-850D-CAD7954AB0FB}" dt="2026-08-25T21:48:59.856" v="33" actId="27614"/>
      <pc:docMkLst>
        <pc:docMk/>
      </pc:docMkLst>
    </pc:docChg>
  </pc:docChgLst>
  <pc:docChgLst>
    <pc:chgData name="Deepak Balan" userId="295c1c0b-6739-4433-b1ee-f245936667b4" providerId="ADAL" clId="{C85244CD-2012-4DD2-9896-3BF30B86F67E}"/>
    <pc:docChg chg="undo custSel addSld modSld delSection modSection">
      <pc:chgData name="Deepak Balan" userId="295c1c0b-6739-4433-b1ee-f245936667b4" providerId="ADAL" clId="{C85244CD-2012-4DD2-9896-3BF30B86F67E}" dt="2026-09-02T17:57:17.576" v="17" actId="207"/>
      <pc:docMkLst>
        <pc:docMk/>
      </pc:docMkLst>
      <pc:sldChg chg="addSp delSp modSp add mod">
        <pc:chgData name="Deepak Balan" userId="295c1c0b-6739-4433-b1ee-f245936667b4" providerId="ADAL" clId="{C85244CD-2012-4DD2-9896-3BF30B86F67E}" dt="2026-09-02T17:56:22.872" v="12" actId="108"/>
        <pc:sldMkLst>
          <pc:docMk/>
          <pc:sldMk cId="966255915" sldId="2147483060"/>
        </pc:sldMkLst>
        <pc:spChg chg="add mod">
          <ac:chgData name="Deepak Balan" userId="295c1c0b-6739-4433-b1ee-f245936667b4" providerId="ADAL" clId="{C85244CD-2012-4DD2-9896-3BF30B86F67E}" dt="2026-09-02T17:56:02.549" v="8"/>
          <ac:spMkLst>
            <pc:docMk/>
            <pc:sldMk cId="966255915" sldId="2147483060"/>
            <ac:spMk id="2" creationId="{5887DF37-B51C-0BB2-70C4-81EC89E81D08}"/>
          </ac:spMkLst>
        </pc:spChg>
        <pc:spChg chg="add mod">
          <ac:chgData name="Deepak Balan" userId="295c1c0b-6739-4433-b1ee-f245936667b4" providerId="ADAL" clId="{C85244CD-2012-4DD2-9896-3BF30B86F67E}" dt="2026-09-02T17:56:02.549" v="8"/>
          <ac:spMkLst>
            <pc:docMk/>
            <pc:sldMk cId="966255915" sldId="2147483060"/>
            <ac:spMk id="3" creationId="{D507B044-42DD-15B2-41DE-9854A1A80D98}"/>
          </ac:spMkLst>
        </pc:spChg>
        <pc:spChg chg="add del">
          <ac:chgData name="Deepak Balan" userId="295c1c0b-6739-4433-b1ee-f245936667b4" providerId="ADAL" clId="{C85244CD-2012-4DD2-9896-3BF30B86F67E}" dt="2026-09-02T17:55:58.959" v="7" actId="478"/>
          <ac:spMkLst>
            <pc:docMk/>
            <pc:sldMk cId="966255915" sldId="2147483060"/>
            <ac:spMk id="4" creationId="{E890C06E-5F79-7C62-90D4-948CB022EB7B}"/>
          </ac:spMkLst>
        </pc:spChg>
        <pc:spChg chg="add del">
          <ac:chgData name="Deepak Balan" userId="295c1c0b-6739-4433-b1ee-f245936667b4" providerId="ADAL" clId="{C85244CD-2012-4DD2-9896-3BF30B86F67E}" dt="2026-09-02T17:56:07.553" v="9" actId="478"/>
          <ac:spMkLst>
            <pc:docMk/>
            <pc:sldMk cId="966255915" sldId="2147483060"/>
            <ac:spMk id="5" creationId="{EC8AC5AD-1AD2-B184-8396-D7F8568DA934}"/>
          </ac:spMkLst>
        </pc:spChg>
        <pc:spChg chg="add del">
          <ac:chgData name="Deepak Balan" userId="295c1c0b-6739-4433-b1ee-f245936667b4" providerId="ADAL" clId="{C85244CD-2012-4DD2-9896-3BF30B86F67E}" dt="2026-09-02T17:56:07.553" v="9" actId="478"/>
          <ac:spMkLst>
            <pc:docMk/>
            <pc:sldMk cId="966255915" sldId="2147483060"/>
            <ac:spMk id="8" creationId="{CB90B81D-0759-3A2F-B289-6182D5739AB8}"/>
          </ac:spMkLst>
        </pc:spChg>
        <pc:spChg chg="add del">
          <ac:chgData name="Deepak Balan" userId="295c1c0b-6739-4433-b1ee-f245936667b4" providerId="ADAL" clId="{C85244CD-2012-4DD2-9896-3BF30B86F67E}" dt="2026-09-02T17:56:07.553" v="9" actId="478"/>
          <ac:spMkLst>
            <pc:docMk/>
            <pc:sldMk cId="966255915" sldId="2147483060"/>
            <ac:spMk id="11" creationId="{47015EB9-0727-3C29-186C-CCCF443A20A5}"/>
          </ac:spMkLst>
        </pc:spChg>
        <pc:spChg chg="add del">
          <ac:chgData name="Deepak Balan" userId="295c1c0b-6739-4433-b1ee-f245936667b4" providerId="ADAL" clId="{C85244CD-2012-4DD2-9896-3BF30B86F67E}" dt="2026-09-02T17:56:07.553" v="9" actId="478"/>
          <ac:spMkLst>
            <pc:docMk/>
            <pc:sldMk cId="966255915" sldId="2147483060"/>
            <ac:spMk id="13" creationId="{CDBA0B36-6ADD-FD13-9040-2D8FB6FF6BE0}"/>
          </ac:spMkLst>
        </pc:spChg>
        <pc:spChg chg="add del">
          <ac:chgData name="Deepak Balan" userId="295c1c0b-6739-4433-b1ee-f245936667b4" providerId="ADAL" clId="{C85244CD-2012-4DD2-9896-3BF30B86F67E}" dt="2026-09-02T17:56:07.553" v="9" actId="478"/>
          <ac:spMkLst>
            <pc:docMk/>
            <pc:sldMk cId="966255915" sldId="2147483060"/>
            <ac:spMk id="14" creationId="{0B7DA803-CE49-A5DB-FA02-FDD1A646C41F}"/>
          </ac:spMkLst>
        </pc:spChg>
        <pc:spChg chg="add del">
          <ac:chgData name="Deepak Balan" userId="295c1c0b-6739-4433-b1ee-f245936667b4" providerId="ADAL" clId="{C85244CD-2012-4DD2-9896-3BF30B86F67E}" dt="2026-09-02T17:56:07.553" v="9" actId="478"/>
          <ac:spMkLst>
            <pc:docMk/>
            <pc:sldMk cId="966255915" sldId="2147483060"/>
            <ac:spMk id="16" creationId="{1DB52589-920A-AF5D-5941-E2CE1A82C629}"/>
          </ac:spMkLst>
        </pc:spChg>
        <pc:spChg chg="del">
          <ac:chgData name="Deepak Balan" userId="295c1c0b-6739-4433-b1ee-f245936667b4" providerId="ADAL" clId="{C85244CD-2012-4DD2-9896-3BF30B86F67E}" dt="2026-09-02T17:56:07.553" v="9" actId="478"/>
          <ac:spMkLst>
            <pc:docMk/>
            <pc:sldMk cId="966255915" sldId="2147483060"/>
            <ac:spMk id="17" creationId="{9BD1FE71-7767-3C0E-074F-BC6782341F31}"/>
          </ac:spMkLst>
        </pc:spChg>
        <pc:spChg chg="add del">
          <ac:chgData name="Deepak Balan" userId="295c1c0b-6739-4433-b1ee-f245936667b4" providerId="ADAL" clId="{C85244CD-2012-4DD2-9896-3BF30B86F67E}" dt="2026-09-02T17:56:07.553" v="9" actId="478"/>
          <ac:spMkLst>
            <pc:docMk/>
            <pc:sldMk cId="966255915" sldId="2147483060"/>
            <ac:spMk id="20" creationId="{9941E4D5-2932-2B3F-A589-D5850DE2C64C}"/>
          </ac:spMkLst>
        </pc:spChg>
        <pc:spChg chg="add del">
          <ac:chgData name="Deepak Balan" userId="295c1c0b-6739-4433-b1ee-f245936667b4" providerId="ADAL" clId="{C85244CD-2012-4DD2-9896-3BF30B86F67E}" dt="2026-09-02T17:56:07.553" v="9" actId="478"/>
          <ac:spMkLst>
            <pc:docMk/>
            <pc:sldMk cId="966255915" sldId="2147483060"/>
            <ac:spMk id="22" creationId="{2797681E-6F52-4735-FF7A-4077868ABB22}"/>
          </ac:spMkLst>
        </pc:spChg>
        <pc:spChg chg="add del">
          <ac:chgData name="Deepak Balan" userId="295c1c0b-6739-4433-b1ee-f245936667b4" providerId="ADAL" clId="{C85244CD-2012-4DD2-9896-3BF30B86F67E}" dt="2026-09-02T17:56:07.553" v="9" actId="478"/>
          <ac:spMkLst>
            <pc:docMk/>
            <pc:sldMk cId="966255915" sldId="2147483060"/>
            <ac:spMk id="23" creationId="{382941E1-F9D9-F547-8DA9-D9F162EBE646}"/>
          </ac:spMkLst>
        </pc:spChg>
        <pc:spChg chg="add mod">
          <ac:chgData name="Deepak Balan" userId="295c1c0b-6739-4433-b1ee-f245936667b4" providerId="ADAL" clId="{C85244CD-2012-4DD2-9896-3BF30B86F67E}" dt="2026-09-02T17:56:02.549" v="8"/>
          <ac:spMkLst>
            <pc:docMk/>
            <pc:sldMk cId="966255915" sldId="2147483060"/>
            <ac:spMk id="24" creationId="{DD4BC911-FA7A-B540-622E-E044072C6ED3}"/>
          </ac:spMkLst>
        </pc:spChg>
        <pc:spChg chg="add mod">
          <ac:chgData name="Deepak Balan" userId="295c1c0b-6739-4433-b1ee-f245936667b4" providerId="ADAL" clId="{C85244CD-2012-4DD2-9896-3BF30B86F67E}" dt="2026-09-02T17:56:02.549" v="8"/>
          <ac:spMkLst>
            <pc:docMk/>
            <pc:sldMk cId="966255915" sldId="2147483060"/>
            <ac:spMk id="25" creationId="{91A0EED4-EDC4-AABE-0C1C-999BEE824B87}"/>
          </ac:spMkLst>
        </pc:spChg>
        <pc:spChg chg="add mod">
          <ac:chgData name="Deepak Balan" userId="295c1c0b-6739-4433-b1ee-f245936667b4" providerId="ADAL" clId="{C85244CD-2012-4DD2-9896-3BF30B86F67E}" dt="2026-09-02T17:56:02.549" v="8"/>
          <ac:spMkLst>
            <pc:docMk/>
            <pc:sldMk cId="966255915" sldId="2147483060"/>
            <ac:spMk id="27" creationId="{FC3F50CF-6ADA-C06C-2857-4E180268D358}"/>
          </ac:spMkLst>
        </pc:spChg>
        <pc:spChg chg="add mod">
          <ac:chgData name="Deepak Balan" userId="295c1c0b-6739-4433-b1ee-f245936667b4" providerId="ADAL" clId="{C85244CD-2012-4DD2-9896-3BF30B86F67E}" dt="2026-09-02T17:56:02.549" v="8"/>
          <ac:spMkLst>
            <pc:docMk/>
            <pc:sldMk cId="966255915" sldId="2147483060"/>
            <ac:spMk id="28" creationId="{9614CDE4-B841-726A-10B7-3EE2E8EDC55F}"/>
          </ac:spMkLst>
        </pc:spChg>
        <pc:spChg chg="add mod">
          <ac:chgData name="Deepak Balan" userId="295c1c0b-6739-4433-b1ee-f245936667b4" providerId="ADAL" clId="{C85244CD-2012-4DD2-9896-3BF30B86F67E}" dt="2026-09-02T17:56:08.308" v="10"/>
          <ac:spMkLst>
            <pc:docMk/>
            <pc:sldMk cId="966255915" sldId="2147483060"/>
            <ac:spMk id="29" creationId="{6D2AC59E-6A01-2888-5CB8-FFF6A07EF2C1}"/>
          </ac:spMkLst>
        </pc:spChg>
        <pc:spChg chg="add mod">
          <ac:chgData name="Deepak Balan" userId="295c1c0b-6739-4433-b1ee-f245936667b4" providerId="ADAL" clId="{C85244CD-2012-4DD2-9896-3BF30B86F67E}" dt="2026-09-02T17:56:08.308" v="10"/>
          <ac:spMkLst>
            <pc:docMk/>
            <pc:sldMk cId="966255915" sldId="2147483060"/>
            <ac:spMk id="30" creationId="{4B9DF8CF-B9B2-EC3C-2EF3-EECF81327421}"/>
          </ac:spMkLst>
        </pc:spChg>
        <pc:spChg chg="add mod">
          <ac:chgData name="Deepak Balan" userId="295c1c0b-6739-4433-b1ee-f245936667b4" providerId="ADAL" clId="{C85244CD-2012-4DD2-9896-3BF30B86F67E}" dt="2026-09-02T17:56:22.872" v="12" actId="108"/>
          <ac:spMkLst>
            <pc:docMk/>
            <pc:sldMk cId="966255915" sldId="2147483060"/>
            <ac:spMk id="31" creationId="{A21C82ED-3582-0E91-F306-B0D6FA15103D}"/>
          </ac:spMkLst>
        </pc:spChg>
        <pc:spChg chg="add mod">
          <ac:chgData name="Deepak Balan" userId="295c1c0b-6739-4433-b1ee-f245936667b4" providerId="ADAL" clId="{C85244CD-2012-4DD2-9896-3BF30B86F67E}" dt="2026-09-02T17:56:08.308" v="10"/>
          <ac:spMkLst>
            <pc:docMk/>
            <pc:sldMk cId="966255915" sldId="2147483060"/>
            <ac:spMk id="32" creationId="{05AD62C2-C5C2-FB3F-9C03-69D1D3C8B699}"/>
          </ac:spMkLst>
        </pc:spChg>
        <pc:spChg chg="add mod">
          <ac:chgData name="Deepak Balan" userId="295c1c0b-6739-4433-b1ee-f245936667b4" providerId="ADAL" clId="{C85244CD-2012-4DD2-9896-3BF30B86F67E}" dt="2026-09-02T17:56:08.308" v="10"/>
          <ac:spMkLst>
            <pc:docMk/>
            <pc:sldMk cId="966255915" sldId="2147483060"/>
            <ac:spMk id="34" creationId="{616BF81C-8120-0E96-D64F-BD2951EC1DD0}"/>
          </ac:spMkLst>
        </pc:spChg>
        <pc:spChg chg="add mod">
          <ac:chgData name="Deepak Balan" userId="295c1c0b-6739-4433-b1ee-f245936667b4" providerId="ADAL" clId="{C85244CD-2012-4DD2-9896-3BF30B86F67E}" dt="2026-09-02T17:56:08.308" v="10"/>
          <ac:spMkLst>
            <pc:docMk/>
            <pc:sldMk cId="966255915" sldId="2147483060"/>
            <ac:spMk id="35" creationId="{D5DFDE4E-2669-D2EC-9E0D-2D05D8592A12}"/>
          </ac:spMkLst>
        </pc:spChg>
        <pc:cxnChg chg="add mod">
          <ac:chgData name="Deepak Balan" userId="295c1c0b-6739-4433-b1ee-f245936667b4" providerId="ADAL" clId="{C85244CD-2012-4DD2-9896-3BF30B86F67E}" dt="2026-09-02T17:56:02.549" v="8"/>
          <ac:cxnSpMkLst>
            <pc:docMk/>
            <pc:sldMk cId="966255915" sldId="2147483060"/>
            <ac:cxnSpMk id="26" creationId="{EFB6C0D3-D0F6-834F-3D1A-42742CBFF0D1}"/>
          </ac:cxnSpMkLst>
        </pc:cxnChg>
        <pc:cxnChg chg="add mod">
          <ac:chgData name="Deepak Balan" userId="295c1c0b-6739-4433-b1ee-f245936667b4" providerId="ADAL" clId="{C85244CD-2012-4DD2-9896-3BF30B86F67E}" dt="2026-09-02T17:56:08.308" v="10"/>
          <ac:cxnSpMkLst>
            <pc:docMk/>
            <pc:sldMk cId="966255915" sldId="2147483060"/>
            <ac:cxnSpMk id="33" creationId="{65703728-7917-49CA-0431-C6DC57A9EC8F}"/>
          </ac:cxnSpMkLst>
        </pc:cxnChg>
      </pc:sldChg>
      <pc:sldChg chg="addSp delSp modSp add mod">
        <pc:chgData name="Deepak Balan" userId="295c1c0b-6739-4433-b1ee-f245936667b4" providerId="ADAL" clId="{C85244CD-2012-4DD2-9896-3BF30B86F67E}" dt="2026-09-02T17:57:17.576" v="17" actId="207"/>
        <pc:sldMkLst>
          <pc:docMk/>
          <pc:sldMk cId="2397919055" sldId="2147483061"/>
        </pc:sldMkLst>
        <pc:spChg chg="add">
          <ac:chgData name="Deepak Balan" userId="295c1c0b-6739-4433-b1ee-f245936667b4" providerId="ADAL" clId="{C85244CD-2012-4DD2-9896-3BF30B86F67E}" dt="2026-09-02T17:56:48.478" v="15" actId="22"/>
          <ac:spMkLst>
            <pc:docMk/>
            <pc:sldMk cId="2397919055" sldId="2147483061"/>
            <ac:spMk id="3" creationId="{4140463C-FCD4-14A0-1CBD-B75BDFEC1517}"/>
          </ac:spMkLst>
        </pc:spChg>
        <pc:spChg chg="add mod">
          <ac:chgData name="Deepak Balan" userId="295c1c0b-6739-4433-b1ee-f245936667b4" providerId="ADAL" clId="{C85244CD-2012-4DD2-9896-3BF30B86F67E}" dt="2026-09-02T17:57:13.586" v="16" actId="207"/>
          <ac:spMkLst>
            <pc:docMk/>
            <pc:sldMk cId="2397919055" sldId="2147483061"/>
            <ac:spMk id="6" creationId="{81BD7F7E-3A5E-7F89-0C95-28666B1DA8F7}"/>
          </ac:spMkLst>
        </pc:spChg>
        <pc:spChg chg="add">
          <ac:chgData name="Deepak Balan" userId="295c1c0b-6739-4433-b1ee-f245936667b4" providerId="ADAL" clId="{C85244CD-2012-4DD2-9896-3BF30B86F67E}" dt="2026-09-02T17:56:48.478" v="15" actId="22"/>
          <ac:spMkLst>
            <pc:docMk/>
            <pc:sldMk cId="2397919055" sldId="2147483061"/>
            <ac:spMk id="8" creationId="{51E03983-D70F-E93A-6642-7467260576B8}"/>
          </ac:spMkLst>
        </pc:spChg>
        <pc:spChg chg="add mod">
          <ac:chgData name="Deepak Balan" userId="295c1c0b-6739-4433-b1ee-f245936667b4" providerId="ADAL" clId="{C85244CD-2012-4DD2-9896-3BF30B86F67E}" dt="2026-09-02T17:57:17.576" v="17" actId="207"/>
          <ac:spMkLst>
            <pc:docMk/>
            <pc:sldMk cId="2397919055" sldId="2147483061"/>
            <ac:spMk id="10" creationId="{FA5C7E9E-2D44-E2E7-9818-ECE1F5FF63C7}"/>
          </ac:spMkLst>
        </pc:spChg>
        <pc:spChg chg="add">
          <ac:chgData name="Deepak Balan" userId="295c1c0b-6739-4433-b1ee-f245936667b4" providerId="ADAL" clId="{C85244CD-2012-4DD2-9896-3BF30B86F67E}" dt="2026-09-02T17:56:48.478" v="15" actId="22"/>
          <ac:spMkLst>
            <pc:docMk/>
            <pc:sldMk cId="2397919055" sldId="2147483061"/>
            <ac:spMk id="12" creationId="{1D351E71-8D59-586C-1A56-1D81EEBEADDA}"/>
          </ac:spMkLst>
        </pc:spChg>
        <pc:spChg chg="del">
          <ac:chgData name="Deepak Balan" userId="295c1c0b-6739-4433-b1ee-f245936667b4" providerId="ADAL" clId="{C85244CD-2012-4DD2-9896-3BF30B86F67E}" dt="2026-09-02T17:56:47.709" v="14" actId="478"/>
          <ac:spMkLst>
            <pc:docMk/>
            <pc:sldMk cId="2397919055" sldId="2147483061"/>
            <ac:spMk id="29" creationId="{62FBD433-7D7D-BD45-BE46-1C0ED0E64E9F}"/>
          </ac:spMkLst>
        </pc:spChg>
        <pc:spChg chg="del">
          <ac:chgData name="Deepak Balan" userId="295c1c0b-6739-4433-b1ee-f245936667b4" providerId="ADAL" clId="{C85244CD-2012-4DD2-9896-3BF30B86F67E}" dt="2026-09-02T17:56:47.709" v="14" actId="478"/>
          <ac:spMkLst>
            <pc:docMk/>
            <pc:sldMk cId="2397919055" sldId="2147483061"/>
            <ac:spMk id="30" creationId="{7C51C679-ADA3-4D03-0E18-FB3B4B670EAF}"/>
          </ac:spMkLst>
        </pc:spChg>
        <pc:spChg chg="del">
          <ac:chgData name="Deepak Balan" userId="295c1c0b-6739-4433-b1ee-f245936667b4" providerId="ADAL" clId="{C85244CD-2012-4DD2-9896-3BF30B86F67E}" dt="2026-09-02T17:56:47.709" v="14" actId="478"/>
          <ac:spMkLst>
            <pc:docMk/>
            <pc:sldMk cId="2397919055" sldId="2147483061"/>
            <ac:spMk id="31" creationId="{2E1C6842-CC36-94E4-3CC7-DBABE1E8F914}"/>
          </ac:spMkLst>
        </pc:spChg>
        <pc:spChg chg="del">
          <ac:chgData name="Deepak Balan" userId="295c1c0b-6739-4433-b1ee-f245936667b4" providerId="ADAL" clId="{C85244CD-2012-4DD2-9896-3BF30B86F67E}" dt="2026-09-02T17:56:47.709" v="14" actId="478"/>
          <ac:spMkLst>
            <pc:docMk/>
            <pc:sldMk cId="2397919055" sldId="2147483061"/>
            <ac:spMk id="32" creationId="{1808D6DB-0B11-7EC9-0872-784FD49AE615}"/>
          </ac:spMkLst>
        </pc:spChg>
        <pc:spChg chg="del">
          <ac:chgData name="Deepak Balan" userId="295c1c0b-6739-4433-b1ee-f245936667b4" providerId="ADAL" clId="{C85244CD-2012-4DD2-9896-3BF30B86F67E}" dt="2026-09-02T17:56:47.709" v="14" actId="478"/>
          <ac:spMkLst>
            <pc:docMk/>
            <pc:sldMk cId="2397919055" sldId="2147483061"/>
            <ac:spMk id="34" creationId="{29B65E93-F604-8F1C-D19E-ED5553017AEE}"/>
          </ac:spMkLst>
        </pc:spChg>
        <pc:spChg chg="del">
          <ac:chgData name="Deepak Balan" userId="295c1c0b-6739-4433-b1ee-f245936667b4" providerId="ADAL" clId="{C85244CD-2012-4DD2-9896-3BF30B86F67E}" dt="2026-09-02T17:56:47.709" v="14" actId="478"/>
          <ac:spMkLst>
            <pc:docMk/>
            <pc:sldMk cId="2397919055" sldId="2147483061"/>
            <ac:spMk id="35" creationId="{613A1EDF-694C-6927-7D47-F703216F4F87}"/>
          </ac:spMkLst>
        </pc:spChg>
        <pc:cxnChg chg="del">
          <ac:chgData name="Deepak Balan" userId="295c1c0b-6739-4433-b1ee-f245936667b4" providerId="ADAL" clId="{C85244CD-2012-4DD2-9896-3BF30B86F67E}" dt="2026-09-02T17:56:47.709" v="14" actId="478"/>
          <ac:cxnSpMkLst>
            <pc:docMk/>
            <pc:sldMk cId="2397919055" sldId="2147483061"/>
            <ac:cxnSpMk id="33" creationId="{388246D8-1B05-70C6-294C-A4CC3E0120DF}"/>
          </ac:cxnSpMkLst>
        </pc:cxnChg>
      </pc:sldChg>
    </pc:docChg>
  </pc:docChgLst>
  <pc:docChgLst>
    <pc:chgData name="Jim Cox (ISD)" userId="e7ac52bc-2712-4359-a62c-73f4f59165aa" providerId="ADAL" clId="{AE2097E4-BEBF-4B23-917F-EFDBBD481675}"/>
    <pc:docChg chg="custSel addSld modSld sldOrd modSection">
      <pc:chgData name="Jim Cox (ISD)" userId="e7ac52bc-2712-4359-a62c-73f4f59165aa" providerId="ADAL" clId="{AE2097E4-BEBF-4B23-917F-EFDBBD481675}" dt="2026-08-17T12:52:30.896" v="26" actId="20577"/>
      <pc:docMkLst>
        <pc:docMk/>
      </pc:docMkLst>
    </pc:docChg>
  </pc:docChgLst>
  <pc:docChgLst>
    <pc:chgData name="Jose Renato Roda" userId="18576393-1567-4cbd-9ee9-22946c256cd8" providerId="ADAL" clId="{D0E06D6A-336C-4DBC-9F1C-40DA18CF867D}"/>
    <pc:docChg chg="undo custSel modSld">
      <pc:chgData name="Jose Renato Roda" userId="18576393-1567-4cbd-9ee9-22946c256cd8" providerId="ADAL" clId="{D0E06D6A-336C-4DBC-9F1C-40DA18CF867D}" dt="2026-08-26T14:21:44.547" v="181"/>
      <pc:docMkLst>
        <pc:docMk/>
      </pc:docMkLst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BD5A1C-FFA6-FBFA-9AFD-938D92442D7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BD5236-66E2-250D-0261-F74502E4F7C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F2FF5C-E8D4-4B88-8E13-016527768676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AC49C0-91E1-47DE-0B25-34AE6EB94EC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527203-C295-0C09-EF43-CD1D5107400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DD6ADA-0F21-4340-9E83-FE12576F18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116175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CC50B2-99CF-436A-A1F1-4D6D0B76073B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E0D53C-2355-4A64-BFDD-7EA69816F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5370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4.emf"/><Relationship Id="rId5" Type="http://schemas.openxmlformats.org/officeDocument/2006/relationships/image" Target="../media/image3.jpeg"/><Relationship Id="rId4" Type="http://schemas.openxmlformats.org/officeDocument/2006/relationships/image" Target="../media/image2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4.emf"/><Relationship Id="rId5" Type="http://schemas.openxmlformats.org/officeDocument/2006/relationships/image" Target="../media/image3.jpeg"/><Relationship Id="rId4" Type="http://schemas.openxmlformats.org/officeDocument/2006/relationships/image" Target="../media/image2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4.emf"/><Relationship Id="rId5" Type="http://schemas.openxmlformats.org/officeDocument/2006/relationships/image" Target="../media/image3.jpeg"/><Relationship Id="rId4" Type="http://schemas.openxmlformats.org/officeDocument/2006/relationships/image" Target="../media/image2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4.emf"/><Relationship Id="rId5" Type="http://schemas.openxmlformats.org/officeDocument/2006/relationships/image" Target="../media/image3.jpeg"/><Relationship Id="rId4" Type="http://schemas.openxmlformats.org/officeDocument/2006/relationships/image" Target="../media/image2.emf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1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1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6.jpe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6.jpe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7.jpe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6.jpe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7" Type="http://schemas.openxmlformats.org/officeDocument/2006/relationships/image" Target="../media/image26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6" Type="http://schemas.openxmlformats.org/officeDocument/2006/relationships/image" Target="../media/image9.png"/><Relationship Id="rId5" Type="http://schemas.openxmlformats.org/officeDocument/2006/relationships/image" Target="../media/image25.jpeg"/><Relationship Id="rId4" Type="http://schemas.openxmlformats.org/officeDocument/2006/relationships/image" Target="../media/image2.emf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7" Type="http://schemas.openxmlformats.org/officeDocument/2006/relationships/image" Target="../media/image27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6" Type="http://schemas.openxmlformats.org/officeDocument/2006/relationships/image" Target="../media/image9.png"/><Relationship Id="rId5" Type="http://schemas.openxmlformats.org/officeDocument/2006/relationships/image" Target="../media/image25.jpeg"/><Relationship Id="rId4" Type="http://schemas.openxmlformats.org/officeDocument/2006/relationships/image" Target="../media/image2.emf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eg"/><Relationship Id="rId3" Type="http://schemas.openxmlformats.org/officeDocument/2006/relationships/image" Target="../media/image9.png"/><Relationship Id="rId7" Type="http://schemas.openxmlformats.org/officeDocument/2006/relationships/image" Target="../media/image32.jpe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1.jpeg"/><Relationship Id="rId5" Type="http://schemas.openxmlformats.org/officeDocument/2006/relationships/image" Target="../media/image30.jpeg"/><Relationship Id="rId4" Type="http://schemas.openxmlformats.org/officeDocument/2006/relationships/image" Target="../media/image29.jpeg"/><Relationship Id="rId9" Type="http://schemas.openxmlformats.org/officeDocument/2006/relationships/image" Target="../media/image34.jpeg"/></Relationships>
</file>

<file path=ppt/slideLayouts/_rels/slideLayout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jpeg"/><Relationship Id="rId3" Type="http://schemas.openxmlformats.org/officeDocument/2006/relationships/image" Target="../media/image9.png"/><Relationship Id="rId7" Type="http://schemas.openxmlformats.org/officeDocument/2006/relationships/image" Target="../media/image38.jpe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7.jpeg"/><Relationship Id="rId11" Type="http://schemas.openxmlformats.org/officeDocument/2006/relationships/image" Target="../media/image42.jpeg"/><Relationship Id="rId5" Type="http://schemas.openxmlformats.org/officeDocument/2006/relationships/image" Target="../media/image36.jpeg"/><Relationship Id="rId10" Type="http://schemas.openxmlformats.org/officeDocument/2006/relationships/image" Target="../media/image41.jpeg"/><Relationship Id="rId4" Type="http://schemas.openxmlformats.org/officeDocument/2006/relationships/image" Target="../media/image35.jpeg"/><Relationship Id="rId9" Type="http://schemas.openxmlformats.org/officeDocument/2006/relationships/image" Target="../media/image40.jpeg"/></Relationships>
</file>

<file path=ppt/slideLayouts/_rels/slideLayout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jpeg"/><Relationship Id="rId3" Type="http://schemas.openxmlformats.org/officeDocument/2006/relationships/image" Target="../media/image9.png"/><Relationship Id="rId7" Type="http://schemas.openxmlformats.org/officeDocument/2006/relationships/image" Target="../media/image46.jpe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5.jpeg"/><Relationship Id="rId11" Type="http://schemas.openxmlformats.org/officeDocument/2006/relationships/image" Target="../media/image50.jpeg"/><Relationship Id="rId5" Type="http://schemas.openxmlformats.org/officeDocument/2006/relationships/image" Target="../media/image44.jpeg"/><Relationship Id="rId10" Type="http://schemas.openxmlformats.org/officeDocument/2006/relationships/image" Target="../media/image49.jpeg"/><Relationship Id="rId4" Type="http://schemas.openxmlformats.org/officeDocument/2006/relationships/image" Target="../media/image43.jpeg"/><Relationship Id="rId9" Type="http://schemas.openxmlformats.org/officeDocument/2006/relationships/image" Target="../media/image48.jpe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55.jpeg"/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oleObject" Target="../embeddings/oleObject5.bin"/><Relationship Id="rId7" Type="http://schemas.openxmlformats.org/officeDocument/2006/relationships/image" Target="../media/image1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6" Type="http://schemas.openxmlformats.org/officeDocument/2006/relationships/image" Target="../media/image12.png"/><Relationship Id="rId5" Type="http://schemas.openxmlformats.org/officeDocument/2006/relationships/image" Target="../media/image19.jpeg"/><Relationship Id="rId4" Type="http://schemas.openxmlformats.org/officeDocument/2006/relationships/image" Target="../media/image2.emf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6" Type="http://schemas.openxmlformats.org/officeDocument/2006/relationships/image" Target="../media/image4.emf"/><Relationship Id="rId5" Type="http://schemas.openxmlformats.org/officeDocument/2006/relationships/image" Target="../media/image19.jpeg"/><Relationship Id="rId4" Type="http://schemas.openxmlformats.org/officeDocument/2006/relationships/image" Target="../media/image2.emf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emf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_Gener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A60E9535-EE26-6C74-21A2-19623A2583E1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341198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1" imgH="473" progId="TCLayout.ActiveDocument.1">
                  <p:embed/>
                </p:oleObj>
              </mc:Choice>
              <mc:Fallback>
                <p:oleObj name="think-cell Slide" r:id="rId3" imgW="471" imgH="473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60E9535-EE26-6C74-21A2-19623A2583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1EE8D832-D9E9-8C21-9F57-58F9A8DAD0D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103" r="103"/>
          <a:stretch/>
        </p:blipFill>
        <p:spPr>
          <a:xfrm>
            <a:off x="0" y="-1"/>
            <a:ext cx="12190732" cy="6858429"/>
          </a:xfrm>
          <a:prstGeom prst="rect">
            <a:avLst/>
          </a:prstGeom>
        </p:spPr>
      </p:pic>
      <p:pic>
        <p:nvPicPr>
          <p:cNvPr id="3" name="MS logo white - EMF">
            <a:extLst>
              <a:ext uri="{FF2B5EF4-FFF2-40B4-BE49-F238E27FC236}">
                <a16:creationId xmlns:a16="http://schemas.microsoft.com/office/drawing/2014/main" id="{3E9164EA-B718-01A7-E08B-BC74C9621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white">
          <a:xfrm>
            <a:off x="584200" y="585788"/>
            <a:ext cx="1366245" cy="29260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626BAEC-FE52-07EB-9A5C-EE33F4888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58" y="2690336"/>
            <a:ext cx="8019288" cy="1477328"/>
          </a:xfrm>
        </p:spPr>
        <p:txBody>
          <a:bodyPr vert="horz" rIns="0">
            <a:spAutoFit/>
          </a:bodyPr>
          <a:lstStyle>
            <a:lvl1pPr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3810570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2" pos="3348">
          <p15:clr>
            <a:srgbClr val="A4A3A4"/>
          </p15:clr>
        </p15:guide>
        <p15:guide id="33" pos="3754">
          <p15:clr>
            <a:srgbClr val="A4A3A4"/>
          </p15:clr>
        </p15:guide>
        <p15:guide id="34" pos="3931">
          <p15:clr>
            <a:srgbClr val="A4A3A4"/>
          </p15:clr>
        </p15:guide>
        <p15:guide id="35" pos="4342">
          <p15:clr>
            <a:srgbClr val="A4A3A4"/>
          </p15:clr>
        </p15:guide>
        <p15:guide id="36" pos="4531">
          <p15:clr>
            <a:srgbClr val="A4A3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Page_Gener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A60E9535-EE26-6C74-21A2-19623A2583E1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341198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1" imgH="473" progId="TCLayout.ActiveDocument.1">
                  <p:embed/>
                </p:oleObj>
              </mc:Choice>
              <mc:Fallback>
                <p:oleObj name="think-cell Slide" r:id="rId3" imgW="471" imgH="473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60E9535-EE26-6C74-21A2-19623A2583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1EE8D832-D9E9-8C21-9F57-58F9A8DAD0D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103" r="103"/>
          <a:stretch/>
        </p:blipFill>
        <p:spPr>
          <a:xfrm>
            <a:off x="0" y="-1"/>
            <a:ext cx="12190732" cy="6858429"/>
          </a:xfrm>
          <a:prstGeom prst="rect">
            <a:avLst/>
          </a:prstGeom>
        </p:spPr>
      </p:pic>
      <p:pic>
        <p:nvPicPr>
          <p:cNvPr id="3" name="MS logo white - EMF">
            <a:extLst>
              <a:ext uri="{FF2B5EF4-FFF2-40B4-BE49-F238E27FC236}">
                <a16:creationId xmlns:a16="http://schemas.microsoft.com/office/drawing/2014/main" id="{3E9164EA-B718-01A7-E08B-BC74C9621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white">
          <a:xfrm>
            <a:off x="584200" y="585788"/>
            <a:ext cx="1366245" cy="29260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626BAEC-FE52-07EB-9A5C-EE33F48884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959" y="2670764"/>
            <a:ext cx="6087611" cy="939832"/>
          </a:xfrm>
          <a:prstGeom prst="roundRect">
            <a:avLst/>
          </a:prstGeom>
          <a:solidFill>
            <a:schemeClr val="bg1"/>
          </a:solidFill>
          <a:ln w="0">
            <a:gradFill flip="none" rotWithShape="1">
              <a:gsLst>
                <a:gs pos="0">
                  <a:schemeClr val="accent1">
                    <a:lumMod val="5000"/>
                    <a:lumOff val="95000"/>
                    <a:alpha val="60000"/>
                  </a:schemeClr>
                </a:gs>
                <a:gs pos="17000">
                  <a:srgbClr val="D7F3F2"/>
                </a:gs>
                <a:gs pos="57000">
                  <a:schemeClr val="accent1">
                    <a:lumMod val="60000"/>
                    <a:lumOff val="40000"/>
                    <a:alpha val="0"/>
                  </a:schemeClr>
                </a:gs>
                <a:gs pos="88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30000"/>
                    <a:lumOff val="70000"/>
                    <a:alpha val="60000"/>
                  </a:schemeClr>
                </a:gs>
              </a:gsLst>
              <a:lin ang="2700000" scaled="1"/>
              <a:tileRect/>
            </a:gradFill>
            <a:headEnd type="none" w="med" len="med"/>
            <a:tailEnd type="none" w="med" len="med"/>
          </a:ln>
          <a:effectLst>
            <a:outerShdw blurRad="152400" algn="ctr" rotWithShape="0">
              <a:schemeClr val="bg1">
                <a:alpha val="4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b" anchorCtr="0" forceAA="0" compatLnSpc="1">
            <a:prstTxWarp prst="textNoShape">
              <a:avLst/>
            </a:prstTxWarp>
            <a:spAutoFit/>
          </a:bodyPr>
          <a:lstStyle>
            <a:lvl1pPr>
              <a:defRPr lang="en-US" sz="3600" b="0" kern="1200" cap="none" spc="-50" baseline="0" dirty="0">
                <a:ln w="3175">
                  <a:noFill/>
                </a:ln>
                <a:solidFill>
                  <a:schemeClr val="tx2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marL="0" marR="0" lvl="0" indent="-228600" defTabSz="932472" fontAlgn="base">
              <a:spcAft>
                <a:spcPct val="0"/>
              </a:spcAft>
              <a:buClrTx/>
              <a:buSzPct val="90000"/>
              <a:buFont typeface="Wingdings" panose="05000000000000000000" pitchFamily="2" charset="2"/>
              <a:tabLst/>
            </a:pPr>
            <a:r>
              <a:rPr lang="en-US"/>
              <a:t>Presenter Name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DFD9B33-1FFD-082D-FCB8-B835C0CE47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879460"/>
            <a:ext cx="6092370" cy="307777"/>
          </a:xfrm>
        </p:spPr>
        <p:txBody>
          <a:bodyPr/>
          <a:lstStyle>
            <a:lvl1pPr>
              <a:buNone/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9785800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2" pos="3348">
          <p15:clr>
            <a:srgbClr val="A4A3A4"/>
          </p15:clr>
        </p15:guide>
        <p15:guide id="33" pos="3768" userDrawn="1">
          <p15:clr>
            <a:srgbClr val="A4A3A4"/>
          </p15:clr>
        </p15:guide>
        <p15:guide id="34" pos="3931">
          <p15:clr>
            <a:srgbClr val="A4A3A4"/>
          </p15:clr>
        </p15:guide>
        <p15:guide id="35" pos="4342">
          <p15:clr>
            <a:srgbClr val="A4A3A4"/>
          </p15:clr>
        </p15:guide>
        <p15:guide id="36" pos="4531">
          <p15:clr>
            <a:srgbClr val="A4A3A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 Page_Gener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A60E9535-EE26-6C74-21A2-19623A2583E1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341198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1" imgH="473" progId="TCLayout.ActiveDocument.1">
                  <p:embed/>
                </p:oleObj>
              </mc:Choice>
              <mc:Fallback>
                <p:oleObj name="think-cell Slide" r:id="rId3" imgW="471" imgH="473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60E9535-EE26-6C74-21A2-19623A2583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1EE8D832-D9E9-8C21-9F57-58F9A8DAD0D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103" r="103"/>
          <a:stretch/>
        </p:blipFill>
        <p:spPr>
          <a:xfrm>
            <a:off x="0" y="-1"/>
            <a:ext cx="12190732" cy="6858429"/>
          </a:xfrm>
          <a:prstGeom prst="rect">
            <a:avLst/>
          </a:prstGeom>
        </p:spPr>
      </p:pic>
      <p:pic>
        <p:nvPicPr>
          <p:cNvPr id="3" name="MS logo white - EMF">
            <a:extLst>
              <a:ext uri="{FF2B5EF4-FFF2-40B4-BE49-F238E27FC236}">
                <a16:creationId xmlns:a16="http://schemas.microsoft.com/office/drawing/2014/main" id="{3E9164EA-B718-01A7-E08B-BC74C9621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white">
          <a:xfrm>
            <a:off x="584200" y="585788"/>
            <a:ext cx="1366245" cy="292608"/>
          </a:xfrm>
          <a:prstGeom prst="rect">
            <a:avLst/>
          </a:prstGeo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0626BAEC-FE52-07EB-9A5C-EE33F48884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959" y="4580464"/>
            <a:ext cx="5392741" cy="738664"/>
          </a:xfrm>
          <a:prstGeom prst="rect">
            <a:avLst/>
          </a:prstGeom>
          <a:noFill/>
          <a:ln w="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lang="en-US" sz="2000" b="0" kern="1200" cap="none" spc="-50" baseline="0" dirty="0">
                <a:ln w="3175">
                  <a:noFill/>
                </a:ln>
                <a:solidFill>
                  <a:schemeClr val="bg1"/>
                </a:solidFill>
                <a:effectLst/>
                <a:latin typeface="+mn-lt"/>
                <a:ea typeface="+mn-ea"/>
                <a:cs typeface="Segoe UI" pitchFamily="34" charset="0"/>
              </a:defRPr>
            </a:lvl1pPr>
          </a:lstStyle>
          <a:p>
            <a:pPr marL="0" marR="0" lvl="0" indent="-228600" defTabSz="932472" fontAlgn="base">
              <a:spcAft>
                <a:spcPct val="0"/>
              </a:spcAft>
              <a:buClrTx/>
              <a:buSzPct val="90000"/>
              <a:buFont typeface="Wingdings" panose="05000000000000000000" pitchFamily="2" charset="2"/>
              <a:tabLst/>
            </a:pPr>
            <a:r>
              <a:rPr lang="en-US"/>
              <a:t>Presenter Name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24B867F-FDA4-338F-5F83-3EDE535B521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4200" y="1538872"/>
            <a:ext cx="6092370" cy="307777"/>
          </a:xfrm>
        </p:spPr>
        <p:txBody>
          <a:bodyPr/>
          <a:lstStyle>
            <a:lvl1pPr>
              <a:buNone/>
              <a:defRPr sz="20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4661554-4AAD-75B8-22C3-D95CD6BD8B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2508043"/>
            <a:ext cx="6092370" cy="738664"/>
          </a:xfrm>
        </p:spPr>
        <p:txBody>
          <a:bodyPr/>
          <a:lstStyle>
            <a:lvl1pPr>
              <a:buNone/>
              <a:defRPr sz="48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13552517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2" pos="3348">
          <p15:clr>
            <a:srgbClr val="A4A3A4"/>
          </p15:clr>
        </p15:guide>
        <p15:guide id="33" pos="3768" userDrawn="1">
          <p15:clr>
            <a:srgbClr val="A4A3A4"/>
          </p15:clr>
        </p15:guide>
        <p15:guide id="34" pos="3931">
          <p15:clr>
            <a:srgbClr val="A4A3A4"/>
          </p15:clr>
        </p15:guide>
        <p15:guide id="35" pos="4342">
          <p15:clr>
            <a:srgbClr val="A4A3A4"/>
          </p15:clr>
        </p15:guide>
        <p15:guide id="36" pos="4531">
          <p15:clr>
            <a:srgbClr val="A4A3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_Generic_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A60E9535-EE26-6C74-21A2-19623A2583E1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341198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1" imgH="473" progId="TCLayout.ActiveDocument.1">
                  <p:embed/>
                </p:oleObj>
              </mc:Choice>
              <mc:Fallback>
                <p:oleObj name="think-cell Slide" r:id="rId3" imgW="471" imgH="473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60E9535-EE26-6C74-21A2-19623A2583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1EE8D832-D9E9-8C21-9F57-58F9A8DAD0D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103" r="103"/>
          <a:stretch/>
        </p:blipFill>
        <p:spPr>
          <a:xfrm>
            <a:off x="0" y="-1"/>
            <a:ext cx="12190732" cy="6858429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3A722FDF-D1AD-E756-4B49-FB96E2A791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8960" y="2475621"/>
            <a:ext cx="5907787" cy="307777"/>
          </a:xfrm>
        </p:spPr>
        <p:txBody>
          <a:bodyPr/>
          <a:lstStyle>
            <a:lvl1pPr marL="0" indent="0">
              <a:buNone/>
              <a:defRPr lang="en-US" sz="2000" b="0" kern="1200" cap="none" spc="100" baseline="0" dirty="0" smtClean="0">
                <a:ln w="3175">
                  <a:noFill/>
                </a:ln>
                <a:solidFill>
                  <a:schemeClr val="bg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  <a:lvl2pPr>
              <a:buNone/>
              <a:defRPr lang="en-US" sz="5400" b="1" kern="1200" cap="none" spc="-50" baseline="0" dirty="0" smtClean="0">
                <a:ln w="3175">
                  <a:noFill/>
                </a:ln>
                <a:solidFill>
                  <a:srgbClr val="FFFFFF"/>
                </a:solidFill>
                <a:effectLst/>
                <a:latin typeface="Segoe Sans Display"/>
                <a:ea typeface="+mn-ea"/>
                <a:cs typeface="Segoe UI" pitchFamily="34" charset="0"/>
              </a:defRPr>
            </a:lvl2pPr>
            <a:lvl3pPr>
              <a:defRPr lang="en-US" sz="5400" b="1" kern="1200" cap="none" spc="-50" baseline="0" dirty="0" smtClean="0">
                <a:ln w="3175">
                  <a:noFill/>
                </a:ln>
                <a:solidFill>
                  <a:srgbClr val="FFFFFF"/>
                </a:solidFill>
                <a:effectLst/>
                <a:latin typeface="Segoe Sans Display"/>
                <a:ea typeface="+mn-ea"/>
                <a:cs typeface="Segoe UI" pitchFamily="34" charset="0"/>
              </a:defRPr>
            </a:lvl3pPr>
            <a:lvl4pPr>
              <a:defRPr lang="en-US" sz="5400" b="1" kern="1200" cap="none" spc="-50" baseline="0" dirty="0" smtClean="0">
                <a:ln w="3175">
                  <a:noFill/>
                </a:ln>
                <a:solidFill>
                  <a:srgbClr val="FFFFFF"/>
                </a:solidFill>
                <a:effectLst/>
                <a:latin typeface="Segoe Sans Display"/>
                <a:ea typeface="+mn-ea"/>
                <a:cs typeface="Segoe UI" pitchFamily="34" charset="0"/>
              </a:defRPr>
            </a:lvl4pPr>
            <a:lvl5pPr>
              <a:defRPr lang="en-US" sz="5400" b="1" kern="1200" cap="none" spc="-50" baseline="0" dirty="0" smtClean="0">
                <a:ln w="3175">
                  <a:noFill/>
                </a:ln>
                <a:solidFill>
                  <a:srgbClr val="FFFFFF"/>
                </a:solidFill>
                <a:effectLst/>
                <a:latin typeface="Segoe Sans Display"/>
                <a:ea typeface="+mn-ea"/>
                <a:cs typeface="Segoe UI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MS logo white - EMF">
            <a:extLst>
              <a:ext uri="{FF2B5EF4-FFF2-40B4-BE49-F238E27FC236}">
                <a16:creationId xmlns:a16="http://schemas.microsoft.com/office/drawing/2014/main" id="{3E9164EA-B718-01A7-E08B-BC74C9621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white">
          <a:xfrm>
            <a:off x="584200" y="585788"/>
            <a:ext cx="1366245" cy="29260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626BAEC-FE52-07EB-9A5C-EE33F4888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59" y="3037201"/>
            <a:ext cx="6087611" cy="1661993"/>
          </a:xfrm>
        </p:spPr>
        <p:txBody>
          <a:bodyPr vert="horz" rIns="0">
            <a:spAutoFit/>
          </a:bodyPr>
          <a:lstStyle>
            <a:lvl1pPr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5212565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2" pos="3348">
          <p15:clr>
            <a:srgbClr val="A4A3A4"/>
          </p15:clr>
        </p15:guide>
        <p15:guide id="33" pos="3754">
          <p15:clr>
            <a:srgbClr val="A4A3A4"/>
          </p15:clr>
        </p15:guide>
        <p15:guide id="34" pos="3931">
          <p15:clr>
            <a:srgbClr val="A4A3A4"/>
          </p15:clr>
        </p15:guide>
        <p15:guide id="35" pos="4342">
          <p15:clr>
            <a:srgbClr val="A4A3A4"/>
          </p15:clr>
        </p15:guide>
        <p15:guide id="36" pos="4531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1">
            <a:extLst>
              <a:ext uri="{FF2B5EF4-FFF2-40B4-BE49-F238E27FC236}">
                <a16:creationId xmlns:a16="http://schemas.microsoft.com/office/drawing/2014/main" id="{43440211-498C-BFC9-C4A9-8F0B19403530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88263" y="457200"/>
            <a:ext cx="1101852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298776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36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4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1" orient="horz" pos="912">
          <p15:clr>
            <a:srgbClr val="5ACBF0"/>
          </p15:clr>
        </p15:guide>
        <p15:guide id="32" orient="horz" pos="1272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3989F92-A32B-5F24-D9D5-E4D772417D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5" r="15"/>
          <a:stretch/>
        </p:blipFill>
        <p:spPr>
          <a:xfrm>
            <a:off x="5334000" y="0"/>
            <a:ext cx="6362322" cy="6858000"/>
          </a:xfrm>
          <a:custGeom>
            <a:avLst/>
            <a:gdLst>
              <a:gd name="csX0" fmla="*/ 0 w 6364288"/>
              <a:gd name="csY0" fmla="*/ 0 h 6858000"/>
              <a:gd name="csX1" fmla="*/ 6364288 w 6364288"/>
              <a:gd name="csY1" fmla="*/ 0 h 6858000"/>
              <a:gd name="csX2" fmla="*/ 6364288 w 6364288"/>
              <a:gd name="csY2" fmla="*/ 6858000 h 6858000"/>
              <a:gd name="csX3" fmla="*/ 0 w 6364288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364288" h="6858000">
                <a:moveTo>
                  <a:pt x="0" y="0"/>
                </a:moveTo>
                <a:lnTo>
                  <a:pt x="6364288" y="0"/>
                </a:lnTo>
                <a:lnTo>
                  <a:pt x="636428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AC2E574C-FEC0-9EBB-A791-EE943B0A3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524916" y="1539523"/>
            <a:ext cx="5955884" cy="3556520"/>
            <a:chOff x="5524916" y="1539523"/>
            <a:chExt cx="2197100" cy="3556520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B7B95B-E2D3-E0E5-82DE-17DD815B6071}"/>
                </a:ext>
              </a:extLst>
            </p:cNvPr>
            <p:cNvCxnSpPr>
              <a:cxnSpLocks/>
            </p:cNvCxnSpPr>
            <p:nvPr/>
          </p:nvCxnSpPr>
          <p:spPr>
            <a:xfrm>
              <a:off x="5524916" y="2428653"/>
              <a:ext cx="2197100" cy="0"/>
            </a:xfrm>
            <a:prstGeom prst="line">
              <a:avLst/>
            </a:prstGeom>
            <a:ln>
              <a:solidFill>
                <a:schemeClr val="bg1"/>
              </a:solidFill>
              <a:headEnd type="non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4B86EED-4865-9744-2AB0-1DEF2CDF0BF4}"/>
                </a:ext>
              </a:extLst>
            </p:cNvPr>
            <p:cNvCxnSpPr>
              <a:cxnSpLocks/>
            </p:cNvCxnSpPr>
            <p:nvPr/>
          </p:nvCxnSpPr>
          <p:spPr>
            <a:xfrm>
              <a:off x="5524916" y="1539523"/>
              <a:ext cx="2197100" cy="0"/>
            </a:xfrm>
            <a:prstGeom prst="line">
              <a:avLst/>
            </a:prstGeom>
            <a:ln>
              <a:solidFill>
                <a:schemeClr val="bg1"/>
              </a:solidFill>
              <a:headEnd type="non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0AC3B97-A626-4075-2006-0A0C797EB398}"/>
                </a:ext>
              </a:extLst>
            </p:cNvPr>
            <p:cNvCxnSpPr>
              <a:cxnSpLocks/>
            </p:cNvCxnSpPr>
            <p:nvPr/>
          </p:nvCxnSpPr>
          <p:spPr>
            <a:xfrm>
              <a:off x="5524916" y="3317783"/>
              <a:ext cx="2197100" cy="0"/>
            </a:xfrm>
            <a:prstGeom prst="line">
              <a:avLst/>
            </a:prstGeom>
            <a:ln>
              <a:solidFill>
                <a:schemeClr val="bg1"/>
              </a:solidFill>
              <a:headEnd type="non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8DDC9762-516C-56C6-6272-7C8B985D9B91}"/>
                </a:ext>
              </a:extLst>
            </p:cNvPr>
            <p:cNvCxnSpPr>
              <a:cxnSpLocks/>
            </p:cNvCxnSpPr>
            <p:nvPr/>
          </p:nvCxnSpPr>
          <p:spPr>
            <a:xfrm>
              <a:off x="5524916" y="4206913"/>
              <a:ext cx="2197100" cy="0"/>
            </a:xfrm>
            <a:prstGeom prst="line">
              <a:avLst/>
            </a:prstGeom>
            <a:ln>
              <a:solidFill>
                <a:schemeClr val="bg1"/>
              </a:solidFill>
              <a:headEnd type="non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04DD126-4101-3B18-C6BA-3D68DFE6C5F2}"/>
                </a:ext>
              </a:extLst>
            </p:cNvPr>
            <p:cNvCxnSpPr>
              <a:cxnSpLocks/>
            </p:cNvCxnSpPr>
            <p:nvPr/>
          </p:nvCxnSpPr>
          <p:spPr>
            <a:xfrm>
              <a:off x="5524916" y="5096043"/>
              <a:ext cx="2197100" cy="0"/>
            </a:xfrm>
            <a:prstGeom prst="line">
              <a:avLst/>
            </a:prstGeom>
            <a:ln>
              <a:solidFill>
                <a:schemeClr val="bg1"/>
              </a:solidFill>
              <a:headEnd type="non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B8ADDDB-76C2-FAC4-F85A-590B4BD986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607703" y="2428653"/>
            <a:ext cx="50880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CDF9626-DCD0-D587-13E4-520057DD5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607703" y="1539523"/>
            <a:ext cx="50880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FF1BB6B-DA72-B36F-47DF-337F324155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607703" y="3317783"/>
            <a:ext cx="50880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79330C0-CFE2-992C-34FB-64F3ABD08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607702" y="4206913"/>
            <a:ext cx="50880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6AFE33E-7B31-170E-34D9-6E92CD267F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607703" y="5096043"/>
            <a:ext cx="50880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itle 27">
            <a:extLst>
              <a:ext uri="{FF2B5EF4-FFF2-40B4-BE49-F238E27FC236}">
                <a16:creationId xmlns:a16="http://schemas.microsoft.com/office/drawing/2014/main" id="{E3C902E2-1FCA-6641-A27F-B2DF15F03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3059668"/>
            <a:ext cx="3795051" cy="738664"/>
          </a:xfrm>
        </p:spPr>
        <p:txBody>
          <a:bodyPr anchor="ctr"/>
          <a:lstStyle>
            <a:lvl1pPr>
              <a:defRPr lang="en-US" sz="48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endParaRPr lang="en-US"/>
          </a:p>
        </p:txBody>
      </p:sp>
      <p:sp>
        <p:nvSpPr>
          <p:cNvPr id="29" name="Text Placeholder 13">
            <a:extLst>
              <a:ext uri="{FF2B5EF4-FFF2-40B4-BE49-F238E27FC236}">
                <a16:creationId xmlns:a16="http://schemas.microsoft.com/office/drawing/2014/main" id="{D9710528-97CE-0DE1-B69B-DCFBAA080628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4607703" y="831489"/>
            <a:ext cx="508809" cy="526938"/>
          </a:xfrm>
          <a:prstGeom prst="rect">
            <a:avLst/>
          </a:prstGeom>
        </p:spPr>
        <p:txBody>
          <a:bodyPr wrap="none">
            <a:noAutofit/>
          </a:bodyPr>
          <a:lstStyle>
            <a:lvl1pPr marL="0" indent="0" algn="ctr">
              <a:spcBef>
                <a:spcPts val="0"/>
              </a:spcBef>
              <a:buNone/>
              <a:defRPr lang="en-IN" sz="3200">
                <a:solidFill>
                  <a:schemeClr val="tx1"/>
                </a:solidFill>
                <a:latin typeface="+mj-lt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 algn="ctr">
              <a:buNone/>
            </a:pPr>
            <a:r>
              <a:rPr lang="en-IN"/>
              <a:t>1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A846CF6F-76A3-B148-B290-987B4800B3B6}"/>
              </a:ext>
            </a:extLst>
          </p:cNvPr>
          <p:cNvSpPr>
            <a:spLocks noGrp="1" noChangeAspect="1"/>
          </p:cNvSpPr>
          <p:nvPr>
            <p:ph type="body" sz="quarter" idx="23"/>
          </p:nvPr>
        </p:nvSpPr>
        <p:spPr>
          <a:xfrm>
            <a:off x="5524916" y="831489"/>
            <a:ext cx="6173372" cy="526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lang="en-IN" sz="2000" dirty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>
              <a:buNone/>
            </a:pPr>
            <a:endParaRPr lang="en-IN"/>
          </a:p>
        </p:txBody>
      </p:sp>
      <p:sp>
        <p:nvSpPr>
          <p:cNvPr id="30" name="Text Placeholder 13">
            <a:extLst>
              <a:ext uri="{FF2B5EF4-FFF2-40B4-BE49-F238E27FC236}">
                <a16:creationId xmlns:a16="http://schemas.microsoft.com/office/drawing/2014/main" id="{3716CEFF-894A-4628-85AF-880A7990F099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4607703" y="1720619"/>
            <a:ext cx="508809" cy="526938"/>
          </a:xfrm>
          <a:prstGeom prst="rect">
            <a:avLst/>
          </a:prstGeom>
        </p:spPr>
        <p:txBody>
          <a:bodyPr wrap="none">
            <a:noAutofit/>
          </a:bodyPr>
          <a:lstStyle>
            <a:lvl1pPr marL="0" indent="0" algn="ctr">
              <a:spcBef>
                <a:spcPts val="0"/>
              </a:spcBef>
              <a:buNone/>
              <a:defRPr lang="en-IN" sz="3200">
                <a:solidFill>
                  <a:schemeClr val="tx1"/>
                </a:solidFill>
                <a:latin typeface="+mj-lt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 algn="ctr">
              <a:buNone/>
            </a:pPr>
            <a:r>
              <a:rPr lang="en-IN"/>
              <a:t>2</a:t>
            </a:r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A1BF8F3A-C057-C0FC-BEFB-D057BFD42F18}"/>
              </a:ext>
            </a:extLst>
          </p:cNvPr>
          <p:cNvSpPr>
            <a:spLocks noGrp="1" noChangeAspect="1"/>
          </p:cNvSpPr>
          <p:nvPr>
            <p:ph type="body" sz="quarter" idx="24"/>
          </p:nvPr>
        </p:nvSpPr>
        <p:spPr>
          <a:xfrm>
            <a:off x="5524916" y="1720619"/>
            <a:ext cx="6173372" cy="526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lang="en-IN" sz="20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>
              <a:buNone/>
            </a:pPr>
            <a:endParaRPr lang="en-IN"/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5A36E849-85E6-BE64-2186-1066F0DCA8F2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4607703" y="2609749"/>
            <a:ext cx="508809" cy="526938"/>
          </a:xfrm>
          <a:prstGeom prst="rect">
            <a:avLst/>
          </a:prstGeom>
        </p:spPr>
        <p:txBody>
          <a:bodyPr wrap="none">
            <a:noAutofit/>
          </a:bodyPr>
          <a:lstStyle>
            <a:lvl1pPr marL="0" indent="0" algn="ctr">
              <a:spcBef>
                <a:spcPts val="0"/>
              </a:spcBef>
              <a:buNone/>
              <a:defRPr lang="en-IN" sz="3200">
                <a:solidFill>
                  <a:schemeClr val="tx1"/>
                </a:solidFill>
                <a:latin typeface="+mj-lt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 algn="ctr">
              <a:buNone/>
            </a:pPr>
            <a:r>
              <a:rPr lang="en-IN"/>
              <a:t>3</a:t>
            </a:r>
          </a:p>
        </p:txBody>
      </p:sp>
      <p:sp>
        <p:nvSpPr>
          <p:cNvPr id="37" name="Text Placeholder 13">
            <a:extLst>
              <a:ext uri="{FF2B5EF4-FFF2-40B4-BE49-F238E27FC236}">
                <a16:creationId xmlns:a16="http://schemas.microsoft.com/office/drawing/2014/main" id="{B4D94B67-FA64-2EB8-B01A-24E8AC665819}"/>
              </a:ext>
            </a:extLst>
          </p:cNvPr>
          <p:cNvSpPr>
            <a:spLocks noGrp="1" noChangeAspect="1"/>
          </p:cNvSpPr>
          <p:nvPr>
            <p:ph type="body" sz="quarter" idx="25"/>
          </p:nvPr>
        </p:nvSpPr>
        <p:spPr>
          <a:xfrm>
            <a:off x="5524916" y="2609749"/>
            <a:ext cx="6173372" cy="526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lang="en-IN" sz="20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>
              <a:buNone/>
            </a:pPr>
            <a:endParaRPr lang="en-IN"/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B6810122-1FCA-0766-11AE-9963663ADC7A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607703" y="3498879"/>
            <a:ext cx="508809" cy="526938"/>
          </a:xfrm>
          <a:prstGeom prst="rect">
            <a:avLst/>
          </a:prstGeom>
        </p:spPr>
        <p:txBody>
          <a:bodyPr wrap="none">
            <a:noAutofit/>
          </a:bodyPr>
          <a:lstStyle>
            <a:lvl1pPr marL="0" indent="0" algn="ctr">
              <a:spcBef>
                <a:spcPts val="0"/>
              </a:spcBef>
              <a:buNone/>
              <a:defRPr lang="en-IN" sz="3200">
                <a:solidFill>
                  <a:schemeClr val="tx1"/>
                </a:solidFill>
                <a:latin typeface="+mj-lt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 algn="ctr">
              <a:buNone/>
            </a:pPr>
            <a:r>
              <a:rPr lang="en-IN"/>
              <a:t>4</a:t>
            </a:r>
          </a:p>
        </p:txBody>
      </p:sp>
      <p:sp>
        <p:nvSpPr>
          <p:cNvPr id="38" name="Text Placeholder 13">
            <a:extLst>
              <a:ext uri="{FF2B5EF4-FFF2-40B4-BE49-F238E27FC236}">
                <a16:creationId xmlns:a16="http://schemas.microsoft.com/office/drawing/2014/main" id="{06F87141-EAB0-9797-DC31-14C186E00E9B}"/>
              </a:ext>
            </a:extLst>
          </p:cNvPr>
          <p:cNvSpPr>
            <a:spLocks noGrp="1" noChangeAspect="1"/>
          </p:cNvSpPr>
          <p:nvPr>
            <p:ph type="body" sz="quarter" idx="26"/>
          </p:nvPr>
        </p:nvSpPr>
        <p:spPr>
          <a:xfrm>
            <a:off x="5524916" y="3498879"/>
            <a:ext cx="6173372" cy="526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lang="en-IN" sz="20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>
              <a:buNone/>
            </a:pPr>
            <a:endParaRPr lang="en-IN"/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4F9159EA-1A46-77F4-27D3-6C9488EACC41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607702" y="4388009"/>
            <a:ext cx="508809" cy="526938"/>
          </a:xfrm>
          <a:prstGeom prst="rect">
            <a:avLst/>
          </a:prstGeom>
        </p:spPr>
        <p:txBody>
          <a:bodyPr wrap="none">
            <a:noAutofit/>
          </a:bodyPr>
          <a:lstStyle>
            <a:lvl1pPr marL="0" indent="0" algn="ctr">
              <a:spcBef>
                <a:spcPts val="0"/>
              </a:spcBef>
              <a:buNone/>
              <a:defRPr lang="en-IN" sz="3200">
                <a:solidFill>
                  <a:schemeClr val="tx1"/>
                </a:solidFill>
                <a:latin typeface="+mj-lt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 algn="ctr">
              <a:buNone/>
            </a:pPr>
            <a:r>
              <a:rPr lang="en-IN"/>
              <a:t>5</a:t>
            </a:r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A03640EC-D127-9565-4725-64A45ABE24E1}"/>
              </a:ext>
            </a:extLst>
          </p:cNvPr>
          <p:cNvSpPr>
            <a:spLocks noGrp="1" noChangeAspect="1"/>
          </p:cNvSpPr>
          <p:nvPr>
            <p:ph type="body" sz="quarter" idx="27"/>
          </p:nvPr>
        </p:nvSpPr>
        <p:spPr>
          <a:xfrm>
            <a:off x="5524916" y="4388009"/>
            <a:ext cx="6173372" cy="526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lang="en-IN" sz="20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>
              <a:buNone/>
            </a:pPr>
            <a:endParaRPr lang="en-IN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E8F5F005-22B2-5031-856D-3F1E7ECD2831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4607703" y="5277137"/>
            <a:ext cx="508809" cy="526938"/>
          </a:xfrm>
          <a:prstGeom prst="rect">
            <a:avLst/>
          </a:prstGeom>
        </p:spPr>
        <p:txBody>
          <a:bodyPr wrap="none">
            <a:noAutofit/>
          </a:bodyPr>
          <a:lstStyle>
            <a:lvl1pPr marL="0" indent="0" algn="ctr">
              <a:spcBef>
                <a:spcPts val="0"/>
              </a:spcBef>
              <a:buNone/>
              <a:defRPr lang="en-IN" sz="3200">
                <a:solidFill>
                  <a:schemeClr val="tx1"/>
                </a:solidFill>
                <a:latin typeface="+mj-lt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 algn="ctr">
              <a:buNone/>
            </a:pPr>
            <a:r>
              <a:rPr lang="en-IN"/>
              <a:t>6</a:t>
            </a:r>
          </a:p>
        </p:txBody>
      </p:sp>
      <p:sp>
        <p:nvSpPr>
          <p:cNvPr id="40" name="Text Placeholder 13">
            <a:extLst>
              <a:ext uri="{FF2B5EF4-FFF2-40B4-BE49-F238E27FC236}">
                <a16:creationId xmlns:a16="http://schemas.microsoft.com/office/drawing/2014/main" id="{70F48439-5445-1E62-63F8-3DE5CB28203A}"/>
              </a:ext>
            </a:extLst>
          </p:cNvPr>
          <p:cNvSpPr>
            <a:spLocks noGrp="1" noChangeAspect="1"/>
          </p:cNvSpPr>
          <p:nvPr>
            <p:ph type="body" sz="quarter" idx="28"/>
          </p:nvPr>
        </p:nvSpPr>
        <p:spPr>
          <a:xfrm>
            <a:off x="5524916" y="5277137"/>
            <a:ext cx="6173372" cy="526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lang="en-IN" sz="20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74908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36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4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1" orient="horz" pos="912">
          <p15:clr>
            <a:srgbClr val="5ACBF0"/>
          </p15:clr>
        </p15:guide>
        <p15:guide id="32" orient="horz" pos="1272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007150-5E75-A3FE-2061-07794AABF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8" r="18"/>
          <a:stretch/>
        </p:blipFill>
        <p:spPr>
          <a:xfrm>
            <a:off x="5334000" y="0"/>
            <a:ext cx="6855593" cy="6858000"/>
          </a:xfrm>
          <a:custGeom>
            <a:avLst/>
            <a:gdLst>
              <a:gd name="csX0" fmla="*/ 0 w 6856966"/>
              <a:gd name="csY0" fmla="*/ 0 h 6858000"/>
              <a:gd name="csX1" fmla="*/ 6856966 w 6856966"/>
              <a:gd name="csY1" fmla="*/ 0 h 6858000"/>
              <a:gd name="csX2" fmla="*/ 6856966 w 6856966"/>
              <a:gd name="csY2" fmla="*/ 6858000 h 6858000"/>
              <a:gd name="csX3" fmla="*/ 0 w 6856966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856966" h="6858000">
                <a:moveTo>
                  <a:pt x="0" y="0"/>
                </a:moveTo>
                <a:lnTo>
                  <a:pt x="6856966" y="0"/>
                </a:lnTo>
                <a:lnTo>
                  <a:pt x="685696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3" name="Picture Placeholder 50">
            <a:extLst>
              <a:ext uri="{FF2B5EF4-FFF2-40B4-BE49-F238E27FC236}">
                <a16:creationId xmlns:a16="http://schemas.microsoft.com/office/drawing/2014/main" id="{630212DF-A39D-F26C-3EB5-9EB291EFB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5334000" y="0"/>
            <a:ext cx="3925522" cy="6858000"/>
          </a:xfrm>
          <a:prstGeom prst="round1Rect">
            <a:avLst>
              <a:gd name="adj" fmla="val 9654"/>
            </a:avLst>
          </a:prstGeom>
        </p:spPr>
      </p:pic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25F843F8-7D8C-6F03-F135-76BF946CD30A}"/>
              </a:ext>
            </a:extLst>
          </p:cNvPr>
          <p:cNvSpPr>
            <a:spLocks noGrp="1" noChangeAspect="1"/>
          </p:cNvSpPr>
          <p:nvPr>
            <p:ph type="body" sz="quarter" idx="10"/>
          </p:nvPr>
        </p:nvSpPr>
        <p:spPr>
          <a:xfrm>
            <a:off x="588964" y="497840"/>
            <a:ext cx="1952542" cy="110799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rgbClr val="28647C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400" kern="1200" spc="0" baseline="0" dirty="0" smtClean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>
              <a:buFont typeface="Arial" panose="020B0604020202020204" pitchFamily="34" charset="0"/>
              <a:buNone/>
              <a:defRPr lang="en-US" sz="1800" kern="1200" spc="0" baseline="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2" name="Text Placeholder 40">
            <a:extLst>
              <a:ext uri="{FF2B5EF4-FFF2-40B4-BE49-F238E27FC236}">
                <a16:creationId xmlns:a16="http://schemas.microsoft.com/office/drawing/2014/main" id="{0FA1573B-7A36-5C7F-7C2B-AFDA95F3E2A3}"/>
              </a:ext>
            </a:extLst>
          </p:cNvPr>
          <p:cNvSpPr>
            <a:spLocks noGrp="1" noChangeAspect="1"/>
          </p:cNvSpPr>
          <p:nvPr>
            <p:ph type="body" sz="quarter" idx="11"/>
          </p:nvPr>
        </p:nvSpPr>
        <p:spPr>
          <a:xfrm>
            <a:off x="2924258" y="497840"/>
            <a:ext cx="1952542" cy="110799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kern="1200" spc="0" baseline="0" dirty="0">
                <a:solidFill>
                  <a:srgbClr val="28647C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400" kern="1200" spc="0" baseline="0" dirty="0" smtClean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>
              <a:buFont typeface="Arial" panose="020B0604020202020204" pitchFamily="34" charset="0"/>
              <a:buNone/>
              <a:defRPr lang="en-US" sz="1800" kern="1200" spc="0" baseline="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Arial" panose="020B0604020202020204" pitchFamily="34" charset="0"/>
              <a:buNone/>
              <a:tabLst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3" name="Text Placeholder 40">
            <a:extLst>
              <a:ext uri="{FF2B5EF4-FFF2-40B4-BE49-F238E27FC236}">
                <a16:creationId xmlns:a16="http://schemas.microsoft.com/office/drawing/2014/main" id="{95CE03E5-E56C-88C5-E998-B2F904980976}"/>
              </a:ext>
            </a:extLst>
          </p:cNvPr>
          <p:cNvSpPr>
            <a:spLocks noGrp="1" noChangeAspect="1"/>
          </p:cNvSpPr>
          <p:nvPr>
            <p:ph type="body" sz="quarter" idx="12"/>
          </p:nvPr>
        </p:nvSpPr>
        <p:spPr>
          <a:xfrm>
            <a:off x="588964" y="2052701"/>
            <a:ext cx="1952542" cy="110799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kern="1200" spc="0" baseline="0" dirty="0">
                <a:solidFill>
                  <a:srgbClr val="28647C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400" kern="1200" spc="0" baseline="0" dirty="0" smtClean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>
              <a:buFont typeface="Arial" panose="020B0604020202020204" pitchFamily="34" charset="0"/>
              <a:buNone/>
              <a:defRPr lang="en-US" sz="1800" kern="1200" spc="0" baseline="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Arial" panose="020B0604020202020204" pitchFamily="34" charset="0"/>
              <a:buNone/>
              <a:tabLst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4" name="Text Placeholder 40">
            <a:extLst>
              <a:ext uri="{FF2B5EF4-FFF2-40B4-BE49-F238E27FC236}">
                <a16:creationId xmlns:a16="http://schemas.microsoft.com/office/drawing/2014/main" id="{DDA39CB6-08B9-8265-9486-CDDC0934822C}"/>
              </a:ext>
            </a:extLst>
          </p:cNvPr>
          <p:cNvSpPr>
            <a:spLocks noGrp="1" noChangeAspect="1"/>
          </p:cNvSpPr>
          <p:nvPr>
            <p:ph type="body" sz="quarter" idx="13"/>
          </p:nvPr>
        </p:nvSpPr>
        <p:spPr>
          <a:xfrm>
            <a:off x="2924258" y="2052701"/>
            <a:ext cx="1952542" cy="110799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kern="1200" spc="0" baseline="0" dirty="0">
                <a:solidFill>
                  <a:srgbClr val="28647C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400" kern="1200" spc="0" baseline="0" dirty="0" smtClean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>
              <a:buFont typeface="Arial" panose="020B0604020202020204" pitchFamily="34" charset="0"/>
              <a:buNone/>
              <a:defRPr lang="en-US" sz="1800" kern="1200" spc="0" baseline="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Arial" panose="020B0604020202020204" pitchFamily="34" charset="0"/>
              <a:buNone/>
              <a:tabLst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5" name="Text Placeholder 40">
            <a:extLst>
              <a:ext uri="{FF2B5EF4-FFF2-40B4-BE49-F238E27FC236}">
                <a16:creationId xmlns:a16="http://schemas.microsoft.com/office/drawing/2014/main" id="{3D78DAA0-680A-BE2A-EEA1-B7FB2E8B06CA}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>
          <a:xfrm>
            <a:off x="588964" y="3607562"/>
            <a:ext cx="1952542" cy="110799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kern="1200" spc="0" baseline="0" dirty="0">
                <a:solidFill>
                  <a:srgbClr val="28647C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400" kern="1200" spc="0" baseline="0" dirty="0" smtClean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>
              <a:buFont typeface="Arial" panose="020B0604020202020204" pitchFamily="34" charset="0"/>
              <a:buNone/>
              <a:defRPr lang="en-US" sz="1800" kern="1200" spc="0" baseline="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Arial" panose="020B0604020202020204" pitchFamily="34" charset="0"/>
              <a:buNone/>
              <a:tabLst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6" name="Text Placeholder 40">
            <a:extLst>
              <a:ext uri="{FF2B5EF4-FFF2-40B4-BE49-F238E27FC236}">
                <a16:creationId xmlns:a16="http://schemas.microsoft.com/office/drawing/2014/main" id="{D7AEB430-1F98-EA16-3EFC-DCB834515CC5}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>
          <a:xfrm>
            <a:off x="2924258" y="3607562"/>
            <a:ext cx="1952542" cy="110799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kern="1200" spc="0" baseline="0" dirty="0">
                <a:solidFill>
                  <a:srgbClr val="28647C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400" kern="1200" spc="0" baseline="0" dirty="0" smtClean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>
              <a:buFont typeface="Arial" panose="020B0604020202020204" pitchFamily="34" charset="0"/>
              <a:buNone/>
              <a:defRPr lang="en-US" sz="1800" kern="1200" spc="0" baseline="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Arial" panose="020B0604020202020204" pitchFamily="34" charset="0"/>
              <a:buNone/>
              <a:tabLst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7" name="Text Placeholder 40">
            <a:extLst>
              <a:ext uri="{FF2B5EF4-FFF2-40B4-BE49-F238E27FC236}">
                <a16:creationId xmlns:a16="http://schemas.microsoft.com/office/drawing/2014/main" id="{7FFC1361-AF3C-DE2E-3C57-5DE7F6AB3472}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>
          <a:xfrm>
            <a:off x="588964" y="5162422"/>
            <a:ext cx="1952542" cy="110799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kern="1200" spc="0" baseline="0" dirty="0">
                <a:solidFill>
                  <a:srgbClr val="28647C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400" kern="1200" spc="0" baseline="0" dirty="0" smtClean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>
              <a:buFont typeface="Arial" panose="020B0604020202020204" pitchFamily="34" charset="0"/>
              <a:buNone/>
              <a:defRPr lang="en-US" sz="1800" kern="1200" spc="0" baseline="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Arial" panose="020B0604020202020204" pitchFamily="34" charset="0"/>
              <a:buNone/>
              <a:tabLst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8" name="Text Placeholder 40">
            <a:extLst>
              <a:ext uri="{FF2B5EF4-FFF2-40B4-BE49-F238E27FC236}">
                <a16:creationId xmlns:a16="http://schemas.microsoft.com/office/drawing/2014/main" id="{DEAFAD66-D677-587A-60AC-DBF42A7370AD}"/>
              </a:ext>
            </a:extLst>
          </p:cNvPr>
          <p:cNvSpPr>
            <a:spLocks noGrp="1" noChangeAspect="1"/>
          </p:cNvSpPr>
          <p:nvPr>
            <p:ph type="body" sz="quarter" idx="17"/>
          </p:nvPr>
        </p:nvSpPr>
        <p:spPr>
          <a:xfrm>
            <a:off x="2924258" y="5162422"/>
            <a:ext cx="1952542" cy="110799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kern="1200" spc="0" baseline="0" dirty="0">
                <a:solidFill>
                  <a:srgbClr val="28647C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400" kern="1200" spc="0" baseline="0" dirty="0" smtClean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>
              <a:buFont typeface="Arial" panose="020B0604020202020204" pitchFamily="34" charset="0"/>
              <a:buNone/>
              <a:defRPr lang="en-US" sz="1800" kern="1200" spc="0" baseline="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Arial" panose="020B0604020202020204" pitchFamily="34" charset="0"/>
              <a:buNone/>
              <a:tabLst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2B2506-5AC9-CF51-7755-E78BFE83B3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-935549"/>
            <a:ext cx="11018520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Agenda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946619B-689E-2E69-69AE-3309A5D28A3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 rot="16200000" flipH="1" flipV="1">
            <a:off x="8190322" y="2751901"/>
            <a:ext cx="5069842" cy="1354217"/>
          </a:xfrm>
        </p:spPr>
        <p:txBody>
          <a:bodyPr/>
          <a:lstStyle>
            <a:lvl1pPr>
              <a:spcBef>
                <a:spcPts val="0"/>
              </a:spcBef>
              <a:buNone/>
              <a:defRPr sz="8800" spc="600">
                <a:solidFill>
                  <a:schemeClr val="bg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658819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36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4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1" orient="horz" pos="912">
          <p15:clr>
            <a:srgbClr val="5ACBF0"/>
          </p15:clr>
        </p15:guide>
        <p15:guide id="32" orient="horz" pos="1272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026007A-523E-1657-50AD-60394C53C8E7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97CA78E-602D-D117-F97B-69628E49A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205233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36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4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1" orient="horz" pos="912">
          <p15:clr>
            <a:srgbClr val="5ACBF0"/>
          </p15:clr>
        </p15:guide>
        <p15:guide id="32" orient="horz" pos="1272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99811C9C-EE36-8FFD-4326-C94016CC8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2875002"/>
            <a:ext cx="3971038" cy="1107996"/>
          </a:xfrm>
        </p:spPr>
        <p:txBody>
          <a:bodyPr vert="horz" wrap="square" lIns="0" tIns="0" rIns="0" bIns="0" rtlCol="0" anchor="ctr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IN" sz="3600" spc="0" dirty="0">
                <a:gradFill>
                  <a:gsLst>
                    <a:gs pos="0">
                      <a:schemeClr val="accent1"/>
                    </a:gs>
                    <a:gs pos="100000">
                      <a:srgbClr val="17518A"/>
                    </a:gs>
                  </a:gsLst>
                  <a:lin ang="2700000" scaled="1"/>
                </a:gradFill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4108173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812F96D-ED46-208B-FF67-F78FE9570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3152001"/>
            <a:ext cx="11018520" cy="553998"/>
          </a:xfrm>
        </p:spPr>
        <p:txBody>
          <a:bodyPr/>
          <a:lstStyle/>
          <a:p>
            <a:r>
              <a:rPr lang="en-US"/>
              <a:t>Section Divider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C52765-832E-2B0A-0526-C490F65196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219698"/>
            <a:ext cx="1816900" cy="16383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190230-2102-9B20-AA6D-CE362640ADC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854618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E2D7A02-F6D5-7814-4B80-03051B136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3152001"/>
            <a:ext cx="11018520" cy="553998"/>
          </a:xfrm>
        </p:spPr>
        <p:txBody>
          <a:bodyPr/>
          <a:lstStyle/>
          <a:p>
            <a:r>
              <a:rPr lang="en-US"/>
              <a:t>Section Divider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A524DF-36D8-F9F6-94C6-EADB327EC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219698"/>
            <a:ext cx="1816900" cy="16383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46F1DD-17CE-F01C-1336-641BF2C9AC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2" name="Text Placeholder 35">
            <a:extLst>
              <a:ext uri="{FF2B5EF4-FFF2-40B4-BE49-F238E27FC236}">
                <a16:creationId xmlns:a16="http://schemas.microsoft.com/office/drawing/2014/main" id="{DCE34315-F2C5-0375-29F1-78445E1509C7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586740" y="3824976"/>
            <a:ext cx="5407660" cy="39868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24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Speaker</a:t>
            </a:r>
          </a:p>
        </p:txBody>
      </p:sp>
    </p:spTree>
    <p:extLst>
      <p:ext uri="{BB962C8B-B14F-4D97-AF65-F5344CB8AC3E}">
        <p14:creationId xmlns:p14="http://schemas.microsoft.com/office/powerpoint/2010/main" val="800508912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umber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BC9042-B771-5150-20FD-1EEBCA6E8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D78580-AEEF-6EF4-D887-8A6042594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507449"/>
            <a:ext cx="1497779" cy="1350550"/>
          </a:xfrm>
          <a:prstGeom prst="rect">
            <a:avLst/>
          </a:prstGeom>
        </p:spPr>
      </p:pic>
      <p:sp>
        <p:nvSpPr>
          <p:cNvPr id="3" name="Freeform: Shape 2" descr="One">
            <a:extLst>
              <a:ext uri="{FF2B5EF4-FFF2-40B4-BE49-F238E27FC236}">
                <a16:creationId xmlns:a16="http://schemas.microsoft.com/office/drawing/2014/main" id="{3CDE8D65-48FD-A576-78A7-ADE61EC14641}"/>
              </a:ext>
            </a:extLst>
          </p:cNvPr>
          <p:cNvSpPr/>
          <p:nvPr userDrawn="1"/>
        </p:nvSpPr>
        <p:spPr bwMode="auto">
          <a:xfrm>
            <a:off x="631799" y="2351177"/>
            <a:ext cx="2053586" cy="4506823"/>
          </a:xfrm>
          <a:custGeom>
            <a:avLst/>
            <a:gdLst/>
            <a:ahLst/>
            <a:cxnLst/>
            <a:rect l="l" t="t" r="r" b="b"/>
            <a:pathLst>
              <a:path w="2053586" h="4506823">
                <a:moveTo>
                  <a:pt x="1466408" y="0"/>
                </a:moveTo>
                <a:lnTo>
                  <a:pt x="2053586" y="0"/>
                </a:lnTo>
                <a:lnTo>
                  <a:pt x="2053586" y="4506823"/>
                </a:lnTo>
                <a:lnTo>
                  <a:pt x="1085203" y="4506823"/>
                </a:lnTo>
                <a:lnTo>
                  <a:pt x="1085203" y="1143614"/>
                </a:lnTo>
                <a:cubicBezTo>
                  <a:pt x="972482" y="1219445"/>
                  <a:pt x="847975" y="1284004"/>
                  <a:pt x="711684" y="1337291"/>
                </a:cubicBezTo>
                <a:cubicBezTo>
                  <a:pt x="575393" y="1390578"/>
                  <a:pt x="426293" y="1442840"/>
                  <a:pt x="264384" y="1494077"/>
                </a:cubicBezTo>
                <a:lnTo>
                  <a:pt x="0" y="719371"/>
                </a:lnTo>
                <a:cubicBezTo>
                  <a:pt x="280780" y="637391"/>
                  <a:pt x="546188" y="534917"/>
                  <a:pt x="796226" y="411947"/>
                </a:cubicBezTo>
                <a:cubicBezTo>
                  <a:pt x="1046263" y="288978"/>
                  <a:pt x="1269657" y="151663"/>
                  <a:pt x="1466408" y="0"/>
                </a:cubicBezTo>
                <a:close/>
              </a:path>
            </a:pathLst>
          </a:custGeom>
          <a:gradFill flip="none" rotWithShape="1">
            <a:gsLst>
              <a:gs pos="48000">
                <a:srgbClr val="1D90B2"/>
              </a:gs>
              <a:gs pos="0">
                <a:srgbClr val="107197"/>
              </a:gs>
              <a:gs pos="100000">
                <a:srgbClr val="8F6FB5"/>
              </a:gs>
            </a:gsLst>
            <a:lin ang="2700000" scaled="1"/>
            <a:tileRect/>
          </a:gradFill>
          <a:ln w="3175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cs typeface="Segoe UI" pitchFamily="34" charset="0"/>
            </a:endParaRPr>
          </a:p>
        </p:txBody>
      </p:sp>
      <p:sp>
        <p:nvSpPr>
          <p:cNvPr id="4" name="Text Placeholder 35">
            <a:extLst>
              <a:ext uri="{FF2B5EF4-FFF2-40B4-BE49-F238E27FC236}">
                <a16:creationId xmlns:a16="http://schemas.microsoft.com/office/drawing/2014/main" id="{3F81B5F6-C27C-7767-274D-3851FAB8FFCC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4584700" y="2525349"/>
            <a:ext cx="7024688" cy="68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44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Section Title</a:t>
            </a:r>
          </a:p>
        </p:txBody>
      </p:sp>
      <p:sp>
        <p:nvSpPr>
          <p:cNvPr id="5" name="Text Placeholder 35">
            <a:extLst>
              <a:ext uri="{FF2B5EF4-FFF2-40B4-BE49-F238E27FC236}">
                <a16:creationId xmlns:a16="http://schemas.microsoft.com/office/drawing/2014/main" id="{E6C751DB-99DC-F392-A5BA-596535711174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4584700" y="3414349"/>
            <a:ext cx="7024688" cy="209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28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499962195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number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BC9042-B771-5150-20FD-1EEBCA6E8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D78580-AEEF-6EF4-D887-8A6042594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507449"/>
            <a:ext cx="1497779" cy="1350550"/>
          </a:xfrm>
          <a:prstGeom prst="rect">
            <a:avLst/>
          </a:prstGeom>
        </p:spPr>
      </p:pic>
      <p:sp>
        <p:nvSpPr>
          <p:cNvPr id="8" name="TextBox 7" descr="Three">
            <a:extLst>
              <a:ext uri="{FF2B5EF4-FFF2-40B4-BE49-F238E27FC236}">
                <a16:creationId xmlns:a16="http://schemas.microsoft.com/office/drawing/2014/main" id="{AC659153-E442-DD6D-70C1-1207A848FD0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816253" y="2308643"/>
            <a:ext cx="3157235" cy="4549357"/>
          </a:xfrm>
          <a:custGeom>
            <a:avLst/>
            <a:gdLst/>
            <a:ahLst/>
            <a:cxnLst/>
            <a:rect l="l" t="t" r="r" b="b"/>
            <a:pathLst>
              <a:path w="3157235" h="4549357">
                <a:moveTo>
                  <a:pt x="1617045" y="0"/>
                </a:moveTo>
                <a:cubicBezTo>
                  <a:pt x="2067933" y="0"/>
                  <a:pt x="2415321" y="102987"/>
                  <a:pt x="2659210" y="308961"/>
                </a:cubicBezTo>
                <a:cubicBezTo>
                  <a:pt x="2903099" y="514934"/>
                  <a:pt x="3025043" y="797251"/>
                  <a:pt x="3025043" y="1155911"/>
                </a:cubicBezTo>
                <a:cubicBezTo>
                  <a:pt x="3025043" y="1395701"/>
                  <a:pt x="2960484" y="1605774"/>
                  <a:pt x="2831367" y="1786129"/>
                </a:cubicBezTo>
                <a:cubicBezTo>
                  <a:pt x="2702249" y="1966484"/>
                  <a:pt x="2507548" y="2098676"/>
                  <a:pt x="2247263" y="2182704"/>
                </a:cubicBezTo>
                <a:lnTo>
                  <a:pt x="2247263" y="2198076"/>
                </a:lnTo>
                <a:cubicBezTo>
                  <a:pt x="2528042" y="2247263"/>
                  <a:pt x="2749900" y="2365621"/>
                  <a:pt x="2912834" y="2553149"/>
                </a:cubicBezTo>
                <a:cubicBezTo>
                  <a:pt x="3075768" y="2740677"/>
                  <a:pt x="3157235" y="2965608"/>
                  <a:pt x="3157235" y="3227943"/>
                </a:cubicBezTo>
                <a:cubicBezTo>
                  <a:pt x="3157235" y="3639890"/>
                  <a:pt x="3010184" y="3964221"/>
                  <a:pt x="2716083" y="4200937"/>
                </a:cubicBezTo>
                <a:cubicBezTo>
                  <a:pt x="2495507" y="4378474"/>
                  <a:pt x="2223341" y="4489434"/>
                  <a:pt x="1899586" y="4533819"/>
                </a:cubicBezTo>
                <a:lnTo>
                  <a:pt x="1744447" y="4549357"/>
                </a:lnTo>
                <a:lnTo>
                  <a:pt x="1416230" y="4549357"/>
                </a:lnTo>
                <a:lnTo>
                  <a:pt x="1283107" y="4543137"/>
                </a:lnTo>
                <a:cubicBezTo>
                  <a:pt x="1019492" y="4517391"/>
                  <a:pt x="791614" y="4453024"/>
                  <a:pt x="599475" y="4350037"/>
                </a:cubicBezTo>
                <a:cubicBezTo>
                  <a:pt x="343289" y="4212722"/>
                  <a:pt x="143464" y="4014946"/>
                  <a:pt x="0" y="3756711"/>
                </a:cubicBezTo>
                <a:lnTo>
                  <a:pt x="743964" y="3320170"/>
                </a:lnTo>
                <a:cubicBezTo>
                  <a:pt x="811597" y="3459535"/>
                  <a:pt x="908435" y="3572769"/>
                  <a:pt x="1034479" y="3659872"/>
                </a:cubicBezTo>
                <a:cubicBezTo>
                  <a:pt x="1160522" y="3746976"/>
                  <a:pt x="1315771" y="3790527"/>
                  <a:pt x="1500225" y="3790527"/>
                </a:cubicBezTo>
                <a:cubicBezTo>
                  <a:pt x="1688777" y="3790527"/>
                  <a:pt x="1847100" y="3742365"/>
                  <a:pt x="1975193" y="3646038"/>
                </a:cubicBezTo>
                <a:cubicBezTo>
                  <a:pt x="2103286" y="3549712"/>
                  <a:pt x="2167333" y="3406248"/>
                  <a:pt x="2167333" y="3215646"/>
                </a:cubicBezTo>
                <a:cubicBezTo>
                  <a:pt x="2167333" y="3018895"/>
                  <a:pt x="2081767" y="2868770"/>
                  <a:pt x="1910634" y="2765271"/>
                </a:cubicBezTo>
                <a:cubicBezTo>
                  <a:pt x="1739502" y="2661772"/>
                  <a:pt x="1504323" y="2608998"/>
                  <a:pt x="1205098" y="2606948"/>
                </a:cubicBezTo>
                <a:lnTo>
                  <a:pt x="845413" y="2606948"/>
                </a:lnTo>
                <a:lnTo>
                  <a:pt x="845413" y="1850687"/>
                </a:lnTo>
                <a:lnTo>
                  <a:pt x="1174356" y="1850687"/>
                </a:lnTo>
                <a:cubicBezTo>
                  <a:pt x="1461284" y="1850687"/>
                  <a:pt x="1676480" y="1802524"/>
                  <a:pt x="1819944" y="1706199"/>
                </a:cubicBezTo>
                <a:cubicBezTo>
                  <a:pt x="1963409" y="1609873"/>
                  <a:pt x="2035141" y="1457186"/>
                  <a:pt x="2035141" y="1248138"/>
                </a:cubicBezTo>
                <a:cubicBezTo>
                  <a:pt x="2035141" y="1090327"/>
                  <a:pt x="1984416" y="967871"/>
                  <a:pt x="1882966" y="880768"/>
                </a:cubicBezTo>
                <a:cubicBezTo>
                  <a:pt x="1781517" y="793664"/>
                  <a:pt x="1657010" y="750113"/>
                  <a:pt x="1509447" y="750113"/>
                </a:cubicBezTo>
                <a:cubicBezTo>
                  <a:pt x="1370082" y="750113"/>
                  <a:pt x="1240452" y="785466"/>
                  <a:pt x="1120557" y="856174"/>
                </a:cubicBezTo>
                <a:cubicBezTo>
                  <a:pt x="1000662" y="926881"/>
                  <a:pt x="900749" y="1038066"/>
                  <a:pt x="820820" y="1189728"/>
                </a:cubicBezTo>
                <a:lnTo>
                  <a:pt x="98375" y="842340"/>
                </a:lnTo>
                <a:cubicBezTo>
                  <a:pt x="223394" y="602550"/>
                  <a:pt x="417583" y="402212"/>
                  <a:pt x="680942" y="241328"/>
                </a:cubicBezTo>
                <a:cubicBezTo>
                  <a:pt x="944301" y="80443"/>
                  <a:pt x="1256335" y="0"/>
                  <a:pt x="1617045" y="0"/>
                </a:cubicBezTo>
                <a:close/>
              </a:path>
            </a:pathLst>
          </a:custGeom>
          <a:gradFill flip="none" rotWithShape="1">
            <a:gsLst>
              <a:gs pos="48000">
                <a:srgbClr val="1D90B2"/>
              </a:gs>
              <a:gs pos="0">
                <a:srgbClr val="107197"/>
              </a:gs>
              <a:gs pos="100000">
                <a:srgbClr val="8F6FB5"/>
              </a:gs>
            </a:gsLst>
            <a:lin ang="2700000" scaled="1"/>
            <a:tileRect/>
          </a:gradFill>
          <a:ln w="3175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defTabSz="932472" fontAlgn="base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IN"/>
          </a:p>
        </p:txBody>
      </p:sp>
      <p:sp>
        <p:nvSpPr>
          <p:cNvPr id="4" name="Text Placeholder 35">
            <a:extLst>
              <a:ext uri="{FF2B5EF4-FFF2-40B4-BE49-F238E27FC236}">
                <a16:creationId xmlns:a16="http://schemas.microsoft.com/office/drawing/2014/main" id="{3F81B5F6-C27C-7767-274D-3851FAB8FFCC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4584700" y="2525349"/>
            <a:ext cx="7024688" cy="68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44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Section Title</a:t>
            </a:r>
          </a:p>
        </p:txBody>
      </p:sp>
      <p:sp>
        <p:nvSpPr>
          <p:cNvPr id="5" name="Text Placeholder 35">
            <a:extLst>
              <a:ext uri="{FF2B5EF4-FFF2-40B4-BE49-F238E27FC236}">
                <a16:creationId xmlns:a16="http://schemas.microsoft.com/office/drawing/2014/main" id="{E6C751DB-99DC-F392-A5BA-596535711174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4584700" y="3414349"/>
            <a:ext cx="7024688" cy="209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28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185565222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number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BC9042-B771-5150-20FD-1EEBCA6E8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D78580-AEEF-6EF4-D887-8A6042594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507449"/>
            <a:ext cx="1497779" cy="1350550"/>
          </a:xfrm>
          <a:prstGeom prst="rect">
            <a:avLst/>
          </a:prstGeom>
        </p:spPr>
      </p:pic>
      <p:sp>
        <p:nvSpPr>
          <p:cNvPr id="8" name="TextBox 7" descr="Four">
            <a:extLst>
              <a:ext uri="{FF2B5EF4-FFF2-40B4-BE49-F238E27FC236}">
                <a16:creationId xmlns:a16="http://schemas.microsoft.com/office/drawing/2014/main" id="{8DADC848-E47E-9D68-7F28-7E04E4B7063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791659" y="2452093"/>
            <a:ext cx="3154161" cy="4405907"/>
          </a:xfrm>
          <a:custGeom>
            <a:avLst/>
            <a:gdLst/>
            <a:ahLst/>
            <a:cxnLst/>
            <a:rect l="l" t="t" r="r" b="b"/>
            <a:pathLst>
              <a:path w="3154161" h="4405907">
                <a:moveTo>
                  <a:pt x="1816870" y="1263509"/>
                </a:moveTo>
                <a:cubicBezTo>
                  <a:pt x="1749237" y="1396725"/>
                  <a:pt x="1674943" y="1531479"/>
                  <a:pt x="1593989" y="1667770"/>
                </a:cubicBezTo>
                <a:cubicBezTo>
                  <a:pt x="1513034" y="1804061"/>
                  <a:pt x="1431567" y="1937790"/>
                  <a:pt x="1349587" y="2068957"/>
                </a:cubicBezTo>
                <a:cubicBezTo>
                  <a:pt x="1265558" y="2198075"/>
                  <a:pt x="1180505" y="2322581"/>
                  <a:pt x="1094426" y="2442477"/>
                </a:cubicBezTo>
                <a:cubicBezTo>
                  <a:pt x="1008348" y="2562372"/>
                  <a:pt x="925343" y="2674581"/>
                  <a:pt x="845414" y="2779105"/>
                </a:cubicBezTo>
                <a:lnTo>
                  <a:pt x="1816870" y="2779105"/>
                </a:lnTo>
                <a:close/>
                <a:moveTo>
                  <a:pt x="1801499" y="0"/>
                </a:moveTo>
                <a:lnTo>
                  <a:pt x="2739140" y="0"/>
                </a:lnTo>
                <a:lnTo>
                  <a:pt x="2739140" y="2779105"/>
                </a:lnTo>
                <a:lnTo>
                  <a:pt x="3154161" y="2779105"/>
                </a:lnTo>
                <a:lnTo>
                  <a:pt x="3154161" y="3504623"/>
                </a:lnTo>
                <a:lnTo>
                  <a:pt x="2739140" y="3504623"/>
                </a:lnTo>
                <a:lnTo>
                  <a:pt x="2739140" y="4405907"/>
                </a:lnTo>
                <a:lnTo>
                  <a:pt x="1816870" y="4405907"/>
                </a:lnTo>
                <a:lnTo>
                  <a:pt x="1816870" y="3504623"/>
                </a:lnTo>
                <a:lnTo>
                  <a:pt x="0" y="3504623"/>
                </a:lnTo>
                <a:lnTo>
                  <a:pt x="0" y="2745288"/>
                </a:lnTo>
                <a:cubicBezTo>
                  <a:pt x="159860" y="2554686"/>
                  <a:pt x="326381" y="2346151"/>
                  <a:pt x="499563" y="2119682"/>
                </a:cubicBezTo>
                <a:cubicBezTo>
                  <a:pt x="672744" y="1893214"/>
                  <a:pt x="839265" y="1660085"/>
                  <a:pt x="999125" y="1420295"/>
                </a:cubicBezTo>
                <a:cubicBezTo>
                  <a:pt x="1161035" y="1180505"/>
                  <a:pt x="1311160" y="939177"/>
                  <a:pt x="1449500" y="696313"/>
                </a:cubicBezTo>
                <a:cubicBezTo>
                  <a:pt x="1587840" y="453449"/>
                  <a:pt x="1705174" y="221345"/>
                  <a:pt x="1801499" y="0"/>
                </a:cubicBezTo>
                <a:close/>
              </a:path>
            </a:pathLst>
          </a:custGeom>
          <a:gradFill flip="none" rotWithShape="1">
            <a:gsLst>
              <a:gs pos="48000">
                <a:srgbClr val="1D90B2"/>
              </a:gs>
              <a:gs pos="0">
                <a:srgbClr val="107197"/>
              </a:gs>
              <a:gs pos="100000">
                <a:srgbClr val="8F6FB5"/>
              </a:gs>
            </a:gsLst>
            <a:lin ang="2700000" scaled="1"/>
            <a:tileRect/>
          </a:gradFill>
          <a:ln w="3175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defTabSz="932472" fontAlgn="base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IN"/>
          </a:p>
        </p:txBody>
      </p:sp>
      <p:sp>
        <p:nvSpPr>
          <p:cNvPr id="4" name="Text Placeholder 35">
            <a:extLst>
              <a:ext uri="{FF2B5EF4-FFF2-40B4-BE49-F238E27FC236}">
                <a16:creationId xmlns:a16="http://schemas.microsoft.com/office/drawing/2014/main" id="{3F81B5F6-C27C-7767-274D-3851FAB8FFCC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4584700" y="2525349"/>
            <a:ext cx="7024688" cy="68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44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Section Title</a:t>
            </a:r>
          </a:p>
        </p:txBody>
      </p:sp>
      <p:sp>
        <p:nvSpPr>
          <p:cNvPr id="5" name="Text Placeholder 35">
            <a:extLst>
              <a:ext uri="{FF2B5EF4-FFF2-40B4-BE49-F238E27FC236}">
                <a16:creationId xmlns:a16="http://schemas.microsoft.com/office/drawing/2014/main" id="{E6C751DB-99DC-F392-A5BA-596535711174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4584700" y="3414349"/>
            <a:ext cx="7024688" cy="209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28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300270635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umber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BC9042-B771-5150-20FD-1EEBCA6E8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D78580-AEEF-6EF4-D887-8A6042594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507449"/>
            <a:ext cx="1497779" cy="1350550"/>
          </a:xfrm>
          <a:prstGeom prst="rect">
            <a:avLst/>
          </a:prstGeom>
        </p:spPr>
      </p:pic>
      <p:sp>
        <p:nvSpPr>
          <p:cNvPr id="8" name="TextBox 7" descr="Five">
            <a:extLst>
              <a:ext uri="{FF2B5EF4-FFF2-40B4-BE49-F238E27FC236}">
                <a16:creationId xmlns:a16="http://schemas.microsoft.com/office/drawing/2014/main" id="{CDC91E59-9D00-BD7E-8668-ABA0332A933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816253" y="2367185"/>
            <a:ext cx="3104973" cy="4482229"/>
          </a:xfrm>
          <a:custGeom>
            <a:avLst/>
            <a:gdLst/>
            <a:ahLst/>
            <a:cxnLst/>
            <a:rect l="l" t="t" r="r" b="b"/>
            <a:pathLst>
              <a:path w="3104973" h="4482229">
                <a:moveTo>
                  <a:pt x="516471" y="0"/>
                </a:moveTo>
                <a:lnTo>
                  <a:pt x="2849812" y="0"/>
                </a:lnTo>
                <a:lnTo>
                  <a:pt x="2849812" y="793152"/>
                </a:lnTo>
                <a:lnTo>
                  <a:pt x="1257360" y="793152"/>
                </a:lnTo>
                <a:lnTo>
                  <a:pt x="1195876" y="1663159"/>
                </a:lnTo>
                <a:cubicBezTo>
                  <a:pt x="1275806" y="1657010"/>
                  <a:pt x="1349075" y="1652399"/>
                  <a:pt x="1415683" y="1649325"/>
                </a:cubicBezTo>
                <a:cubicBezTo>
                  <a:pt x="1482292" y="1646251"/>
                  <a:pt x="1562734" y="1644713"/>
                  <a:pt x="1657010" y="1644713"/>
                </a:cubicBezTo>
                <a:cubicBezTo>
                  <a:pt x="2109947" y="1644713"/>
                  <a:pt x="2464509" y="1764609"/>
                  <a:pt x="2720694" y="2004399"/>
                </a:cubicBezTo>
                <a:cubicBezTo>
                  <a:pt x="2976880" y="2244189"/>
                  <a:pt x="3104973" y="2566983"/>
                  <a:pt x="3104973" y="2972781"/>
                </a:cubicBezTo>
                <a:cubicBezTo>
                  <a:pt x="3104973" y="3417520"/>
                  <a:pt x="2955361" y="3780279"/>
                  <a:pt x="2656135" y="4061059"/>
                </a:cubicBezTo>
                <a:cubicBezTo>
                  <a:pt x="2356910" y="4341839"/>
                  <a:pt x="1967508" y="4482229"/>
                  <a:pt x="1487928" y="4482229"/>
                </a:cubicBezTo>
                <a:cubicBezTo>
                  <a:pt x="1147713" y="4482229"/>
                  <a:pt x="853611" y="4412546"/>
                  <a:pt x="605623" y="4273181"/>
                </a:cubicBezTo>
                <a:cubicBezTo>
                  <a:pt x="357635" y="4133816"/>
                  <a:pt x="155761" y="3925793"/>
                  <a:pt x="0" y="3649112"/>
                </a:cubicBezTo>
                <a:lnTo>
                  <a:pt x="753187" y="3231017"/>
                </a:lnTo>
                <a:cubicBezTo>
                  <a:pt x="837215" y="3394976"/>
                  <a:pt x="937640" y="3518457"/>
                  <a:pt x="1054461" y="3601462"/>
                </a:cubicBezTo>
                <a:cubicBezTo>
                  <a:pt x="1171282" y="3684466"/>
                  <a:pt x="1315771" y="3725968"/>
                  <a:pt x="1487928" y="3725968"/>
                </a:cubicBezTo>
                <a:cubicBezTo>
                  <a:pt x="1674431" y="3725968"/>
                  <a:pt x="1829167" y="3667558"/>
                  <a:pt x="1952136" y="3550737"/>
                </a:cubicBezTo>
                <a:cubicBezTo>
                  <a:pt x="2075106" y="3433916"/>
                  <a:pt x="2136590" y="3279180"/>
                  <a:pt x="2136590" y="3086528"/>
                </a:cubicBezTo>
                <a:cubicBezTo>
                  <a:pt x="2136590" y="2854936"/>
                  <a:pt x="2056148" y="2683804"/>
                  <a:pt x="1895263" y="2573131"/>
                </a:cubicBezTo>
                <a:cubicBezTo>
                  <a:pt x="1734379" y="2462459"/>
                  <a:pt x="1499200" y="2407123"/>
                  <a:pt x="1189727" y="2407123"/>
                </a:cubicBezTo>
                <a:cubicBezTo>
                  <a:pt x="1077005" y="2407123"/>
                  <a:pt x="945838" y="2411734"/>
                  <a:pt x="796226" y="2420957"/>
                </a:cubicBezTo>
                <a:cubicBezTo>
                  <a:pt x="646613" y="2430180"/>
                  <a:pt x="498025" y="2442989"/>
                  <a:pt x="350462" y="2459385"/>
                </a:cubicBezTo>
                <a:close/>
              </a:path>
            </a:pathLst>
          </a:custGeom>
          <a:gradFill flip="none" rotWithShape="1">
            <a:gsLst>
              <a:gs pos="48000">
                <a:srgbClr val="1D90B2"/>
              </a:gs>
              <a:gs pos="0">
                <a:srgbClr val="107197"/>
              </a:gs>
              <a:gs pos="100000">
                <a:srgbClr val="8F6FB5"/>
              </a:gs>
            </a:gsLst>
            <a:lin ang="2700000" scaled="1"/>
            <a:tileRect/>
          </a:gradFill>
          <a:ln w="3175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defTabSz="932472" fontAlgn="base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IN"/>
          </a:p>
        </p:txBody>
      </p:sp>
      <p:sp>
        <p:nvSpPr>
          <p:cNvPr id="4" name="Text Placeholder 35">
            <a:extLst>
              <a:ext uri="{FF2B5EF4-FFF2-40B4-BE49-F238E27FC236}">
                <a16:creationId xmlns:a16="http://schemas.microsoft.com/office/drawing/2014/main" id="{3F81B5F6-C27C-7767-274D-3851FAB8FFCC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4584700" y="2525349"/>
            <a:ext cx="7024688" cy="68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44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Section Title</a:t>
            </a:r>
          </a:p>
        </p:txBody>
      </p:sp>
      <p:sp>
        <p:nvSpPr>
          <p:cNvPr id="5" name="Text Placeholder 35">
            <a:extLst>
              <a:ext uri="{FF2B5EF4-FFF2-40B4-BE49-F238E27FC236}">
                <a16:creationId xmlns:a16="http://schemas.microsoft.com/office/drawing/2014/main" id="{E6C751DB-99DC-F392-A5BA-596535711174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4584700" y="3414349"/>
            <a:ext cx="7024688" cy="209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28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35280925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number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BC9042-B771-5150-20FD-1EEBCA6E8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D78580-AEEF-6EF4-D887-8A6042594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507449"/>
            <a:ext cx="1497779" cy="1350550"/>
          </a:xfrm>
          <a:prstGeom prst="rect">
            <a:avLst/>
          </a:prstGeom>
        </p:spPr>
      </p:pic>
      <p:sp>
        <p:nvSpPr>
          <p:cNvPr id="8" name="TextBox 7" descr="Six">
            <a:extLst>
              <a:ext uri="{FF2B5EF4-FFF2-40B4-BE49-F238E27FC236}">
                <a16:creationId xmlns:a16="http://schemas.microsoft.com/office/drawing/2014/main" id="{E9021368-1CAC-F4BF-771C-C2DF5F6FD78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874663" y="2293404"/>
            <a:ext cx="3037341" cy="4556010"/>
          </a:xfrm>
          <a:custGeom>
            <a:avLst/>
            <a:gdLst/>
            <a:ahLst/>
            <a:cxnLst/>
            <a:rect l="l" t="t" r="r" b="b"/>
            <a:pathLst>
              <a:path w="3037341" h="4556010">
                <a:moveTo>
                  <a:pt x="1555561" y="2379454"/>
                </a:moveTo>
                <a:cubicBezTo>
                  <a:pt x="1369058" y="2379454"/>
                  <a:pt x="1221495" y="2449649"/>
                  <a:pt x="1112872" y="2590039"/>
                </a:cubicBezTo>
                <a:cubicBezTo>
                  <a:pt x="1004249" y="2730429"/>
                  <a:pt x="949938" y="2893875"/>
                  <a:pt x="949938" y="3080379"/>
                </a:cubicBezTo>
                <a:cubicBezTo>
                  <a:pt x="949938" y="3295575"/>
                  <a:pt x="1004249" y="3468757"/>
                  <a:pt x="1112872" y="3599924"/>
                </a:cubicBezTo>
                <a:cubicBezTo>
                  <a:pt x="1221495" y="3731091"/>
                  <a:pt x="1361884" y="3796675"/>
                  <a:pt x="1534041" y="3796675"/>
                </a:cubicBezTo>
                <a:cubicBezTo>
                  <a:pt x="1722594" y="3796675"/>
                  <a:pt x="1870157" y="3730067"/>
                  <a:pt x="1976731" y="3596850"/>
                </a:cubicBezTo>
                <a:cubicBezTo>
                  <a:pt x="2083304" y="3463633"/>
                  <a:pt x="2136591" y="3290452"/>
                  <a:pt x="2136591" y="3077305"/>
                </a:cubicBezTo>
                <a:cubicBezTo>
                  <a:pt x="2136591" y="2866207"/>
                  <a:pt x="2085866" y="2697125"/>
                  <a:pt x="1984416" y="2570057"/>
                </a:cubicBezTo>
                <a:cubicBezTo>
                  <a:pt x="1882967" y="2442988"/>
                  <a:pt x="1740015" y="2379454"/>
                  <a:pt x="1555561" y="2379454"/>
                </a:cubicBezTo>
                <a:close/>
                <a:moveTo>
                  <a:pt x="1773832" y="0"/>
                </a:moveTo>
                <a:cubicBezTo>
                  <a:pt x="2046413" y="0"/>
                  <a:pt x="2289790" y="69170"/>
                  <a:pt x="2503961" y="207510"/>
                </a:cubicBezTo>
                <a:cubicBezTo>
                  <a:pt x="2718133" y="345850"/>
                  <a:pt x="2881580" y="527742"/>
                  <a:pt x="2994301" y="753186"/>
                </a:cubicBezTo>
                <a:lnTo>
                  <a:pt x="2317970" y="1152836"/>
                </a:lnTo>
                <a:cubicBezTo>
                  <a:pt x="2262634" y="1031916"/>
                  <a:pt x="2187828" y="935078"/>
                  <a:pt x="2093551" y="862321"/>
                </a:cubicBezTo>
                <a:cubicBezTo>
                  <a:pt x="1999275" y="789565"/>
                  <a:pt x="1882454" y="753186"/>
                  <a:pt x="1743089" y="753186"/>
                </a:cubicBezTo>
                <a:cubicBezTo>
                  <a:pt x="1640615" y="753186"/>
                  <a:pt x="1544801" y="773168"/>
                  <a:pt x="1455649" y="813133"/>
                </a:cubicBezTo>
                <a:cubicBezTo>
                  <a:pt x="1366496" y="853098"/>
                  <a:pt x="1285029" y="914071"/>
                  <a:pt x="1211247" y="996050"/>
                </a:cubicBezTo>
                <a:cubicBezTo>
                  <a:pt x="1108773" y="1106723"/>
                  <a:pt x="1032429" y="1252749"/>
                  <a:pt x="982217" y="1434128"/>
                </a:cubicBezTo>
                <a:cubicBezTo>
                  <a:pt x="932005" y="1615508"/>
                  <a:pt x="904849" y="1818919"/>
                  <a:pt x="900750" y="2044363"/>
                </a:cubicBezTo>
                <a:lnTo>
                  <a:pt x="928418" y="2044363"/>
                </a:lnTo>
                <a:cubicBezTo>
                  <a:pt x="1037041" y="1913196"/>
                  <a:pt x="1168720" y="1814308"/>
                  <a:pt x="1323457" y="1747700"/>
                </a:cubicBezTo>
                <a:cubicBezTo>
                  <a:pt x="1478193" y="1681091"/>
                  <a:pt x="1653937" y="1647787"/>
                  <a:pt x="1850687" y="1647787"/>
                </a:cubicBezTo>
                <a:cubicBezTo>
                  <a:pt x="2213447" y="1647787"/>
                  <a:pt x="2501912" y="1773831"/>
                  <a:pt x="2716083" y="2025918"/>
                </a:cubicBezTo>
                <a:cubicBezTo>
                  <a:pt x="2930255" y="2278005"/>
                  <a:pt x="3037341" y="2607972"/>
                  <a:pt x="3037341" y="3015820"/>
                </a:cubicBezTo>
                <a:cubicBezTo>
                  <a:pt x="3037341" y="3452361"/>
                  <a:pt x="2896438" y="3818194"/>
                  <a:pt x="2614634" y="4113321"/>
                </a:cubicBezTo>
                <a:cubicBezTo>
                  <a:pt x="2332829" y="4408447"/>
                  <a:pt x="1966483" y="4556010"/>
                  <a:pt x="1515596" y="4556010"/>
                </a:cubicBezTo>
                <a:cubicBezTo>
                  <a:pt x="1036016" y="4556010"/>
                  <a:pt x="663522" y="4387439"/>
                  <a:pt x="398113" y="4050299"/>
                </a:cubicBezTo>
                <a:cubicBezTo>
                  <a:pt x="132705" y="3713158"/>
                  <a:pt x="0" y="3200274"/>
                  <a:pt x="0" y="2511646"/>
                </a:cubicBezTo>
                <a:cubicBezTo>
                  <a:pt x="0" y="2077155"/>
                  <a:pt x="50725" y="1687240"/>
                  <a:pt x="152175" y="1341901"/>
                </a:cubicBezTo>
                <a:cubicBezTo>
                  <a:pt x="253624" y="996562"/>
                  <a:pt x="401700" y="714246"/>
                  <a:pt x="596401" y="494951"/>
                </a:cubicBezTo>
                <a:cubicBezTo>
                  <a:pt x="748063" y="324843"/>
                  <a:pt x="923294" y="199825"/>
                  <a:pt x="1122095" y="119895"/>
                </a:cubicBezTo>
                <a:cubicBezTo>
                  <a:pt x="1320895" y="39965"/>
                  <a:pt x="1538140" y="0"/>
                  <a:pt x="1773832" y="0"/>
                </a:cubicBezTo>
                <a:close/>
              </a:path>
            </a:pathLst>
          </a:custGeom>
          <a:gradFill flip="none" rotWithShape="1">
            <a:gsLst>
              <a:gs pos="48000">
                <a:srgbClr val="1D90B2"/>
              </a:gs>
              <a:gs pos="0">
                <a:srgbClr val="107197"/>
              </a:gs>
              <a:gs pos="100000">
                <a:srgbClr val="8F6FB5"/>
              </a:gs>
            </a:gsLst>
            <a:lin ang="2700000" scaled="1"/>
            <a:tileRect/>
          </a:gradFill>
          <a:ln w="3175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defTabSz="932472" fontAlgn="base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IN"/>
          </a:p>
        </p:txBody>
      </p:sp>
      <p:sp>
        <p:nvSpPr>
          <p:cNvPr id="4" name="Text Placeholder 35">
            <a:extLst>
              <a:ext uri="{FF2B5EF4-FFF2-40B4-BE49-F238E27FC236}">
                <a16:creationId xmlns:a16="http://schemas.microsoft.com/office/drawing/2014/main" id="{3F81B5F6-C27C-7767-274D-3851FAB8FFCC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4584700" y="2525349"/>
            <a:ext cx="7024688" cy="68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44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Section Title</a:t>
            </a:r>
          </a:p>
        </p:txBody>
      </p:sp>
      <p:sp>
        <p:nvSpPr>
          <p:cNvPr id="5" name="Text Placeholder 35">
            <a:extLst>
              <a:ext uri="{FF2B5EF4-FFF2-40B4-BE49-F238E27FC236}">
                <a16:creationId xmlns:a16="http://schemas.microsoft.com/office/drawing/2014/main" id="{E6C751DB-99DC-F392-A5BA-596535711174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4584700" y="3414349"/>
            <a:ext cx="7024688" cy="209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28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734609573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number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BC9042-B771-5150-20FD-1EEBCA6E8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D78580-AEEF-6EF4-D887-8A6042594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507449"/>
            <a:ext cx="1497779" cy="1350550"/>
          </a:xfrm>
          <a:prstGeom prst="rect">
            <a:avLst/>
          </a:prstGeom>
        </p:spPr>
      </p:pic>
      <p:sp>
        <p:nvSpPr>
          <p:cNvPr id="9" name="TextBox 8" descr="Seven">
            <a:extLst>
              <a:ext uri="{FF2B5EF4-FFF2-40B4-BE49-F238E27FC236}">
                <a16:creationId xmlns:a16="http://schemas.microsoft.com/office/drawing/2014/main" id="{DA209AD3-A949-CB7B-5C0C-B6BC95916B0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853144" y="2462435"/>
            <a:ext cx="3077305" cy="4395565"/>
          </a:xfrm>
          <a:custGeom>
            <a:avLst/>
            <a:gdLst/>
            <a:ahLst/>
            <a:cxnLst/>
            <a:rect l="l" t="t" r="r" b="b"/>
            <a:pathLst>
              <a:path w="3077305" h="4395565">
                <a:moveTo>
                  <a:pt x="0" y="0"/>
                </a:moveTo>
                <a:lnTo>
                  <a:pt x="3077305" y="0"/>
                </a:lnTo>
                <a:lnTo>
                  <a:pt x="3077305" y="559510"/>
                </a:lnTo>
                <a:cubicBezTo>
                  <a:pt x="2681754" y="1266583"/>
                  <a:pt x="2367158" y="1903974"/>
                  <a:pt x="2133516" y="2471682"/>
                </a:cubicBezTo>
                <a:cubicBezTo>
                  <a:pt x="1958285" y="2897463"/>
                  <a:pt x="1818792" y="3367052"/>
                  <a:pt x="1715036" y="3880448"/>
                </a:cubicBezTo>
                <a:lnTo>
                  <a:pt x="1625434" y="4395565"/>
                </a:lnTo>
                <a:lnTo>
                  <a:pt x="608122" y="4395565"/>
                </a:lnTo>
                <a:lnTo>
                  <a:pt x="703806" y="3902352"/>
                </a:lnTo>
                <a:cubicBezTo>
                  <a:pt x="815631" y="3405095"/>
                  <a:pt x="968382" y="2934353"/>
                  <a:pt x="1162059" y="2490127"/>
                </a:cubicBezTo>
                <a:cubicBezTo>
                  <a:pt x="1420294" y="1897825"/>
                  <a:pt x="1717470" y="1332167"/>
                  <a:pt x="2053586" y="793152"/>
                </a:cubicBezTo>
                <a:lnTo>
                  <a:pt x="0" y="793152"/>
                </a:lnTo>
                <a:close/>
              </a:path>
            </a:pathLst>
          </a:custGeom>
          <a:gradFill flip="none" rotWithShape="1">
            <a:gsLst>
              <a:gs pos="48000">
                <a:srgbClr val="1D90B2"/>
              </a:gs>
              <a:gs pos="0">
                <a:srgbClr val="107197"/>
              </a:gs>
              <a:gs pos="100000">
                <a:srgbClr val="8F6FB5"/>
              </a:gs>
            </a:gsLst>
            <a:lin ang="2700000" scaled="1"/>
            <a:tileRect/>
          </a:gradFill>
          <a:ln w="3175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defTabSz="932472" fontAlgn="base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IN"/>
          </a:p>
        </p:txBody>
      </p:sp>
      <p:sp>
        <p:nvSpPr>
          <p:cNvPr id="4" name="Text Placeholder 35">
            <a:extLst>
              <a:ext uri="{FF2B5EF4-FFF2-40B4-BE49-F238E27FC236}">
                <a16:creationId xmlns:a16="http://schemas.microsoft.com/office/drawing/2014/main" id="{3F81B5F6-C27C-7767-274D-3851FAB8FFCC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4584700" y="2525349"/>
            <a:ext cx="7024688" cy="68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44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Section Title</a:t>
            </a:r>
          </a:p>
        </p:txBody>
      </p:sp>
      <p:sp>
        <p:nvSpPr>
          <p:cNvPr id="5" name="Text Placeholder 35">
            <a:extLst>
              <a:ext uri="{FF2B5EF4-FFF2-40B4-BE49-F238E27FC236}">
                <a16:creationId xmlns:a16="http://schemas.microsoft.com/office/drawing/2014/main" id="{E6C751DB-99DC-F392-A5BA-596535711174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4584700" y="3414349"/>
            <a:ext cx="7024688" cy="209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28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252499952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number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BC9042-B771-5150-20FD-1EEBCA6E8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D78580-AEEF-6EF4-D887-8A6042594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507449"/>
            <a:ext cx="1497779" cy="1350550"/>
          </a:xfrm>
          <a:prstGeom prst="rect">
            <a:avLst/>
          </a:prstGeom>
        </p:spPr>
      </p:pic>
      <p:sp>
        <p:nvSpPr>
          <p:cNvPr id="8" name="TextBox 7" descr="Eight">
            <a:extLst>
              <a:ext uri="{FF2B5EF4-FFF2-40B4-BE49-F238E27FC236}">
                <a16:creationId xmlns:a16="http://schemas.microsoft.com/office/drawing/2014/main" id="{8156F505-C16B-A784-AF6D-9E7D713B217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846995" y="2293404"/>
            <a:ext cx="3095751" cy="4556010"/>
          </a:xfrm>
          <a:custGeom>
            <a:avLst/>
            <a:gdLst/>
            <a:ahLst/>
            <a:cxnLst/>
            <a:rect l="l" t="t" r="r" b="b"/>
            <a:pathLst>
              <a:path w="3095751" h="4556010">
                <a:moveTo>
                  <a:pt x="1555561" y="2560834"/>
                </a:moveTo>
                <a:cubicBezTo>
                  <a:pt x="1367008" y="2560834"/>
                  <a:pt x="1210222" y="2622831"/>
                  <a:pt x="1085204" y="2746825"/>
                </a:cubicBezTo>
                <a:cubicBezTo>
                  <a:pt x="960185" y="2870819"/>
                  <a:pt x="897676" y="3026068"/>
                  <a:pt x="897676" y="3212571"/>
                </a:cubicBezTo>
                <a:cubicBezTo>
                  <a:pt x="897676" y="3413421"/>
                  <a:pt x="958135" y="3571744"/>
                  <a:pt x="1079055" y="3687540"/>
                </a:cubicBezTo>
                <a:cubicBezTo>
                  <a:pt x="1199975" y="3803335"/>
                  <a:pt x="1358810" y="3861234"/>
                  <a:pt x="1555561" y="3861234"/>
                </a:cubicBezTo>
                <a:cubicBezTo>
                  <a:pt x="1742064" y="3861234"/>
                  <a:pt x="1897313" y="3802311"/>
                  <a:pt x="2021307" y="3684465"/>
                </a:cubicBezTo>
                <a:cubicBezTo>
                  <a:pt x="2145301" y="3566620"/>
                  <a:pt x="2207298" y="3409322"/>
                  <a:pt x="2207298" y="3212571"/>
                </a:cubicBezTo>
                <a:cubicBezTo>
                  <a:pt x="2207298" y="3034265"/>
                  <a:pt x="2146838" y="2881066"/>
                  <a:pt x="2025918" y="2752973"/>
                </a:cubicBezTo>
                <a:cubicBezTo>
                  <a:pt x="1904999" y="2624880"/>
                  <a:pt x="1748213" y="2560834"/>
                  <a:pt x="1555561" y="2560834"/>
                </a:cubicBezTo>
                <a:close/>
                <a:moveTo>
                  <a:pt x="1564784" y="697850"/>
                </a:moveTo>
                <a:cubicBezTo>
                  <a:pt x="1411072" y="697850"/>
                  <a:pt x="1283492" y="748062"/>
                  <a:pt x="1182042" y="848487"/>
                </a:cubicBezTo>
                <a:cubicBezTo>
                  <a:pt x="1080592" y="948912"/>
                  <a:pt x="1029867" y="1083154"/>
                  <a:pt x="1029867" y="1251211"/>
                </a:cubicBezTo>
                <a:cubicBezTo>
                  <a:pt x="1029867" y="1421319"/>
                  <a:pt x="1083154" y="1558634"/>
                  <a:pt x="1189728" y="1663158"/>
                </a:cubicBezTo>
                <a:cubicBezTo>
                  <a:pt x="1296301" y="1767682"/>
                  <a:pt x="1421320" y="1819944"/>
                  <a:pt x="1564784" y="1819944"/>
                </a:cubicBezTo>
                <a:cubicBezTo>
                  <a:pt x="1710297" y="1819944"/>
                  <a:pt x="1836341" y="1768707"/>
                  <a:pt x="1942914" y="1666233"/>
                </a:cubicBezTo>
                <a:cubicBezTo>
                  <a:pt x="2049487" y="1563758"/>
                  <a:pt x="2102774" y="1425418"/>
                  <a:pt x="2102774" y="1251211"/>
                </a:cubicBezTo>
                <a:cubicBezTo>
                  <a:pt x="2102774" y="1079054"/>
                  <a:pt x="2050000" y="943788"/>
                  <a:pt x="1944451" y="845413"/>
                </a:cubicBezTo>
                <a:cubicBezTo>
                  <a:pt x="1838903" y="747038"/>
                  <a:pt x="1712347" y="697850"/>
                  <a:pt x="1564784" y="697850"/>
                </a:cubicBezTo>
                <a:close/>
                <a:moveTo>
                  <a:pt x="1561709" y="0"/>
                </a:moveTo>
                <a:cubicBezTo>
                  <a:pt x="1973657" y="0"/>
                  <a:pt x="2311309" y="109647"/>
                  <a:pt x="2574669" y="328942"/>
                </a:cubicBezTo>
                <a:cubicBezTo>
                  <a:pt x="2838028" y="548237"/>
                  <a:pt x="2969707" y="824918"/>
                  <a:pt x="2969707" y="1158984"/>
                </a:cubicBezTo>
                <a:cubicBezTo>
                  <a:pt x="2969707" y="1368032"/>
                  <a:pt x="2910785" y="1556585"/>
                  <a:pt x="2792939" y="1724643"/>
                </a:cubicBezTo>
                <a:cubicBezTo>
                  <a:pt x="2675094" y="1892701"/>
                  <a:pt x="2512672" y="2035140"/>
                  <a:pt x="2305673" y="2151961"/>
                </a:cubicBezTo>
                <a:cubicBezTo>
                  <a:pt x="2568008" y="2256485"/>
                  <a:pt x="2765271" y="2409172"/>
                  <a:pt x="2897463" y="2610022"/>
                </a:cubicBezTo>
                <a:cubicBezTo>
                  <a:pt x="3029655" y="2810871"/>
                  <a:pt x="3095751" y="3036315"/>
                  <a:pt x="3095751" y="3286352"/>
                </a:cubicBezTo>
                <a:cubicBezTo>
                  <a:pt x="3095751" y="3663458"/>
                  <a:pt x="2953824" y="3969344"/>
                  <a:pt x="2669970" y="4204010"/>
                </a:cubicBezTo>
                <a:cubicBezTo>
                  <a:pt x="2386116" y="4438677"/>
                  <a:pt x="2013622" y="4556010"/>
                  <a:pt x="1552487" y="4556010"/>
                </a:cubicBezTo>
                <a:cubicBezTo>
                  <a:pt x="1095451" y="4556010"/>
                  <a:pt x="722445" y="4438677"/>
                  <a:pt x="433467" y="4204010"/>
                </a:cubicBezTo>
                <a:cubicBezTo>
                  <a:pt x="144489" y="3969344"/>
                  <a:pt x="0" y="3666532"/>
                  <a:pt x="0" y="3295575"/>
                </a:cubicBezTo>
                <a:cubicBezTo>
                  <a:pt x="0" y="3047587"/>
                  <a:pt x="65071" y="2824705"/>
                  <a:pt x="195214" y="2626930"/>
                </a:cubicBezTo>
                <a:cubicBezTo>
                  <a:pt x="325356" y="2429154"/>
                  <a:pt x="521595" y="2278005"/>
                  <a:pt x="783929" y="2173481"/>
                </a:cubicBezTo>
                <a:cubicBezTo>
                  <a:pt x="585129" y="2056660"/>
                  <a:pt x="430905" y="1913196"/>
                  <a:pt x="321257" y="1743088"/>
                </a:cubicBezTo>
                <a:cubicBezTo>
                  <a:pt x="211610" y="1572981"/>
                  <a:pt x="156786" y="1382379"/>
                  <a:pt x="156786" y="1171281"/>
                </a:cubicBezTo>
                <a:cubicBezTo>
                  <a:pt x="156786" y="835165"/>
                  <a:pt x="288466" y="555923"/>
                  <a:pt x="551825" y="333554"/>
                </a:cubicBezTo>
                <a:cubicBezTo>
                  <a:pt x="815184" y="111184"/>
                  <a:pt x="1151812" y="0"/>
                  <a:pt x="1561709" y="0"/>
                </a:cubicBezTo>
                <a:close/>
              </a:path>
            </a:pathLst>
          </a:custGeom>
          <a:gradFill flip="none" rotWithShape="1">
            <a:gsLst>
              <a:gs pos="48000">
                <a:srgbClr val="1D90B2"/>
              </a:gs>
              <a:gs pos="0">
                <a:srgbClr val="107197"/>
              </a:gs>
              <a:gs pos="100000">
                <a:srgbClr val="8F6FB5"/>
              </a:gs>
            </a:gsLst>
            <a:lin ang="2700000" scaled="1"/>
            <a:tileRect/>
          </a:gradFill>
          <a:ln w="3175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defTabSz="932472" fontAlgn="base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IN"/>
          </a:p>
        </p:txBody>
      </p:sp>
      <p:sp>
        <p:nvSpPr>
          <p:cNvPr id="4" name="Text Placeholder 35">
            <a:extLst>
              <a:ext uri="{FF2B5EF4-FFF2-40B4-BE49-F238E27FC236}">
                <a16:creationId xmlns:a16="http://schemas.microsoft.com/office/drawing/2014/main" id="{3F81B5F6-C27C-7767-274D-3851FAB8FFCC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4584700" y="2525349"/>
            <a:ext cx="7024688" cy="68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44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Section Title</a:t>
            </a:r>
          </a:p>
        </p:txBody>
      </p:sp>
      <p:sp>
        <p:nvSpPr>
          <p:cNvPr id="5" name="Text Placeholder 35">
            <a:extLst>
              <a:ext uri="{FF2B5EF4-FFF2-40B4-BE49-F238E27FC236}">
                <a16:creationId xmlns:a16="http://schemas.microsoft.com/office/drawing/2014/main" id="{E6C751DB-99DC-F392-A5BA-596535711174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4584700" y="3414349"/>
            <a:ext cx="7024688" cy="209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28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530413233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number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BC9042-B771-5150-20FD-1EEBCA6E8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D78580-AEEF-6EF4-D887-8A6042594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507449"/>
            <a:ext cx="1497779" cy="1350550"/>
          </a:xfrm>
          <a:prstGeom prst="rect">
            <a:avLst/>
          </a:prstGeom>
        </p:spPr>
      </p:pic>
      <p:sp>
        <p:nvSpPr>
          <p:cNvPr id="8" name="TextBox 7" descr="Nine">
            <a:extLst>
              <a:ext uri="{FF2B5EF4-FFF2-40B4-BE49-F238E27FC236}">
                <a16:creationId xmlns:a16="http://schemas.microsoft.com/office/drawing/2014/main" id="{1B6B9379-B20D-D1BD-A37B-80ADDB2E2BA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874663" y="2293404"/>
            <a:ext cx="3037341" cy="4556010"/>
          </a:xfrm>
          <a:custGeom>
            <a:avLst/>
            <a:gdLst/>
            <a:ahLst/>
            <a:cxnLst/>
            <a:rect l="l" t="t" r="r" b="b"/>
            <a:pathLst>
              <a:path w="3037341" h="4556010">
                <a:moveTo>
                  <a:pt x="1515596" y="753186"/>
                </a:moveTo>
                <a:cubicBezTo>
                  <a:pt x="1341390" y="753186"/>
                  <a:pt x="1199463" y="822356"/>
                  <a:pt x="1089815" y="960697"/>
                </a:cubicBezTo>
                <a:cubicBezTo>
                  <a:pt x="980168" y="1099037"/>
                  <a:pt x="925344" y="1269657"/>
                  <a:pt x="925344" y="1472556"/>
                </a:cubicBezTo>
                <a:cubicBezTo>
                  <a:pt x="925344" y="1708247"/>
                  <a:pt x="977093" y="1885015"/>
                  <a:pt x="1080592" y="2002861"/>
                </a:cubicBezTo>
                <a:cubicBezTo>
                  <a:pt x="1184091" y="2120706"/>
                  <a:pt x="1335241" y="2179629"/>
                  <a:pt x="1534041" y="2179629"/>
                </a:cubicBezTo>
                <a:cubicBezTo>
                  <a:pt x="1710297" y="2179629"/>
                  <a:pt x="1851712" y="2118145"/>
                  <a:pt x="1958285" y="1995175"/>
                </a:cubicBezTo>
                <a:cubicBezTo>
                  <a:pt x="2064859" y="1872206"/>
                  <a:pt x="2118145" y="1723618"/>
                  <a:pt x="2118145" y="1549412"/>
                </a:cubicBezTo>
                <a:cubicBezTo>
                  <a:pt x="2118145" y="1328067"/>
                  <a:pt x="2061785" y="1140027"/>
                  <a:pt x="1949062" y="985290"/>
                </a:cubicBezTo>
                <a:cubicBezTo>
                  <a:pt x="1836341" y="830554"/>
                  <a:pt x="1691852" y="753186"/>
                  <a:pt x="1515596" y="753186"/>
                </a:cubicBezTo>
                <a:close/>
                <a:moveTo>
                  <a:pt x="1540190" y="0"/>
                </a:moveTo>
                <a:cubicBezTo>
                  <a:pt x="2013622" y="0"/>
                  <a:pt x="2381504" y="174718"/>
                  <a:pt x="2643839" y="524156"/>
                </a:cubicBezTo>
                <a:cubicBezTo>
                  <a:pt x="2906174" y="873593"/>
                  <a:pt x="3037341" y="1387502"/>
                  <a:pt x="3037341" y="2065883"/>
                </a:cubicBezTo>
                <a:cubicBezTo>
                  <a:pt x="3037341" y="2861084"/>
                  <a:pt x="2882604" y="3474905"/>
                  <a:pt x="2573132" y="3907347"/>
                </a:cubicBezTo>
                <a:cubicBezTo>
                  <a:pt x="2263659" y="4339789"/>
                  <a:pt x="1835316" y="4556010"/>
                  <a:pt x="1288103" y="4556010"/>
                </a:cubicBezTo>
                <a:cubicBezTo>
                  <a:pt x="966334" y="4556010"/>
                  <a:pt x="699900" y="4488889"/>
                  <a:pt x="488803" y="4354648"/>
                </a:cubicBezTo>
                <a:cubicBezTo>
                  <a:pt x="277706" y="4220406"/>
                  <a:pt x="114772" y="4043638"/>
                  <a:pt x="0" y="3824343"/>
                </a:cubicBezTo>
                <a:lnTo>
                  <a:pt x="639440" y="3384728"/>
                </a:lnTo>
                <a:cubicBezTo>
                  <a:pt x="707073" y="3522043"/>
                  <a:pt x="793664" y="3627592"/>
                  <a:pt x="899213" y="3701374"/>
                </a:cubicBezTo>
                <a:cubicBezTo>
                  <a:pt x="1004761" y="3775155"/>
                  <a:pt x="1135416" y="3812046"/>
                  <a:pt x="1291177" y="3812046"/>
                </a:cubicBezTo>
                <a:cubicBezTo>
                  <a:pt x="1512522" y="3812046"/>
                  <a:pt x="1711834" y="3709571"/>
                  <a:pt x="1889115" y="3504623"/>
                </a:cubicBezTo>
                <a:cubicBezTo>
                  <a:pt x="2066396" y="3299674"/>
                  <a:pt x="2155036" y="2972781"/>
                  <a:pt x="2155036" y="2523943"/>
                </a:cubicBezTo>
                <a:lnTo>
                  <a:pt x="2139665" y="2517795"/>
                </a:lnTo>
                <a:cubicBezTo>
                  <a:pt x="2047438" y="2638714"/>
                  <a:pt x="1927543" y="2735040"/>
                  <a:pt x="1779980" y="2806772"/>
                </a:cubicBezTo>
                <a:cubicBezTo>
                  <a:pt x="1632417" y="2878504"/>
                  <a:pt x="1457186" y="2914370"/>
                  <a:pt x="1254286" y="2914370"/>
                </a:cubicBezTo>
                <a:cubicBezTo>
                  <a:pt x="883329" y="2914370"/>
                  <a:pt x="587691" y="2791401"/>
                  <a:pt x="367371" y="2545463"/>
                </a:cubicBezTo>
                <a:cubicBezTo>
                  <a:pt x="147051" y="2299524"/>
                  <a:pt x="36891" y="1969557"/>
                  <a:pt x="36891" y="1555560"/>
                </a:cubicBezTo>
                <a:cubicBezTo>
                  <a:pt x="36891" y="1090326"/>
                  <a:pt x="175744" y="714758"/>
                  <a:pt x="453449" y="428855"/>
                </a:cubicBezTo>
                <a:cubicBezTo>
                  <a:pt x="731155" y="142951"/>
                  <a:pt x="1093402" y="0"/>
                  <a:pt x="1540190" y="0"/>
                </a:cubicBezTo>
                <a:close/>
              </a:path>
            </a:pathLst>
          </a:custGeom>
          <a:gradFill flip="none" rotWithShape="1">
            <a:gsLst>
              <a:gs pos="48000">
                <a:srgbClr val="1D90B2"/>
              </a:gs>
              <a:gs pos="0">
                <a:srgbClr val="107197"/>
              </a:gs>
              <a:gs pos="100000">
                <a:srgbClr val="8F6FB5"/>
              </a:gs>
            </a:gsLst>
            <a:lin ang="2700000" scaled="1"/>
            <a:tileRect/>
          </a:gradFill>
          <a:ln w="3175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defTabSz="932472" fontAlgn="base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IN"/>
          </a:p>
        </p:txBody>
      </p:sp>
      <p:sp>
        <p:nvSpPr>
          <p:cNvPr id="4" name="Text Placeholder 35">
            <a:extLst>
              <a:ext uri="{FF2B5EF4-FFF2-40B4-BE49-F238E27FC236}">
                <a16:creationId xmlns:a16="http://schemas.microsoft.com/office/drawing/2014/main" id="{3F81B5F6-C27C-7767-274D-3851FAB8FFCC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4584700" y="2525349"/>
            <a:ext cx="7024688" cy="68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44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Section Title</a:t>
            </a:r>
          </a:p>
        </p:txBody>
      </p:sp>
      <p:sp>
        <p:nvSpPr>
          <p:cNvPr id="5" name="Text Placeholder 35">
            <a:extLst>
              <a:ext uri="{FF2B5EF4-FFF2-40B4-BE49-F238E27FC236}">
                <a16:creationId xmlns:a16="http://schemas.microsoft.com/office/drawing/2014/main" id="{E6C751DB-99DC-F392-A5BA-596535711174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4584700" y="3414349"/>
            <a:ext cx="7024688" cy="209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28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552306795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AE4B5B0-9CE1-4E89-BB44-993DE18A2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3581397"/>
            <a:ext cx="1816900" cy="32766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60DE44-EA39-E6F7-110C-3FFD913F3F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C51C76-2993-A4E3-D92F-9636818FA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88263" y="1382220"/>
            <a:ext cx="11018520" cy="4878880"/>
          </a:xfrm>
          <a:prstGeom prst="roundRect">
            <a:avLst>
              <a:gd name="adj" fmla="val 3179"/>
            </a:avLst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18900000" scaled="1"/>
            <a:tileRect/>
          </a:gradFill>
          <a:ln>
            <a:noFill/>
            <a:headEnd type="none" w="med" len="med"/>
            <a:tailEnd type="none" w="med" len="med"/>
          </a:ln>
          <a:effectLst>
            <a:outerShdw blurRad="63500" sx="102000" sy="102000" algn="ctr" rotWithShape="0">
              <a:schemeClr val="bg1">
                <a:lumMod val="85000"/>
                <a:alpha val="2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74423BA-5E34-A089-6247-598C1CEA7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21887695-050F-DC06-73B8-35A9370082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0446" y="1633906"/>
            <a:ext cx="10614154" cy="45491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Font typeface="Arial" panose="020B0604020202020204" pitchFamily="34" charset="0"/>
              <a:buNone/>
              <a:defRPr lang="en-US" sz="240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>
              <a:spcBef>
                <a:spcPts val="600"/>
              </a:spcBef>
              <a:defRPr lang="en-US" sz="18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600"/>
              </a:spcBef>
              <a:defRPr lang="en-US" sz="14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Bef>
                <a:spcPts val="600"/>
              </a:spcBef>
              <a:defRPr lang="en-US" sz="12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spcBef>
                <a:spcPts val="600"/>
              </a:spcBef>
              <a:defRPr lang="en-IN" sz="12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457200" marR="0" lvl="1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Second level</a:t>
            </a:r>
          </a:p>
          <a:p>
            <a:pPr marL="657225" marR="0" lvl="2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Third level</a:t>
            </a:r>
          </a:p>
          <a:p>
            <a:pPr marL="842963" marR="0" lvl="3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Fourth level</a:t>
            </a:r>
          </a:p>
          <a:p>
            <a:pPr marL="1023938" marR="0" lvl="4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218463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_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AAD6B37-78A2-A131-3B41-3F14345572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E4B5B0-9CE1-4E89-BB44-993DE18A2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3581397"/>
            <a:ext cx="1816900" cy="32766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60DE44-EA39-E6F7-110C-3FFD913F3F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C51C76-2993-A4E3-D92F-9636818FA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88263" y="1382220"/>
            <a:ext cx="11018520" cy="4878880"/>
          </a:xfrm>
          <a:prstGeom prst="roundRect">
            <a:avLst>
              <a:gd name="adj" fmla="val 3179"/>
            </a:avLst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18900000" scaled="1"/>
            <a:tileRect/>
          </a:gradFill>
          <a:ln>
            <a:noFill/>
            <a:headEnd type="none" w="med" len="med"/>
            <a:tailEnd type="none" w="med" len="med"/>
          </a:ln>
          <a:effectLst>
            <a:outerShdw blurRad="63500" sx="102000" sy="102000" algn="ctr" rotWithShape="0">
              <a:schemeClr val="bg1">
                <a:lumMod val="85000"/>
                <a:alpha val="2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22A2E5C-907E-3115-5E5E-CD1292C90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21887695-050F-DC06-73B8-35A9370082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0446" y="1633906"/>
            <a:ext cx="10614154" cy="45491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Font typeface="Arial" panose="020B0604020202020204" pitchFamily="34" charset="0"/>
              <a:buNone/>
              <a:defRPr lang="en-US" sz="240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>
              <a:spcBef>
                <a:spcPts val="600"/>
              </a:spcBef>
              <a:defRPr lang="en-US" sz="18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600"/>
              </a:spcBef>
              <a:defRPr lang="en-US" sz="14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Bef>
                <a:spcPts val="600"/>
              </a:spcBef>
              <a:defRPr lang="en-US" sz="12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spcBef>
                <a:spcPts val="600"/>
              </a:spcBef>
              <a:defRPr lang="en-IN" sz="12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457200" marR="0" lvl="1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Second level</a:t>
            </a:r>
          </a:p>
          <a:p>
            <a:pPr marL="657225" marR="0" lvl="2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Third level</a:t>
            </a:r>
          </a:p>
          <a:p>
            <a:pPr marL="842963" marR="0" lvl="3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Fourth level</a:t>
            </a:r>
          </a:p>
          <a:p>
            <a:pPr marL="1023938" marR="0" lvl="4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0418323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BCE7E9D-C86C-A7C3-DA99-223C7A41B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3685"/>
          <a:stretch>
            <a:fillRect/>
          </a:stretch>
        </p:blipFill>
        <p:spPr>
          <a:xfrm>
            <a:off x="0" y="5819775"/>
            <a:ext cx="1816900" cy="10382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B754254-F961-A229-56A5-F97F80B6C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138081" y="0"/>
            <a:ext cx="2053919" cy="1671660"/>
          </a:xfrm>
          <a:custGeom>
            <a:avLst/>
            <a:gdLst>
              <a:gd name="csX0" fmla="*/ 0 w 2053919"/>
              <a:gd name="csY0" fmla="*/ 0 h 1671660"/>
              <a:gd name="csX1" fmla="*/ 2053919 w 2053919"/>
              <a:gd name="csY1" fmla="*/ 0 h 1671660"/>
              <a:gd name="csX2" fmla="*/ 2053919 w 2053919"/>
              <a:gd name="csY2" fmla="*/ 1671660 h 1671660"/>
              <a:gd name="csX3" fmla="*/ 0 w 2053919"/>
              <a:gd name="csY3" fmla="*/ 1671660 h 16716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053919" h="1671660">
                <a:moveTo>
                  <a:pt x="0" y="0"/>
                </a:moveTo>
                <a:lnTo>
                  <a:pt x="2053919" y="0"/>
                </a:lnTo>
                <a:lnTo>
                  <a:pt x="2053919" y="1671660"/>
                </a:lnTo>
                <a:lnTo>
                  <a:pt x="0" y="1671660"/>
                </a:lnTo>
                <a:close/>
              </a:path>
            </a:pathLst>
          </a:cu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C51C76-2993-A4E3-D92F-9636818FA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88263" y="1382220"/>
            <a:ext cx="11018520" cy="4878880"/>
          </a:xfrm>
          <a:prstGeom prst="roundRect">
            <a:avLst>
              <a:gd name="adj" fmla="val 3179"/>
            </a:avLst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18900000" scaled="1"/>
            <a:tileRect/>
          </a:gradFill>
          <a:ln>
            <a:noFill/>
            <a:headEnd type="none" w="med" len="med"/>
            <a:tailEnd type="none" w="med" len="med"/>
          </a:ln>
          <a:effectLst>
            <a:outerShdw blurRad="63500" sx="102000" sy="102000" algn="ctr" rotWithShape="0">
              <a:schemeClr val="bg1">
                <a:lumMod val="85000"/>
                <a:alpha val="2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9F97565-20E9-BED8-5AD2-A6DCE357D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21887695-050F-DC06-73B8-35A9370082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0446" y="1633906"/>
            <a:ext cx="10614154" cy="45491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Font typeface="Arial" panose="020B0604020202020204" pitchFamily="34" charset="0"/>
              <a:buNone/>
              <a:defRPr lang="en-US" sz="240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>
              <a:spcBef>
                <a:spcPts val="600"/>
              </a:spcBef>
              <a:defRPr lang="en-US" sz="18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600"/>
              </a:spcBef>
              <a:defRPr lang="en-US" sz="14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Bef>
                <a:spcPts val="600"/>
              </a:spcBef>
              <a:defRPr lang="en-US" sz="12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spcBef>
                <a:spcPts val="600"/>
              </a:spcBef>
              <a:defRPr lang="en-IN" sz="12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457200" marR="0" lvl="1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Second level</a:t>
            </a:r>
          </a:p>
          <a:p>
            <a:pPr marL="657225" marR="0" lvl="2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Third level</a:t>
            </a:r>
          </a:p>
          <a:p>
            <a:pPr marL="842963" marR="0" lvl="3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Fourth level</a:t>
            </a:r>
          </a:p>
          <a:p>
            <a:pPr marL="1023938" marR="0" lvl="4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717427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White_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B64FB36-532E-2B09-73F0-055CDB1FE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CE7E9D-C86C-A7C3-DA99-223C7A41B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3685"/>
          <a:stretch>
            <a:fillRect/>
          </a:stretch>
        </p:blipFill>
        <p:spPr>
          <a:xfrm>
            <a:off x="0" y="5819775"/>
            <a:ext cx="1816900" cy="10382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B754254-F961-A229-56A5-F97F80B6C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138081" y="0"/>
            <a:ext cx="2053919" cy="1671660"/>
          </a:xfrm>
          <a:custGeom>
            <a:avLst/>
            <a:gdLst>
              <a:gd name="csX0" fmla="*/ 0 w 2053919"/>
              <a:gd name="csY0" fmla="*/ 0 h 1671660"/>
              <a:gd name="csX1" fmla="*/ 2053919 w 2053919"/>
              <a:gd name="csY1" fmla="*/ 0 h 1671660"/>
              <a:gd name="csX2" fmla="*/ 2053919 w 2053919"/>
              <a:gd name="csY2" fmla="*/ 1671660 h 1671660"/>
              <a:gd name="csX3" fmla="*/ 0 w 2053919"/>
              <a:gd name="csY3" fmla="*/ 1671660 h 16716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053919" h="1671660">
                <a:moveTo>
                  <a:pt x="0" y="0"/>
                </a:moveTo>
                <a:lnTo>
                  <a:pt x="2053919" y="0"/>
                </a:lnTo>
                <a:lnTo>
                  <a:pt x="2053919" y="1671660"/>
                </a:lnTo>
                <a:lnTo>
                  <a:pt x="0" y="1671660"/>
                </a:lnTo>
                <a:close/>
              </a:path>
            </a:pathLst>
          </a:cu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C51C76-2993-A4E3-D92F-9636818FA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88263" y="1382220"/>
            <a:ext cx="11018520" cy="4878880"/>
          </a:xfrm>
          <a:prstGeom prst="roundRect">
            <a:avLst>
              <a:gd name="adj" fmla="val 3179"/>
            </a:avLst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18900000" scaled="1"/>
            <a:tileRect/>
          </a:gradFill>
          <a:ln>
            <a:noFill/>
            <a:headEnd type="none" w="med" len="med"/>
            <a:tailEnd type="none" w="med" len="med"/>
          </a:ln>
          <a:effectLst>
            <a:outerShdw blurRad="63500" sx="102000" sy="102000" algn="ctr" rotWithShape="0">
              <a:schemeClr val="bg1">
                <a:lumMod val="85000"/>
                <a:alpha val="2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A5EBDDE-CC86-7E85-27BF-81D244731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21887695-050F-DC06-73B8-35A9370082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0446" y="1633906"/>
            <a:ext cx="10614154" cy="45491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Font typeface="Arial" panose="020B0604020202020204" pitchFamily="34" charset="0"/>
              <a:buNone/>
              <a:defRPr lang="en-US" sz="240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>
              <a:spcBef>
                <a:spcPts val="600"/>
              </a:spcBef>
              <a:defRPr lang="en-US" sz="18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600"/>
              </a:spcBef>
              <a:defRPr lang="en-US" sz="14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Bef>
                <a:spcPts val="600"/>
              </a:spcBef>
              <a:defRPr lang="en-US" sz="12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spcBef>
                <a:spcPts val="600"/>
              </a:spcBef>
              <a:defRPr lang="en-IN" sz="12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457200" marR="0" lvl="1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Second level</a:t>
            </a:r>
          </a:p>
          <a:p>
            <a:pPr marL="657225" marR="0" lvl="2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Third level</a:t>
            </a:r>
          </a:p>
          <a:p>
            <a:pPr marL="842963" marR="0" lvl="3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Fourth level</a:t>
            </a:r>
          </a:p>
          <a:p>
            <a:pPr marL="1023938" marR="0" lvl="4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9216810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E22B7D-67A6-2DB0-AC3C-1C2D7C939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3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5399"/>
          <a:stretch>
            <a:fillRect/>
          </a:stretch>
        </p:blipFill>
        <p:spPr>
          <a:xfrm>
            <a:off x="0" y="4874485"/>
            <a:ext cx="1816900" cy="19835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F84AE3-284F-EE9C-884A-590315BB8D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3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1916" y="196648"/>
            <a:ext cx="2857187" cy="2430438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C51C76-2993-A4E3-D92F-9636818FA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88263" y="1382220"/>
            <a:ext cx="11018520" cy="4878880"/>
          </a:xfrm>
          <a:prstGeom prst="roundRect">
            <a:avLst>
              <a:gd name="adj" fmla="val 3179"/>
            </a:avLst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18900000" scaled="1"/>
            <a:tileRect/>
          </a:gradFill>
          <a:ln>
            <a:noFill/>
            <a:headEnd type="none" w="med" len="med"/>
            <a:tailEnd type="none" w="med" len="med"/>
          </a:ln>
          <a:effectLst>
            <a:outerShdw blurRad="63500" sx="102000" sy="102000" algn="ctr" rotWithShape="0">
              <a:schemeClr val="bg1">
                <a:lumMod val="85000"/>
                <a:alpha val="2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E5292EF-1D9A-329C-C760-79E289050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21887695-050F-DC06-73B8-35A9370082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0446" y="1633906"/>
            <a:ext cx="10614154" cy="45491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Font typeface="Arial" panose="020B0604020202020204" pitchFamily="34" charset="0"/>
              <a:buNone/>
              <a:defRPr lang="en-US" sz="240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>
              <a:spcBef>
                <a:spcPts val="600"/>
              </a:spcBef>
              <a:defRPr lang="en-US" sz="18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600"/>
              </a:spcBef>
              <a:defRPr lang="en-US" sz="14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Bef>
                <a:spcPts val="600"/>
              </a:spcBef>
              <a:defRPr lang="en-US" sz="12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spcBef>
                <a:spcPts val="600"/>
              </a:spcBef>
              <a:defRPr lang="en-IN" sz="12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457200" marR="0" lvl="1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Second level</a:t>
            </a:r>
          </a:p>
          <a:p>
            <a:pPr marL="657225" marR="0" lvl="2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Third level</a:t>
            </a:r>
          </a:p>
          <a:p>
            <a:pPr marL="842963" marR="0" lvl="3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Fourth level</a:t>
            </a:r>
          </a:p>
          <a:p>
            <a:pPr marL="1023938" marR="0" lvl="4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5300205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White_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496B6DB-958F-3845-17F7-78F4BDEE7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E22B7D-67A6-2DB0-AC3C-1C2D7C939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3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5399"/>
          <a:stretch>
            <a:fillRect/>
          </a:stretch>
        </p:blipFill>
        <p:spPr>
          <a:xfrm>
            <a:off x="0" y="4874485"/>
            <a:ext cx="1816900" cy="19835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F84AE3-284F-EE9C-884A-590315BB8D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3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1916" y="196648"/>
            <a:ext cx="2857187" cy="2430438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C51C76-2993-A4E3-D92F-9636818FA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88263" y="1382220"/>
            <a:ext cx="11018520" cy="4878880"/>
          </a:xfrm>
          <a:prstGeom prst="roundRect">
            <a:avLst>
              <a:gd name="adj" fmla="val 3179"/>
            </a:avLst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18900000" scaled="1"/>
            <a:tileRect/>
          </a:gradFill>
          <a:ln>
            <a:noFill/>
            <a:headEnd type="none" w="med" len="med"/>
            <a:tailEnd type="none" w="med" len="med"/>
          </a:ln>
          <a:effectLst>
            <a:outerShdw blurRad="63500" sx="102000" sy="102000" algn="ctr" rotWithShape="0">
              <a:schemeClr val="bg1">
                <a:lumMod val="85000"/>
                <a:alpha val="2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F875DDF-13AA-ED72-8CD8-95B062E8F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21887695-050F-DC06-73B8-35A9370082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0446" y="1633906"/>
            <a:ext cx="10614154" cy="45491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Font typeface="Arial" panose="020B0604020202020204" pitchFamily="34" charset="0"/>
              <a:buNone/>
              <a:defRPr lang="en-US" sz="240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>
              <a:spcBef>
                <a:spcPts val="600"/>
              </a:spcBef>
              <a:defRPr lang="en-US" sz="18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600"/>
              </a:spcBef>
              <a:defRPr lang="en-US" sz="14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Bef>
                <a:spcPts val="600"/>
              </a:spcBef>
              <a:defRPr lang="en-US" sz="12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spcBef>
                <a:spcPts val="600"/>
              </a:spcBef>
              <a:defRPr lang="en-IN" sz="12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457200" marR="0" lvl="1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Second level</a:t>
            </a:r>
          </a:p>
          <a:p>
            <a:pPr marL="657225" marR="0" lvl="2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Third level</a:t>
            </a:r>
          </a:p>
          <a:p>
            <a:pPr marL="842963" marR="0" lvl="3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Fourth level</a:t>
            </a:r>
          </a:p>
          <a:p>
            <a:pPr marL="1023938" marR="0" lvl="4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8761321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FAD5AAD-5E18-44AC-6E11-78AE420EA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9256" y="0"/>
            <a:ext cx="3802743" cy="3234768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C51C76-2993-A4E3-D92F-9636818FA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88263" y="1382220"/>
            <a:ext cx="11018520" cy="4878880"/>
          </a:xfrm>
          <a:prstGeom prst="roundRect">
            <a:avLst>
              <a:gd name="adj" fmla="val 3179"/>
            </a:avLst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18900000" scaled="1"/>
            <a:tileRect/>
          </a:gradFill>
          <a:ln>
            <a:noFill/>
            <a:headEnd type="none" w="med" len="med"/>
            <a:tailEnd type="none" w="med" len="med"/>
          </a:ln>
          <a:effectLst>
            <a:outerShdw blurRad="63500" sx="102000" sy="102000" algn="ctr" rotWithShape="0">
              <a:schemeClr val="bg1">
                <a:lumMod val="85000"/>
                <a:alpha val="2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52D84D8-04B3-A295-7E5F-9A636CDD6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21887695-050F-DC06-73B8-35A9370082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0446" y="1633906"/>
            <a:ext cx="10614154" cy="45491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Font typeface="Arial" panose="020B0604020202020204" pitchFamily="34" charset="0"/>
              <a:buNone/>
              <a:defRPr lang="en-US" sz="240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>
              <a:spcBef>
                <a:spcPts val="600"/>
              </a:spcBef>
              <a:defRPr lang="en-US" sz="18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600"/>
              </a:spcBef>
              <a:defRPr lang="en-US" sz="14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Bef>
                <a:spcPts val="600"/>
              </a:spcBef>
              <a:defRPr lang="en-US" sz="12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spcBef>
                <a:spcPts val="600"/>
              </a:spcBef>
              <a:defRPr lang="en-IN" sz="12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457200" marR="0" lvl="1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Second level</a:t>
            </a:r>
          </a:p>
          <a:p>
            <a:pPr marL="657225" marR="0" lvl="2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Third level</a:t>
            </a:r>
          </a:p>
          <a:p>
            <a:pPr marL="842963" marR="0" lvl="3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Fourth level</a:t>
            </a:r>
          </a:p>
          <a:p>
            <a:pPr marL="1023938" marR="0" lvl="4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36634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White_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1EE7762-0F72-CF91-C904-99C9184DDC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AD5AAD-5E18-44AC-6E11-78AE420EA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9256" y="0"/>
            <a:ext cx="3802743" cy="3234768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C51C76-2993-A4E3-D92F-9636818FA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88263" y="1382220"/>
            <a:ext cx="11018520" cy="4878880"/>
          </a:xfrm>
          <a:prstGeom prst="roundRect">
            <a:avLst>
              <a:gd name="adj" fmla="val 3179"/>
            </a:avLst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18900000" scaled="1"/>
            <a:tileRect/>
          </a:gradFill>
          <a:ln>
            <a:noFill/>
            <a:headEnd type="none" w="med" len="med"/>
            <a:tailEnd type="none" w="med" len="med"/>
          </a:ln>
          <a:effectLst>
            <a:outerShdw blurRad="63500" sx="102000" sy="102000" algn="ctr" rotWithShape="0">
              <a:schemeClr val="bg1">
                <a:lumMod val="85000"/>
                <a:alpha val="2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EA7F6A6-B37D-2FB9-1388-2D64449F8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21887695-050F-DC06-73B8-35A9370082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0446" y="1633906"/>
            <a:ext cx="10614154" cy="45491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Font typeface="Arial" panose="020B0604020202020204" pitchFamily="34" charset="0"/>
              <a:buNone/>
              <a:defRPr lang="en-US" sz="240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>
              <a:spcBef>
                <a:spcPts val="600"/>
              </a:spcBef>
              <a:defRPr lang="en-US" sz="18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600"/>
              </a:spcBef>
              <a:defRPr lang="en-US" sz="14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Bef>
                <a:spcPts val="600"/>
              </a:spcBef>
              <a:defRPr lang="en-US" sz="12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spcBef>
                <a:spcPts val="600"/>
              </a:spcBef>
              <a:defRPr lang="en-IN" sz="12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457200" marR="0" lvl="1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Second level</a:t>
            </a:r>
          </a:p>
          <a:p>
            <a:pPr marL="657225" marR="0" lvl="2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Third level</a:t>
            </a:r>
          </a:p>
          <a:p>
            <a:pPr marL="842963" marR="0" lvl="3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Fourth level</a:t>
            </a:r>
          </a:p>
          <a:p>
            <a:pPr marL="1023938" marR="0" lvl="4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9792823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lumn with Su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DBD736-374E-A44E-5EED-3BD0B1A6A4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723086" y="196648"/>
            <a:ext cx="3276017" cy="2786712"/>
          </a:xfrm>
          <a:custGeom>
            <a:avLst/>
            <a:gdLst>
              <a:gd name="csX0" fmla="*/ 0 w 3276017"/>
              <a:gd name="csY0" fmla="*/ 0 h 2786712"/>
              <a:gd name="csX1" fmla="*/ 3276017 w 3276017"/>
              <a:gd name="csY1" fmla="*/ 0 h 2786712"/>
              <a:gd name="csX2" fmla="*/ 3276017 w 3276017"/>
              <a:gd name="csY2" fmla="*/ 2786712 h 2786712"/>
              <a:gd name="csX3" fmla="*/ 2886302 w 3276017"/>
              <a:gd name="csY3" fmla="*/ 2786712 h 2786712"/>
              <a:gd name="csX4" fmla="*/ 2886302 w 3276017"/>
              <a:gd name="csY4" fmla="*/ 2354470 h 2786712"/>
              <a:gd name="csX5" fmla="*/ 2686498 w 3276017"/>
              <a:gd name="csY5" fmla="*/ 2154666 h 2786712"/>
              <a:gd name="csX6" fmla="*/ 0 w 3276017"/>
              <a:gd name="csY6" fmla="*/ 2154666 h 27867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276017" h="2786712">
                <a:moveTo>
                  <a:pt x="0" y="0"/>
                </a:moveTo>
                <a:lnTo>
                  <a:pt x="3276017" y="0"/>
                </a:lnTo>
                <a:lnTo>
                  <a:pt x="3276017" y="2786712"/>
                </a:lnTo>
                <a:lnTo>
                  <a:pt x="2886302" y="2786712"/>
                </a:lnTo>
                <a:lnTo>
                  <a:pt x="2886302" y="2354470"/>
                </a:lnTo>
                <a:cubicBezTo>
                  <a:pt x="2886302" y="2244121"/>
                  <a:pt x="2796847" y="2154666"/>
                  <a:pt x="2686498" y="2154666"/>
                </a:cubicBezTo>
                <a:lnTo>
                  <a:pt x="0" y="2154666"/>
                </a:lnTo>
                <a:close/>
              </a:path>
            </a:pathLst>
          </a:cu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8480AE4-70E2-EC58-722E-566C953C8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6187379" y="2351314"/>
            <a:ext cx="5422009" cy="3917724"/>
          </a:xfrm>
          <a:prstGeom prst="roundRect">
            <a:avLst>
              <a:gd name="adj" fmla="val 5100"/>
            </a:avLst>
          </a:prstGeom>
          <a:solidFill>
            <a:schemeClr val="bg1"/>
          </a:solidFill>
          <a:ln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35D059F-8960-BD0E-DD3F-C1FDA7B30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588263" y="2351314"/>
            <a:ext cx="5422009" cy="3917724"/>
          </a:xfrm>
          <a:prstGeom prst="roundRect">
            <a:avLst>
              <a:gd name="adj" fmla="val 5100"/>
            </a:avLst>
          </a:prstGeom>
          <a:solidFill>
            <a:schemeClr val="bg1"/>
          </a:solidFill>
          <a:ln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DD28FE-8018-F752-0B7B-817FEEDED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1B8E056B-BD9A-9EF0-1889-538D7BECC1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8262" y="1436688"/>
            <a:ext cx="11018519" cy="615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kumimoji="0" lang="en-US" sz="2000" b="0" i="0" u="none" strike="noStrike" cap="none" normalizeH="0" dirty="0" smtClean="0">
                <a:ln>
                  <a:noFill/>
                </a:ln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6CA4F5F2-8127-890C-8049-8D1E89D84E2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2924" y="2513756"/>
            <a:ext cx="4992687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0" name="Text Placeholder 35">
            <a:extLst>
              <a:ext uri="{FF2B5EF4-FFF2-40B4-BE49-F238E27FC236}">
                <a16:creationId xmlns:a16="http://schemas.microsoft.com/office/drawing/2014/main" id="{D1384A03-5E8B-0D85-E3D7-DC7454B957F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2924" y="2922402"/>
            <a:ext cx="4992687" cy="171447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1" name="Text Placeholder 35">
            <a:extLst>
              <a:ext uri="{FF2B5EF4-FFF2-40B4-BE49-F238E27FC236}">
                <a16:creationId xmlns:a16="http://schemas.microsoft.com/office/drawing/2014/main" id="{DC0D8145-CB8A-D4D1-70A2-09CA467E313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02040" y="2513756"/>
            <a:ext cx="4992687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2" name="Text Placeholder 35">
            <a:extLst>
              <a:ext uri="{FF2B5EF4-FFF2-40B4-BE49-F238E27FC236}">
                <a16:creationId xmlns:a16="http://schemas.microsoft.com/office/drawing/2014/main" id="{8F2A498E-A8D4-6B4F-136B-33DE345C824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02040" y="2922402"/>
            <a:ext cx="4992687" cy="171447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130596521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lumn with Su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2D6303C-E7CA-61BE-CD0D-E1F76B72D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2" r="22"/>
          <a:stretch/>
        </p:blipFill>
        <p:spPr>
          <a:xfrm>
            <a:off x="0" y="4864102"/>
            <a:ext cx="12189697" cy="1993898"/>
          </a:xfrm>
          <a:custGeom>
            <a:avLst/>
            <a:gdLst>
              <a:gd name="csX0" fmla="*/ 0 w 12190966"/>
              <a:gd name="csY0" fmla="*/ 0 h 1993898"/>
              <a:gd name="csX1" fmla="*/ 11858643 w 12190966"/>
              <a:gd name="csY1" fmla="*/ 0 h 1993898"/>
              <a:gd name="csX2" fmla="*/ 12190966 w 12190966"/>
              <a:gd name="csY2" fmla="*/ 332323 h 1993898"/>
              <a:gd name="csX3" fmla="*/ 12190966 w 12190966"/>
              <a:gd name="csY3" fmla="*/ 1993898 h 1993898"/>
              <a:gd name="csX4" fmla="*/ 0 w 12190966"/>
              <a:gd name="csY4" fmla="*/ 1993898 h 19938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190966" h="1993898">
                <a:moveTo>
                  <a:pt x="0" y="0"/>
                </a:moveTo>
                <a:lnTo>
                  <a:pt x="11858643" y="0"/>
                </a:lnTo>
                <a:cubicBezTo>
                  <a:pt x="12042180" y="0"/>
                  <a:pt x="12190966" y="148786"/>
                  <a:pt x="12190966" y="332323"/>
                </a:cubicBezTo>
                <a:lnTo>
                  <a:pt x="12190966" y="1993898"/>
                </a:lnTo>
                <a:lnTo>
                  <a:pt x="0" y="1993898"/>
                </a:lnTo>
                <a:close/>
              </a:path>
            </a:pathLst>
          </a:cu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673D90-2784-6324-B25C-1271BED23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8480AE4-70E2-EC58-722E-566C953C8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6187379" y="2351314"/>
            <a:ext cx="5422009" cy="3917724"/>
          </a:xfrm>
          <a:prstGeom prst="roundRect">
            <a:avLst>
              <a:gd name="adj" fmla="val 5100"/>
            </a:avLst>
          </a:prstGeom>
          <a:solidFill>
            <a:schemeClr val="bg1"/>
          </a:solidFill>
          <a:ln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35D059F-8960-BD0E-DD3F-C1FDA7B30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588263" y="2351314"/>
            <a:ext cx="5422009" cy="3917724"/>
          </a:xfrm>
          <a:prstGeom prst="roundRect">
            <a:avLst>
              <a:gd name="adj" fmla="val 5100"/>
            </a:avLst>
          </a:prstGeom>
          <a:solidFill>
            <a:schemeClr val="bg1"/>
          </a:solidFill>
          <a:ln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9090DF-25FB-3EBD-8418-9C1F0AE6C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1B8E056B-BD9A-9EF0-1889-538D7BECC1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8262" y="1436688"/>
            <a:ext cx="11018519" cy="615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kumimoji="0" lang="en-US" sz="2000" b="0" i="0" u="none" strike="noStrike" cap="none" normalizeH="0" dirty="0" smtClean="0">
                <a:ln>
                  <a:noFill/>
                </a:ln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4FA88EA3-74D7-8F20-6CF6-1D7ECD77907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2924" y="3618656"/>
            <a:ext cx="4992687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AC594335-3B13-B806-DFDD-359BB86A05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2924" y="4027302"/>
            <a:ext cx="4992687" cy="171447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78120E1C-AC93-18FA-B5C2-EFD0079C762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02040" y="3618656"/>
            <a:ext cx="4992687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773FD95C-796C-89AE-3D79-365AFA8DBB7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02040" y="4027302"/>
            <a:ext cx="4992687" cy="171447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11625317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lumn with Su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C673D90-2784-6324-B25C-1271BED23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8480AE4-70E2-EC58-722E-566C953C8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6187379" y="2351314"/>
            <a:ext cx="5422009" cy="3917724"/>
          </a:xfrm>
          <a:prstGeom prst="roundRect">
            <a:avLst>
              <a:gd name="adj" fmla="val 5100"/>
            </a:avLst>
          </a:prstGeom>
          <a:solidFill>
            <a:schemeClr val="bg1"/>
          </a:solidFill>
          <a:ln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35D059F-8960-BD0E-DD3F-C1FDA7B30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588263" y="2351314"/>
            <a:ext cx="5422009" cy="3917724"/>
          </a:xfrm>
          <a:prstGeom prst="roundRect">
            <a:avLst>
              <a:gd name="adj" fmla="val 5100"/>
            </a:avLst>
          </a:prstGeom>
          <a:solidFill>
            <a:schemeClr val="bg1"/>
          </a:solidFill>
          <a:ln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A54261-DEFA-B4C7-3C37-3325F7331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1B8E056B-BD9A-9EF0-1889-538D7BECC1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8262" y="1436688"/>
            <a:ext cx="11018519" cy="615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kumimoji="0" lang="en-US" sz="2000" b="0" i="0" u="none" strike="noStrike" cap="none" normalizeH="0" dirty="0" smtClean="0">
                <a:ln>
                  <a:noFill/>
                </a:ln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4FA88EA3-74D7-8F20-6CF6-1D7ECD77907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2924" y="3618656"/>
            <a:ext cx="4992687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AC594335-3B13-B806-DFDD-359BB86A05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2924" y="4027302"/>
            <a:ext cx="4992687" cy="171447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78120E1C-AC93-18FA-B5C2-EFD0079C762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02040" y="3618656"/>
            <a:ext cx="4992687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773FD95C-796C-89AE-3D79-365AFA8DBB7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02040" y="4027302"/>
            <a:ext cx="4992687" cy="171447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686941362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S logo gray - EMF">
            <a:extLst>
              <a:ext uri="{FF2B5EF4-FFF2-40B4-BE49-F238E27FC236}">
                <a16:creationId xmlns:a16="http://schemas.microsoft.com/office/drawing/2014/main" id="{F5B99E32-BE96-9C71-F6FE-18FCE39CB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680648" y="487464"/>
            <a:ext cx="1366440" cy="292608"/>
          </a:xfrm>
          <a:prstGeom prst="rect">
            <a:avLst/>
          </a:prstGeom>
        </p:spPr>
      </p:pic>
      <p:sp>
        <p:nvSpPr>
          <p:cNvPr id="4" name="Freeform 234">
            <a:extLst>
              <a:ext uri="{FF2B5EF4-FFF2-40B4-BE49-F238E27FC236}">
                <a16:creationId xmlns:a16="http://schemas.microsoft.com/office/drawing/2014/main" id="{C282B764-9C67-5137-2477-17803C7F7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366083" y="2154362"/>
            <a:ext cx="1434671" cy="182384"/>
          </a:xfrm>
          <a:custGeom>
            <a:avLst/>
            <a:gdLst>
              <a:gd name="T0" fmla="*/ 0 w 472"/>
              <a:gd name="T1" fmla="*/ 0 h 60"/>
              <a:gd name="T2" fmla="*/ 28 w 472"/>
              <a:gd name="T3" fmla="*/ 57 h 60"/>
              <a:gd name="T4" fmla="*/ 46 w 472"/>
              <a:gd name="T5" fmla="*/ 29 h 60"/>
              <a:gd name="T6" fmla="*/ 34 w 472"/>
              <a:gd name="T7" fmla="*/ 48 h 60"/>
              <a:gd name="T8" fmla="*/ 6 w 472"/>
              <a:gd name="T9" fmla="*/ 54 h 60"/>
              <a:gd name="T10" fmla="*/ 41 w 472"/>
              <a:gd name="T11" fmla="*/ 29 h 60"/>
              <a:gd name="T12" fmla="*/ 73 w 472"/>
              <a:gd name="T13" fmla="*/ 0 h 60"/>
              <a:gd name="T14" fmla="*/ 63 w 472"/>
              <a:gd name="T15" fmla="*/ 42 h 60"/>
              <a:gd name="T16" fmla="*/ 101 w 472"/>
              <a:gd name="T17" fmla="*/ 59 h 60"/>
              <a:gd name="T18" fmla="*/ 75 w 472"/>
              <a:gd name="T19" fmla="*/ 10 h 60"/>
              <a:gd name="T20" fmla="*/ 76 w 472"/>
              <a:gd name="T21" fmla="*/ 6 h 60"/>
              <a:gd name="T22" fmla="*/ 87 w 472"/>
              <a:gd name="T23" fmla="*/ 37 h 60"/>
              <a:gd name="T24" fmla="*/ 119 w 472"/>
              <a:gd name="T25" fmla="*/ 11 h 60"/>
              <a:gd name="T26" fmla="*/ 116 w 472"/>
              <a:gd name="T27" fmla="*/ 8 h 60"/>
              <a:gd name="T28" fmla="*/ 116 w 472"/>
              <a:gd name="T29" fmla="*/ 59 h 60"/>
              <a:gd name="T30" fmla="*/ 117 w 472"/>
              <a:gd name="T31" fmla="*/ 0 h 60"/>
              <a:gd name="T32" fmla="*/ 152 w 472"/>
              <a:gd name="T33" fmla="*/ 51 h 60"/>
              <a:gd name="T34" fmla="*/ 152 w 472"/>
              <a:gd name="T35" fmla="*/ 44 h 60"/>
              <a:gd name="T36" fmla="*/ 157 w 472"/>
              <a:gd name="T37" fmla="*/ 59 h 60"/>
              <a:gd name="T38" fmla="*/ 179 w 472"/>
              <a:gd name="T39" fmla="*/ 31 h 60"/>
              <a:gd name="T40" fmla="*/ 178 w 472"/>
              <a:gd name="T41" fmla="*/ 59 h 60"/>
              <a:gd name="T42" fmla="*/ 178 w 472"/>
              <a:gd name="T43" fmla="*/ 0 h 60"/>
              <a:gd name="T44" fmla="*/ 179 w 472"/>
              <a:gd name="T45" fmla="*/ 27 h 60"/>
              <a:gd name="T46" fmla="*/ 210 w 472"/>
              <a:gd name="T47" fmla="*/ 0 h 60"/>
              <a:gd name="T48" fmla="*/ 204 w 472"/>
              <a:gd name="T49" fmla="*/ 59 h 60"/>
              <a:gd name="T50" fmla="*/ 242 w 472"/>
              <a:gd name="T51" fmla="*/ 36 h 60"/>
              <a:gd name="T52" fmla="*/ 247 w 472"/>
              <a:gd name="T53" fmla="*/ 36 h 60"/>
              <a:gd name="T54" fmla="*/ 279 w 472"/>
              <a:gd name="T55" fmla="*/ 36 h 60"/>
              <a:gd name="T56" fmla="*/ 284 w 472"/>
              <a:gd name="T57" fmla="*/ 35 h 60"/>
              <a:gd name="T58" fmla="*/ 355 w 472"/>
              <a:gd name="T59" fmla="*/ 15 h 60"/>
              <a:gd name="T60" fmla="*/ 354 w 472"/>
              <a:gd name="T61" fmla="*/ 9 h 60"/>
              <a:gd name="T62" fmla="*/ 334 w 472"/>
              <a:gd name="T63" fmla="*/ 59 h 60"/>
              <a:gd name="T64" fmla="*/ 335 w 472"/>
              <a:gd name="T65" fmla="*/ 46 h 60"/>
              <a:gd name="T66" fmla="*/ 337 w 472"/>
              <a:gd name="T67" fmla="*/ 52 h 60"/>
              <a:gd name="T68" fmla="*/ 356 w 472"/>
              <a:gd name="T69" fmla="*/ 0 h 60"/>
              <a:gd name="T70" fmla="*/ 370 w 472"/>
              <a:gd name="T71" fmla="*/ 52 h 60"/>
              <a:gd name="T72" fmla="*/ 372 w 472"/>
              <a:gd name="T73" fmla="*/ 48 h 60"/>
              <a:gd name="T74" fmla="*/ 373 w 472"/>
              <a:gd name="T75" fmla="*/ 59 h 60"/>
              <a:gd name="T76" fmla="*/ 429 w 472"/>
              <a:gd name="T77" fmla="*/ 0 h 60"/>
              <a:gd name="T78" fmla="*/ 405 w 472"/>
              <a:gd name="T79" fmla="*/ 27 h 60"/>
              <a:gd name="T80" fmla="*/ 405 w 472"/>
              <a:gd name="T81" fmla="*/ 32 h 60"/>
              <a:gd name="T82" fmla="*/ 430 w 472"/>
              <a:gd name="T83" fmla="*/ 59 h 60"/>
              <a:gd name="T84" fmla="*/ 442 w 472"/>
              <a:gd name="T85" fmla="*/ 0 h 60"/>
              <a:gd name="T86" fmla="*/ 472 w 472"/>
              <a:gd name="T87" fmla="*/ 54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472" h="60">
                <a:moveTo>
                  <a:pt x="39" y="7"/>
                </a:moveTo>
                <a:cubicBezTo>
                  <a:pt x="33" y="2"/>
                  <a:pt x="26" y="0"/>
                  <a:pt x="1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59"/>
                  <a:pt x="0" y="59"/>
                  <a:pt x="0" y="59"/>
                </a:cubicBezTo>
                <a:cubicBezTo>
                  <a:pt x="15" y="59"/>
                  <a:pt x="15" y="59"/>
                  <a:pt x="15" y="59"/>
                </a:cubicBezTo>
                <a:cubicBezTo>
                  <a:pt x="20" y="59"/>
                  <a:pt x="24" y="58"/>
                  <a:pt x="28" y="57"/>
                </a:cubicBezTo>
                <a:cubicBezTo>
                  <a:pt x="32" y="55"/>
                  <a:pt x="35" y="53"/>
                  <a:pt x="38" y="51"/>
                </a:cubicBezTo>
                <a:cubicBezTo>
                  <a:pt x="41" y="48"/>
                  <a:pt x="43" y="45"/>
                  <a:pt x="44" y="41"/>
                </a:cubicBezTo>
                <a:cubicBezTo>
                  <a:pt x="46" y="37"/>
                  <a:pt x="46" y="33"/>
                  <a:pt x="46" y="29"/>
                </a:cubicBezTo>
                <a:cubicBezTo>
                  <a:pt x="46" y="19"/>
                  <a:pt x="44" y="12"/>
                  <a:pt x="39" y="7"/>
                </a:cubicBezTo>
                <a:close/>
                <a:moveTo>
                  <a:pt x="39" y="40"/>
                </a:moveTo>
                <a:cubicBezTo>
                  <a:pt x="38" y="43"/>
                  <a:pt x="36" y="45"/>
                  <a:pt x="34" y="48"/>
                </a:cubicBezTo>
                <a:cubicBezTo>
                  <a:pt x="32" y="50"/>
                  <a:pt x="29" y="51"/>
                  <a:pt x="26" y="52"/>
                </a:cubicBezTo>
                <a:cubicBezTo>
                  <a:pt x="22" y="53"/>
                  <a:pt x="19" y="54"/>
                  <a:pt x="15" y="54"/>
                </a:cubicBezTo>
                <a:cubicBezTo>
                  <a:pt x="6" y="54"/>
                  <a:pt x="6" y="54"/>
                  <a:pt x="6" y="54"/>
                </a:cubicBezTo>
                <a:cubicBezTo>
                  <a:pt x="6" y="5"/>
                  <a:pt x="6" y="5"/>
                  <a:pt x="6" y="5"/>
                </a:cubicBezTo>
                <a:cubicBezTo>
                  <a:pt x="15" y="5"/>
                  <a:pt x="15" y="5"/>
                  <a:pt x="15" y="5"/>
                </a:cubicBezTo>
                <a:cubicBezTo>
                  <a:pt x="32" y="5"/>
                  <a:pt x="41" y="13"/>
                  <a:pt x="41" y="29"/>
                </a:cubicBezTo>
                <a:cubicBezTo>
                  <a:pt x="41" y="33"/>
                  <a:pt x="40" y="36"/>
                  <a:pt x="39" y="40"/>
                </a:cubicBezTo>
                <a:close/>
                <a:moveTo>
                  <a:pt x="79" y="0"/>
                </a:moveTo>
                <a:cubicBezTo>
                  <a:pt x="73" y="0"/>
                  <a:pt x="73" y="0"/>
                  <a:pt x="73" y="0"/>
                </a:cubicBezTo>
                <a:cubicBezTo>
                  <a:pt x="51" y="59"/>
                  <a:pt x="51" y="59"/>
                  <a:pt x="51" y="59"/>
                </a:cubicBezTo>
                <a:cubicBezTo>
                  <a:pt x="57" y="59"/>
                  <a:pt x="57" y="59"/>
                  <a:pt x="57" y="59"/>
                </a:cubicBezTo>
                <a:cubicBezTo>
                  <a:pt x="63" y="42"/>
                  <a:pt x="63" y="42"/>
                  <a:pt x="63" y="42"/>
                </a:cubicBezTo>
                <a:cubicBezTo>
                  <a:pt x="89" y="42"/>
                  <a:pt x="89" y="42"/>
                  <a:pt x="89" y="42"/>
                </a:cubicBezTo>
                <a:cubicBezTo>
                  <a:pt x="95" y="59"/>
                  <a:pt x="95" y="59"/>
                  <a:pt x="95" y="59"/>
                </a:cubicBezTo>
                <a:cubicBezTo>
                  <a:pt x="101" y="59"/>
                  <a:pt x="101" y="59"/>
                  <a:pt x="101" y="59"/>
                </a:cubicBezTo>
                <a:lnTo>
                  <a:pt x="79" y="0"/>
                </a:lnTo>
                <a:close/>
                <a:moveTo>
                  <a:pt x="65" y="37"/>
                </a:moveTo>
                <a:cubicBezTo>
                  <a:pt x="75" y="10"/>
                  <a:pt x="75" y="10"/>
                  <a:pt x="75" y="10"/>
                </a:cubicBezTo>
                <a:cubicBezTo>
                  <a:pt x="75" y="10"/>
                  <a:pt x="75" y="9"/>
                  <a:pt x="75" y="8"/>
                </a:cubicBezTo>
                <a:cubicBezTo>
                  <a:pt x="76" y="8"/>
                  <a:pt x="76" y="7"/>
                  <a:pt x="76" y="6"/>
                </a:cubicBezTo>
                <a:cubicBezTo>
                  <a:pt x="76" y="6"/>
                  <a:pt x="76" y="6"/>
                  <a:pt x="76" y="6"/>
                </a:cubicBezTo>
                <a:cubicBezTo>
                  <a:pt x="76" y="7"/>
                  <a:pt x="76" y="8"/>
                  <a:pt x="77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87" y="37"/>
                  <a:pt x="87" y="37"/>
                  <a:pt x="87" y="37"/>
                </a:cubicBezTo>
                <a:lnTo>
                  <a:pt x="65" y="37"/>
                </a:lnTo>
                <a:close/>
                <a:moveTo>
                  <a:pt x="151" y="59"/>
                </a:moveTo>
                <a:cubicBezTo>
                  <a:pt x="119" y="11"/>
                  <a:pt x="119" y="11"/>
                  <a:pt x="119" y="11"/>
                </a:cubicBezTo>
                <a:cubicBezTo>
                  <a:pt x="118" y="11"/>
                  <a:pt x="118" y="10"/>
                  <a:pt x="117" y="10"/>
                </a:cubicBezTo>
                <a:cubicBezTo>
                  <a:pt x="117" y="9"/>
                  <a:pt x="117" y="8"/>
                  <a:pt x="116" y="8"/>
                </a:cubicBezTo>
                <a:cubicBezTo>
                  <a:pt x="116" y="8"/>
                  <a:pt x="116" y="8"/>
                  <a:pt x="116" y="8"/>
                </a:cubicBezTo>
                <a:cubicBezTo>
                  <a:pt x="116" y="8"/>
                  <a:pt x="116" y="9"/>
                  <a:pt x="116" y="10"/>
                </a:cubicBezTo>
                <a:cubicBezTo>
                  <a:pt x="116" y="11"/>
                  <a:pt x="116" y="12"/>
                  <a:pt x="116" y="13"/>
                </a:cubicBezTo>
                <a:cubicBezTo>
                  <a:pt x="116" y="59"/>
                  <a:pt x="116" y="59"/>
                  <a:pt x="116" y="59"/>
                </a:cubicBezTo>
                <a:cubicBezTo>
                  <a:pt x="111" y="59"/>
                  <a:pt x="111" y="59"/>
                  <a:pt x="111" y="59"/>
                </a:cubicBezTo>
                <a:cubicBezTo>
                  <a:pt x="111" y="0"/>
                  <a:pt x="111" y="0"/>
                  <a:pt x="111" y="0"/>
                </a:cubicBezTo>
                <a:cubicBezTo>
                  <a:pt x="117" y="0"/>
                  <a:pt x="117" y="0"/>
                  <a:pt x="117" y="0"/>
                </a:cubicBezTo>
                <a:cubicBezTo>
                  <a:pt x="149" y="47"/>
                  <a:pt x="149" y="47"/>
                  <a:pt x="149" y="47"/>
                </a:cubicBezTo>
                <a:cubicBezTo>
                  <a:pt x="150" y="48"/>
                  <a:pt x="150" y="48"/>
                  <a:pt x="151" y="49"/>
                </a:cubicBezTo>
                <a:cubicBezTo>
                  <a:pt x="151" y="50"/>
                  <a:pt x="151" y="50"/>
                  <a:pt x="152" y="51"/>
                </a:cubicBezTo>
                <a:cubicBezTo>
                  <a:pt x="152" y="51"/>
                  <a:pt x="152" y="51"/>
                  <a:pt x="152" y="51"/>
                </a:cubicBezTo>
                <a:cubicBezTo>
                  <a:pt x="152" y="50"/>
                  <a:pt x="152" y="49"/>
                  <a:pt x="152" y="48"/>
                </a:cubicBezTo>
                <a:cubicBezTo>
                  <a:pt x="152" y="46"/>
                  <a:pt x="152" y="45"/>
                  <a:pt x="152" y="44"/>
                </a:cubicBezTo>
                <a:cubicBezTo>
                  <a:pt x="152" y="0"/>
                  <a:pt x="152" y="0"/>
                  <a:pt x="152" y="0"/>
                </a:cubicBezTo>
                <a:cubicBezTo>
                  <a:pt x="157" y="0"/>
                  <a:pt x="157" y="0"/>
                  <a:pt x="157" y="0"/>
                </a:cubicBezTo>
                <a:cubicBezTo>
                  <a:pt x="157" y="59"/>
                  <a:pt x="157" y="59"/>
                  <a:pt x="157" y="59"/>
                </a:cubicBezTo>
                <a:lnTo>
                  <a:pt x="151" y="59"/>
                </a:lnTo>
                <a:close/>
                <a:moveTo>
                  <a:pt x="204" y="59"/>
                </a:moveTo>
                <a:cubicBezTo>
                  <a:pt x="179" y="31"/>
                  <a:pt x="179" y="31"/>
                  <a:pt x="179" y="31"/>
                </a:cubicBezTo>
                <a:cubicBezTo>
                  <a:pt x="179" y="31"/>
                  <a:pt x="178" y="30"/>
                  <a:pt x="178" y="30"/>
                </a:cubicBezTo>
                <a:cubicBezTo>
                  <a:pt x="178" y="30"/>
                  <a:pt x="178" y="30"/>
                  <a:pt x="178" y="30"/>
                </a:cubicBezTo>
                <a:cubicBezTo>
                  <a:pt x="178" y="59"/>
                  <a:pt x="178" y="59"/>
                  <a:pt x="178" y="59"/>
                </a:cubicBezTo>
                <a:cubicBezTo>
                  <a:pt x="173" y="59"/>
                  <a:pt x="173" y="59"/>
                  <a:pt x="173" y="59"/>
                </a:cubicBezTo>
                <a:cubicBezTo>
                  <a:pt x="173" y="0"/>
                  <a:pt x="173" y="0"/>
                  <a:pt x="173" y="0"/>
                </a:cubicBezTo>
                <a:cubicBezTo>
                  <a:pt x="178" y="0"/>
                  <a:pt x="178" y="0"/>
                  <a:pt x="178" y="0"/>
                </a:cubicBezTo>
                <a:cubicBezTo>
                  <a:pt x="178" y="28"/>
                  <a:pt x="178" y="28"/>
                  <a:pt x="178" y="28"/>
                </a:cubicBezTo>
                <a:cubicBezTo>
                  <a:pt x="178" y="28"/>
                  <a:pt x="178" y="28"/>
                  <a:pt x="178" y="28"/>
                </a:cubicBezTo>
                <a:cubicBezTo>
                  <a:pt x="178" y="27"/>
                  <a:pt x="179" y="27"/>
                  <a:pt x="179" y="27"/>
                </a:cubicBezTo>
                <a:cubicBezTo>
                  <a:pt x="179" y="27"/>
                  <a:pt x="179" y="26"/>
                  <a:pt x="180" y="26"/>
                </a:cubicBezTo>
                <a:cubicBezTo>
                  <a:pt x="203" y="0"/>
                  <a:pt x="203" y="0"/>
                  <a:pt x="203" y="0"/>
                </a:cubicBezTo>
                <a:cubicBezTo>
                  <a:pt x="210" y="0"/>
                  <a:pt x="210" y="0"/>
                  <a:pt x="210" y="0"/>
                </a:cubicBezTo>
                <a:cubicBezTo>
                  <a:pt x="184" y="28"/>
                  <a:pt x="184" y="28"/>
                  <a:pt x="184" y="28"/>
                </a:cubicBezTo>
                <a:cubicBezTo>
                  <a:pt x="211" y="59"/>
                  <a:pt x="211" y="59"/>
                  <a:pt x="211" y="59"/>
                </a:cubicBezTo>
                <a:lnTo>
                  <a:pt x="204" y="59"/>
                </a:lnTo>
                <a:close/>
                <a:moveTo>
                  <a:pt x="284" y="35"/>
                </a:moveTo>
                <a:cubicBezTo>
                  <a:pt x="284" y="52"/>
                  <a:pt x="277" y="60"/>
                  <a:pt x="263" y="60"/>
                </a:cubicBezTo>
                <a:cubicBezTo>
                  <a:pt x="249" y="60"/>
                  <a:pt x="242" y="52"/>
                  <a:pt x="242" y="36"/>
                </a:cubicBezTo>
                <a:cubicBezTo>
                  <a:pt x="242" y="0"/>
                  <a:pt x="242" y="0"/>
                  <a:pt x="242" y="0"/>
                </a:cubicBezTo>
                <a:cubicBezTo>
                  <a:pt x="247" y="0"/>
                  <a:pt x="247" y="0"/>
                  <a:pt x="247" y="0"/>
                </a:cubicBezTo>
                <a:cubicBezTo>
                  <a:pt x="247" y="36"/>
                  <a:pt x="247" y="36"/>
                  <a:pt x="247" y="36"/>
                </a:cubicBezTo>
                <a:cubicBezTo>
                  <a:pt x="247" y="42"/>
                  <a:pt x="249" y="47"/>
                  <a:pt x="251" y="50"/>
                </a:cubicBezTo>
                <a:cubicBezTo>
                  <a:pt x="254" y="53"/>
                  <a:pt x="258" y="55"/>
                  <a:pt x="263" y="55"/>
                </a:cubicBezTo>
                <a:cubicBezTo>
                  <a:pt x="274" y="55"/>
                  <a:pt x="279" y="49"/>
                  <a:pt x="279" y="36"/>
                </a:cubicBezTo>
                <a:cubicBezTo>
                  <a:pt x="279" y="0"/>
                  <a:pt x="279" y="0"/>
                  <a:pt x="279" y="0"/>
                </a:cubicBezTo>
                <a:cubicBezTo>
                  <a:pt x="284" y="0"/>
                  <a:pt x="284" y="0"/>
                  <a:pt x="284" y="0"/>
                </a:cubicBezTo>
                <a:lnTo>
                  <a:pt x="284" y="35"/>
                </a:lnTo>
                <a:close/>
                <a:moveTo>
                  <a:pt x="373" y="59"/>
                </a:moveTo>
                <a:cubicBezTo>
                  <a:pt x="368" y="59"/>
                  <a:pt x="368" y="59"/>
                  <a:pt x="368" y="59"/>
                </a:cubicBezTo>
                <a:cubicBezTo>
                  <a:pt x="355" y="15"/>
                  <a:pt x="355" y="15"/>
                  <a:pt x="355" y="15"/>
                </a:cubicBezTo>
                <a:cubicBezTo>
                  <a:pt x="355" y="14"/>
                  <a:pt x="354" y="13"/>
                  <a:pt x="354" y="12"/>
                </a:cubicBezTo>
                <a:cubicBezTo>
                  <a:pt x="354" y="11"/>
                  <a:pt x="354" y="10"/>
                  <a:pt x="354" y="9"/>
                </a:cubicBezTo>
                <a:cubicBezTo>
                  <a:pt x="354" y="9"/>
                  <a:pt x="354" y="9"/>
                  <a:pt x="354" y="9"/>
                </a:cubicBezTo>
                <a:cubicBezTo>
                  <a:pt x="354" y="11"/>
                  <a:pt x="353" y="13"/>
                  <a:pt x="353" y="15"/>
                </a:cubicBezTo>
                <a:cubicBezTo>
                  <a:pt x="339" y="59"/>
                  <a:pt x="339" y="59"/>
                  <a:pt x="339" y="59"/>
                </a:cubicBezTo>
                <a:cubicBezTo>
                  <a:pt x="334" y="59"/>
                  <a:pt x="334" y="59"/>
                  <a:pt x="334" y="59"/>
                </a:cubicBezTo>
                <a:cubicBezTo>
                  <a:pt x="316" y="0"/>
                  <a:pt x="316" y="0"/>
                  <a:pt x="316" y="0"/>
                </a:cubicBezTo>
                <a:cubicBezTo>
                  <a:pt x="322" y="0"/>
                  <a:pt x="322" y="0"/>
                  <a:pt x="322" y="0"/>
                </a:cubicBezTo>
                <a:cubicBezTo>
                  <a:pt x="335" y="46"/>
                  <a:pt x="335" y="46"/>
                  <a:pt x="335" y="46"/>
                </a:cubicBezTo>
                <a:cubicBezTo>
                  <a:pt x="336" y="47"/>
                  <a:pt x="336" y="48"/>
                  <a:pt x="336" y="49"/>
                </a:cubicBezTo>
                <a:cubicBezTo>
                  <a:pt x="336" y="50"/>
                  <a:pt x="336" y="51"/>
                  <a:pt x="337" y="52"/>
                </a:cubicBezTo>
                <a:cubicBezTo>
                  <a:pt x="337" y="52"/>
                  <a:pt x="337" y="52"/>
                  <a:pt x="337" y="52"/>
                </a:cubicBezTo>
                <a:cubicBezTo>
                  <a:pt x="337" y="51"/>
                  <a:pt x="337" y="49"/>
                  <a:pt x="338" y="46"/>
                </a:cubicBezTo>
                <a:cubicBezTo>
                  <a:pt x="352" y="0"/>
                  <a:pt x="352" y="0"/>
                  <a:pt x="352" y="0"/>
                </a:cubicBezTo>
                <a:cubicBezTo>
                  <a:pt x="356" y="0"/>
                  <a:pt x="356" y="0"/>
                  <a:pt x="356" y="0"/>
                </a:cubicBezTo>
                <a:cubicBezTo>
                  <a:pt x="369" y="46"/>
                  <a:pt x="369" y="46"/>
                  <a:pt x="369" y="46"/>
                </a:cubicBezTo>
                <a:cubicBezTo>
                  <a:pt x="370" y="47"/>
                  <a:pt x="370" y="48"/>
                  <a:pt x="370" y="49"/>
                </a:cubicBezTo>
                <a:cubicBezTo>
                  <a:pt x="370" y="50"/>
                  <a:pt x="370" y="51"/>
                  <a:pt x="370" y="52"/>
                </a:cubicBezTo>
                <a:cubicBezTo>
                  <a:pt x="371" y="52"/>
                  <a:pt x="371" y="52"/>
                  <a:pt x="371" y="52"/>
                </a:cubicBezTo>
                <a:cubicBezTo>
                  <a:pt x="371" y="51"/>
                  <a:pt x="371" y="51"/>
                  <a:pt x="371" y="50"/>
                </a:cubicBezTo>
                <a:cubicBezTo>
                  <a:pt x="371" y="49"/>
                  <a:pt x="371" y="48"/>
                  <a:pt x="372" y="48"/>
                </a:cubicBezTo>
                <a:cubicBezTo>
                  <a:pt x="385" y="0"/>
                  <a:pt x="385" y="0"/>
                  <a:pt x="385" y="0"/>
                </a:cubicBezTo>
                <a:cubicBezTo>
                  <a:pt x="390" y="0"/>
                  <a:pt x="390" y="0"/>
                  <a:pt x="390" y="0"/>
                </a:cubicBezTo>
                <a:lnTo>
                  <a:pt x="373" y="59"/>
                </a:lnTo>
                <a:close/>
                <a:moveTo>
                  <a:pt x="400" y="59"/>
                </a:moveTo>
                <a:cubicBezTo>
                  <a:pt x="400" y="0"/>
                  <a:pt x="400" y="0"/>
                  <a:pt x="400" y="0"/>
                </a:cubicBezTo>
                <a:cubicBezTo>
                  <a:pt x="429" y="0"/>
                  <a:pt x="429" y="0"/>
                  <a:pt x="429" y="0"/>
                </a:cubicBezTo>
                <a:cubicBezTo>
                  <a:pt x="429" y="5"/>
                  <a:pt x="429" y="5"/>
                  <a:pt x="429" y="5"/>
                </a:cubicBezTo>
                <a:cubicBezTo>
                  <a:pt x="405" y="5"/>
                  <a:pt x="405" y="5"/>
                  <a:pt x="405" y="5"/>
                </a:cubicBezTo>
                <a:cubicBezTo>
                  <a:pt x="405" y="27"/>
                  <a:pt x="405" y="27"/>
                  <a:pt x="405" y="27"/>
                </a:cubicBezTo>
                <a:cubicBezTo>
                  <a:pt x="427" y="27"/>
                  <a:pt x="427" y="27"/>
                  <a:pt x="427" y="27"/>
                </a:cubicBezTo>
                <a:cubicBezTo>
                  <a:pt x="427" y="32"/>
                  <a:pt x="427" y="32"/>
                  <a:pt x="427" y="32"/>
                </a:cubicBezTo>
                <a:cubicBezTo>
                  <a:pt x="405" y="32"/>
                  <a:pt x="405" y="32"/>
                  <a:pt x="405" y="32"/>
                </a:cubicBezTo>
                <a:cubicBezTo>
                  <a:pt x="405" y="54"/>
                  <a:pt x="405" y="54"/>
                  <a:pt x="405" y="54"/>
                </a:cubicBezTo>
                <a:cubicBezTo>
                  <a:pt x="430" y="54"/>
                  <a:pt x="430" y="54"/>
                  <a:pt x="430" y="54"/>
                </a:cubicBezTo>
                <a:cubicBezTo>
                  <a:pt x="430" y="59"/>
                  <a:pt x="430" y="59"/>
                  <a:pt x="430" y="59"/>
                </a:cubicBezTo>
                <a:lnTo>
                  <a:pt x="400" y="59"/>
                </a:lnTo>
                <a:close/>
                <a:moveTo>
                  <a:pt x="442" y="59"/>
                </a:moveTo>
                <a:cubicBezTo>
                  <a:pt x="442" y="0"/>
                  <a:pt x="442" y="0"/>
                  <a:pt x="442" y="0"/>
                </a:cubicBezTo>
                <a:cubicBezTo>
                  <a:pt x="448" y="0"/>
                  <a:pt x="448" y="0"/>
                  <a:pt x="448" y="0"/>
                </a:cubicBezTo>
                <a:cubicBezTo>
                  <a:pt x="448" y="54"/>
                  <a:pt x="448" y="54"/>
                  <a:pt x="448" y="54"/>
                </a:cubicBezTo>
                <a:cubicBezTo>
                  <a:pt x="472" y="54"/>
                  <a:pt x="472" y="54"/>
                  <a:pt x="472" y="54"/>
                </a:cubicBezTo>
                <a:cubicBezTo>
                  <a:pt x="472" y="59"/>
                  <a:pt x="472" y="59"/>
                  <a:pt x="472" y="59"/>
                </a:cubicBezTo>
                <a:lnTo>
                  <a:pt x="442" y="59"/>
                </a:lnTo>
                <a:close/>
              </a:path>
            </a:pathLst>
          </a:custGeom>
          <a:solidFill>
            <a:srgbClr val="002050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5" name="Freeform 244">
            <a:extLst>
              <a:ext uri="{FF2B5EF4-FFF2-40B4-BE49-F238E27FC236}">
                <a16:creationId xmlns:a16="http://schemas.microsoft.com/office/drawing/2014/main" id="{8E2B41DF-F2C0-9380-F785-CDA4698F0B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874310" y="1596158"/>
            <a:ext cx="1220176" cy="273577"/>
          </a:xfrm>
          <a:custGeom>
            <a:avLst/>
            <a:gdLst>
              <a:gd name="T0" fmla="*/ 0 w 402"/>
              <a:gd name="T1" fmla="*/ 21 h 90"/>
              <a:gd name="T2" fmla="*/ 18 w 402"/>
              <a:gd name="T3" fmla="*/ 89 h 90"/>
              <a:gd name="T4" fmla="*/ 54 w 402"/>
              <a:gd name="T5" fmla="*/ 54 h 90"/>
              <a:gd name="T6" fmla="*/ 39 w 402"/>
              <a:gd name="T7" fmla="*/ 75 h 90"/>
              <a:gd name="T8" fmla="*/ 8 w 402"/>
              <a:gd name="T9" fmla="*/ 82 h 90"/>
              <a:gd name="T10" fmla="*/ 19 w 402"/>
              <a:gd name="T11" fmla="*/ 29 h 90"/>
              <a:gd name="T12" fmla="*/ 39 w 402"/>
              <a:gd name="T13" fmla="*/ 75 h 90"/>
              <a:gd name="T14" fmla="*/ 27 w 402"/>
              <a:gd name="T15" fmla="*/ 15 h 90"/>
              <a:gd name="T16" fmla="*/ 10 w 402"/>
              <a:gd name="T17" fmla="*/ 0 h 90"/>
              <a:gd name="T18" fmla="*/ 23 w 402"/>
              <a:gd name="T19" fmla="*/ 10 h 90"/>
              <a:gd name="T20" fmla="*/ 37 w 402"/>
              <a:gd name="T21" fmla="*/ 0 h 90"/>
              <a:gd name="T22" fmla="*/ 84 w 402"/>
              <a:gd name="T23" fmla="*/ 21 h 90"/>
              <a:gd name="T24" fmla="*/ 67 w 402"/>
              <a:gd name="T25" fmla="*/ 89 h 90"/>
              <a:gd name="T26" fmla="*/ 102 w 402"/>
              <a:gd name="T27" fmla="*/ 70 h 90"/>
              <a:gd name="T28" fmla="*/ 118 w 402"/>
              <a:gd name="T29" fmla="*/ 89 h 90"/>
              <a:gd name="T30" fmla="*/ 77 w 402"/>
              <a:gd name="T31" fmla="*/ 63 h 90"/>
              <a:gd name="T32" fmla="*/ 88 w 402"/>
              <a:gd name="T33" fmla="*/ 30 h 90"/>
              <a:gd name="T34" fmla="*/ 89 w 402"/>
              <a:gd name="T35" fmla="*/ 34 h 90"/>
              <a:gd name="T36" fmla="*/ 77 w 402"/>
              <a:gd name="T37" fmla="*/ 63 h 90"/>
              <a:gd name="T38" fmla="*/ 164 w 402"/>
              <a:gd name="T39" fmla="*/ 89 h 90"/>
              <a:gd name="T40" fmla="*/ 136 w 402"/>
              <a:gd name="T41" fmla="*/ 56 h 90"/>
              <a:gd name="T42" fmla="*/ 136 w 402"/>
              <a:gd name="T43" fmla="*/ 89 h 90"/>
              <a:gd name="T44" fmla="*/ 128 w 402"/>
              <a:gd name="T45" fmla="*/ 21 h 90"/>
              <a:gd name="T46" fmla="*/ 136 w 402"/>
              <a:gd name="T47" fmla="*/ 53 h 90"/>
              <a:gd name="T48" fmla="*/ 138 w 402"/>
              <a:gd name="T49" fmla="*/ 51 h 90"/>
              <a:gd name="T50" fmla="*/ 173 w 402"/>
              <a:gd name="T51" fmla="*/ 21 h 90"/>
              <a:gd name="T52" fmla="*/ 175 w 402"/>
              <a:gd name="T53" fmla="*/ 89 h 90"/>
              <a:gd name="T54" fmla="*/ 208 w 402"/>
              <a:gd name="T55" fmla="*/ 90 h 90"/>
              <a:gd name="T56" fmla="*/ 183 w 402"/>
              <a:gd name="T57" fmla="*/ 21 h 90"/>
              <a:gd name="T58" fmla="*/ 191 w 402"/>
              <a:gd name="T59" fmla="*/ 62 h 90"/>
              <a:gd name="T60" fmla="*/ 226 w 402"/>
              <a:gd name="T61" fmla="*/ 63 h 90"/>
              <a:gd name="T62" fmla="*/ 233 w 402"/>
              <a:gd name="T63" fmla="*/ 21 h 90"/>
              <a:gd name="T64" fmla="*/ 267 w 402"/>
              <a:gd name="T65" fmla="*/ 65 h 90"/>
              <a:gd name="T66" fmla="*/ 249 w 402"/>
              <a:gd name="T67" fmla="*/ 90 h 90"/>
              <a:gd name="T68" fmla="*/ 242 w 402"/>
              <a:gd name="T69" fmla="*/ 81 h 90"/>
              <a:gd name="T70" fmla="*/ 260 w 402"/>
              <a:gd name="T71" fmla="*/ 65 h 90"/>
              <a:gd name="T72" fmla="*/ 267 w 402"/>
              <a:gd name="T73" fmla="*/ 21 h 90"/>
              <a:gd name="T74" fmla="*/ 320 w 402"/>
              <a:gd name="T75" fmla="*/ 89 h 90"/>
              <a:gd name="T76" fmla="*/ 285 w 402"/>
              <a:gd name="T77" fmla="*/ 21 h 90"/>
              <a:gd name="T78" fmla="*/ 319 w 402"/>
              <a:gd name="T79" fmla="*/ 29 h 90"/>
              <a:gd name="T80" fmla="*/ 292 w 402"/>
              <a:gd name="T81" fmla="*/ 51 h 90"/>
              <a:gd name="T82" fmla="*/ 317 w 402"/>
              <a:gd name="T83" fmla="*/ 58 h 90"/>
              <a:gd name="T84" fmla="*/ 292 w 402"/>
              <a:gd name="T85" fmla="*/ 82 h 90"/>
              <a:gd name="T86" fmla="*/ 320 w 402"/>
              <a:gd name="T87" fmla="*/ 89 h 90"/>
              <a:gd name="T88" fmla="*/ 394 w 402"/>
              <a:gd name="T89" fmla="*/ 89 h 90"/>
              <a:gd name="T90" fmla="*/ 395 w 402"/>
              <a:gd name="T91" fmla="*/ 31 h 90"/>
              <a:gd name="T92" fmla="*/ 393 w 402"/>
              <a:gd name="T93" fmla="*/ 37 h 90"/>
              <a:gd name="T94" fmla="*/ 366 w 402"/>
              <a:gd name="T95" fmla="*/ 89 h 90"/>
              <a:gd name="T96" fmla="*/ 341 w 402"/>
              <a:gd name="T97" fmla="*/ 31 h 90"/>
              <a:gd name="T98" fmla="*/ 341 w 402"/>
              <a:gd name="T99" fmla="*/ 44 h 90"/>
              <a:gd name="T100" fmla="*/ 333 w 402"/>
              <a:gd name="T101" fmla="*/ 89 h 90"/>
              <a:gd name="T102" fmla="*/ 344 w 402"/>
              <a:gd name="T103" fmla="*/ 21 h 90"/>
              <a:gd name="T104" fmla="*/ 368 w 402"/>
              <a:gd name="T105" fmla="*/ 77 h 90"/>
              <a:gd name="T106" fmla="*/ 371 w 402"/>
              <a:gd name="T107" fmla="*/ 68 h 90"/>
              <a:gd name="T108" fmla="*/ 402 w 402"/>
              <a:gd name="T109" fmla="*/ 21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402" h="90">
                <a:moveTo>
                  <a:pt x="19" y="21"/>
                </a:moveTo>
                <a:cubicBezTo>
                  <a:pt x="0" y="21"/>
                  <a:pt x="0" y="21"/>
                  <a:pt x="0" y="21"/>
                </a:cubicBezTo>
                <a:cubicBezTo>
                  <a:pt x="0" y="89"/>
                  <a:pt x="0" y="89"/>
                  <a:pt x="0" y="89"/>
                </a:cubicBezTo>
                <a:cubicBezTo>
                  <a:pt x="18" y="89"/>
                  <a:pt x="18" y="89"/>
                  <a:pt x="18" y="89"/>
                </a:cubicBezTo>
                <a:cubicBezTo>
                  <a:pt x="29" y="89"/>
                  <a:pt x="38" y="86"/>
                  <a:pt x="45" y="79"/>
                </a:cubicBezTo>
                <a:cubicBezTo>
                  <a:pt x="51" y="73"/>
                  <a:pt x="54" y="65"/>
                  <a:pt x="54" y="54"/>
                </a:cubicBezTo>
                <a:cubicBezTo>
                  <a:pt x="54" y="32"/>
                  <a:pt x="43" y="21"/>
                  <a:pt x="19" y="21"/>
                </a:cubicBezTo>
                <a:close/>
                <a:moveTo>
                  <a:pt x="39" y="75"/>
                </a:moveTo>
                <a:cubicBezTo>
                  <a:pt x="34" y="79"/>
                  <a:pt x="27" y="82"/>
                  <a:pt x="18" y="82"/>
                </a:cubicBezTo>
                <a:cubicBezTo>
                  <a:pt x="8" y="82"/>
                  <a:pt x="8" y="82"/>
                  <a:pt x="8" y="82"/>
                </a:cubicBezTo>
                <a:cubicBezTo>
                  <a:pt x="8" y="29"/>
                  <a:pt x="8" y="29"/>
                  <a:pt x="8" y="29"/>
                </a:cubicBezTo>
                <a:cubicBezTo>
                  <a:pt x="19" y="29"/>
                  <a:pt x="19" y="29"/>
                  <a:pt x="19" y="29"/>
                </a:cubicBezTo>
                <a:cubicBezTo>
                  <a:pt x="37" y="29"/>
                  <a:pt x="46" y="37"/>
                  <a:pt x="46" y="54"/>
                </a:cubicBezTo>
                <a:cubicBezTo>
                  <a:pt x="46" y="63"/>
                  <a:pt x="44" y="70"/>
                  <a:pt x="39" y="75"/>
                </a:cubicBezTo>
                <a:close/>
                <a:moveTo>
                  <a:pt x="37" y="0"/>
                </a:moveTo>
                <a:cubicBezTo>
                  <a:pt x="27" y="15"/>
                  <a:pt x="27" y="15"/>
                  <a:pt x="27" y="15"/>
                </a:cubicBezTo>
                <a:cubicBezTo>
                  <a:pt x="20" y="15"/>
                  <a:pt x="20" y="15"/>
                  <a:pt x="20" y="15"/>
                </a:cubicBezTo>
                <a:cubicBezTo>
                  <a:pt x="10" y="0"/>
                  <a:pt x="10" y="0"/>
                  <a:pt x="10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23" y="10"/>
                  <a:pt x="23" y="10"/>
                  <a:pt x="23" y="10"/>
                </a:cubicBezTo>
                <a:cubicBezTo>
                  <a:pt x="31" y="0"/>
                  <a:pt x="31" y="0"/>
                  <a:pt x="31" y="0"/>
                </a:cubicBezTo>
                <a:lnTo>
                  <a:pt x="37" y="0"/>
                </a:lnTo>
                <a:close/>
                <a:moveTo>
                  <a:pt x="92" y="21"/>
                </a:moveTo>
                <a:cubicBezTo>
                  <a:pt x="84" y="21"/>
                  <a:pt x="84" y="21"/>
                  <a:pt x="84" y="21"/>
                </a:cubicBezTo>
                <a:cubicBezTo>
                  <a:pt x="58" y="89"/>
                  <a:pt x="58" y="89"/>
                  <a:pt x="58" y="89"/>
                </a:cubicBezTo>
                <a:cubicBezTo>
                  <a:pt x="67" y="89"/>
                  <a:pt x="67" y="89"/>
                  <a:pt x="67" y="89"/>
                </a:cubicBezTo>
                <a:cubicBezTo>
                  <a:pt x="74" y="70"/>
                  <a:pt x="74" y="70"/>
                  <a:pt x="74" y="70"/>
                </a:cubicBezTo>
                <a:cubicBezTo>
                  <a:pt x="102" y="70"/>
                  <a:pt x="102" y="70"/>
                  <a:pt x="102" y="70"/>
                </a:cubicBezTo>
                <a:cubicBezTo>
                  <a:pt x="110" y="89"/>
                  <a:pt x="110" y="89"/>
                  <a:pt x="110" y="89"/>
                </a:cubicBezTo>
                <a:cubicBezTo>
                  <a:pt x="118" y="89"/>
                  <a:pt x="118" y="89"/>
                  <a:pt x="118" y="89"/>
                </a:cubicBezTo>
                <a:lnTo>
                  <a:pt x="92" y="21"/>
                </a:lnTo>
                <a:close/>
                <a:moveTo>
                  <a:pt x="77" y="63"/>
                </a:moveTo>
                <a:cubicBezTo>
                  <a:pt x="87" y="34"/>
                  <a:pt x="87" y="34"/>
                  <a:pt x="87" y="34"/>
                </a:cubicBezTo>
                <a:cubicBezTo>
                  <a:pt x="87" y="33"/>
                  <a:pt x="88" y="32"/>
                  <a:pt x="88" y="30"/>
                </a:cubicBezTo>
                <a:cubicBezTo>
                  <a:pt x="88" y="30"/>
                  <a:pt x="88" y="30"/>
                  <a:pt x="88" y="30"/>
                </a:cubicBezTo>
                <a:cubicBezTo>
                  <a:pt x="89" y="32"/>
                  <a:pt x="89" y="33"/>
                  <a:pt x="89" y="34"/>
                </a:cubicBezTo>
                <a:cubicBezTo>
                  <a:pt x="100" y="63"/>
                  <a:pt x="100" y="63"/>
                  <a:pt x="100" y="63"/>
                </a:cubicBezTo>
                <a:lnTo>
                  <a:pt x="77" y="63"/>
                </a:lnTo>
                <a:close/>
                <a:moveTo>
                  <a:pt x="175" y="89"/>
                </a:moveTo>
                <a:cubicBezTo>
                  <a:pt x="164" y="89"/>
                  <a:pt x="164" y="89"/>
                  <a:pt x="164" y="89"/>
                </a:cubicBezTo>
                <a:cubicBezTo>
                  <a:pt x="138" y="58"/>
                  <a:pt x="138" y="58"/>
                  <a:pt x="138" y="58"/>
                </a:cubicBezTo>
                <a:cubicBezTo>
                  <a:pt x="137" y="57"/>
                  <a:pt x="137" y="56"/>
                  <a:pt x="136" y="56"/>
                </a:cubicBezTo>
                <a:cubicBezTo>
                  <a:pt x="136" y="56"/>
                  <a:pt x="136" y="56"/>
                  <a:pt x="136" y="56"/>
                </a:cubicBezTo>
                <a:cubicBezTo>
                  <a:pt x="136" y="89"/>
                  <a:pt x="136" y="89"/>
                  <a:pt x="136" y="89"/>
                </a:cubicBezTo>
                <a:cubicBezTo>
                  <a:pt x="128" y="89"/>
                  <a:pt x="128" y="89"/>
                  <a:pt x="128" y="89"/>
                </a:cubicBezTo>
                <a:cubicBezTo>
                  <a:pt x="128" y="21"/>
                  <a:pt x="128" y="21"/>
                  <a:pt x="128" y="21"/>
                </a:cubicBezTo>
                <a:cubicBezTo>
                  <a:pt x="136" y="21"/>
                  <a:pt x="136" y="21"/>
                  <a:pt x="136" y="21"/>
                </a:cubicBezTo>
                <a:cubicBezTo>
                  <a:pt x="136" y="53"/>
                  <a:pt x="136" y="53"/>
                  <a:pt x="136" y="53"/>
                </a:cubicBezTo>
                <a:cubicBezTo>
                  <a:pt x="136" y="53"/>
                  <a:pt x="136" y="53"/>
                  <a:pt x="136" y="53"/>
                </a:cubicBezTo>
                <a:cubicBezTo>
                  <a:pt x="137" y="52"/>
                  <a:pt x="137" y="52"/>
                  <a:pt x="138" y="51"/>
                </a:cubicBezTo>
                <a:cubicBezTo>
                  <a:pt x="163" y="21"/>
                  <a:pt x="163" y="21"/>
                  <a:pt x="163" y="21"/>
                </a:cubicBezTo>
                <a:cubicBezTo>
                  <a:pt x="173" y="21"/>
                  <a:pt x="173" y="21"/>
                  <a:pt x="173" y="21"/>
                </a:cubicBezTo>
                <a:cubicBezTo>
                  <a:pt x="144" y="54"/>
                  <a:pt x="144" y="54"/>
                  <a:pt x="144" y="54"/>
                </a:cubicBezTo>
                <a:lnTo>
                  <a:pt x="175" y="89"/>
                </a:lnTo>
                <a:close/>
                <a:moveTo>
                  <a:pt x="233" y="62"/>
                </a:moveTo>
                <a:cubicBezTo>
                  <a:pt x="233" y="80"/>
                  <a:pt x="225" y="90"/>
                  <a:pt x="208" y="90"/>
                </a:cubicBezTo>
                <a:cubicBezTo>
                  <a:pt x="191" y="90"/>
                  <a:pt x="183" y="81"/>
                  <a:pt x="183" y="63"/>
                </a:cubicBezTo>
                <a:cubicBezTo>
                  <a:pt x="183" y="21"/>
                  <a:pt x="183" y="21"/>
                  <a:pt x="183" y="21"/>
                </a:cubicBezTo>
                <a:cubicBezTo>
                  <a:pt x="191" y="21"/>
                  <a:pt x="191" y="21"/>
                  <a:pt x="191" y="21"/>
                </a:cubicBezTo>
                <a:cubicBezTo>
                  <a:pt x="191" y="62"/>
                  <a:pt x="191" y="62"/>
                  <a:pt x="191" y="62"/>
                </a:cubicBezTo>
                <a:cubicBezTo>
                  <a:pt x="191" y="76"/>
                  <a:pt x="197" y="83"/>
                  <a:pt x="209" y="83"/>
                </a:cubicBezTo>
                <a:cubicBezTo>
                  <a:pt x="220" y="83"/>
                  <a:pt x="226" y="76"/>
                  <a:pt x="226" y="63"/>
                </a:cubicBezTo>
                <a:cubicBezTo>
                  <a:pt x="226" y="21"/>
                  <a:pt x="226" y="21"/>
                  <a:pt x="226" y="21"/>
                </a:cubicBezTo>
                <a:cubicBezTo>
                  <a:pt x="233" y="21"/>
                  <a:pt x="233" y="21"/>
                  <a:pt x="233" y="21"/>
                </a:cubicBezTo>
                <a:lnTo>
                  <a:pt x="233" y="62"/>
                </a:lnTo>
                <a:close/>
                <a:moveTo>
                  <a:pt x="267" y="65"/>
                </a:moveTo>
                <a:cubicBezTo>
                  <a:pt x="267" y="73"/>
                  <a:pt x="266" y="79"/>
                  <a:pt x="262" y="83"/>
                </a:cubicBezTo>
                <a:cubicBezTo>
                  <a:pt x="259" y="88"/>
                  <a:pt x="255" y="90"/>
                  <a:pt x="249" y="90"/>
                </a:cubicBezTo>
                <a:cubicBezTo>
                  <a:pt x="246" y="90"/>
                  <a:pt x="244" y="90"/>
                  <a:pt x="242" y="89"/>
                </a:cubicBezTo>
                <a:cubicBezTo>
                  <a:pt x="242" y="81"/>
                  <a:pt x="242" y="81"/>
                  <a:pt x="242" y="81"/>
                </a:cubicBezTo>
                <a:cubicBezTo>
                  <a:pt x="244" y="82"/>
                  <a:pt x="246" y="83"/>
                  <a:pt x="249" y="83"/>
                </a:cubicBezTo>
                <a:cubicBezTo>
                  <a:pt x="256" y="83"/>
                  <a:pt x="260" y="77"/>
                  <a:pt x="260" y="65"/>
                </a:cubicBezTo>
                <a:cubicBezTo>
                  <a:pt x="260" y="21"/>
                  <a:pt x="260" y="21"/>
                  <a:pt x="260" y="21"/>
                </a:cubicBezTo>
                <a:cubicBezTo>
                  <a:pt x="267" y="21"/>
                  <a:pt x="267" y="21"/>
                  <a:pt x="267" y="21"/>
                </a:cubicBezTo>
                <a:lnTo>
                  <a:pt x="267" y="65"/>
                </a:lnTo>
                <a:close/>
                <a:moveTo>
                  <a:pt x="320" y="89"/>
                </a:moveTo>
                <a:cubicBezTo>
                  <a:pt x="285" y="89"/>
                  <a:pt x="285" y="89"/>
                  <a:pt x="285" y="89"/>
                </a:cubicBezTo>
                <a:cubicBezTo>
                  <a:pt x="285" y="21"/>
                  <a:pt x="285" y="21"/>
                  <a:pt x="285" y="21"/>
                </a:cubicBezTo>
                <a:cubicBezTo>
                  <a:pt x="319" y="21"/>
                  <a:pt x="319" y="21"/>
                  <a:pt x="319" y="21"/>
                </a:cubicBezTo>
                <a:cubicBezTo>
                  <a:pt x="319" y="29"/>
                  <a:pt x="319" y="29"/>
                  <a:pt x="319" y="29"/>
                </a:cubicBezTo>
                <a:cubicBezTo>
                  <a:pt x="292" y="29"/>
                  <a:pt x="292" y="29"/>
                  <a:pt x="292" y="29"/>
                </a:cubicBezTo>
                <a:cubicBezTo>
                  <a:pt x="292" y="51"/>
                  <a:pt x="292" y="51"/>
                  <a:pt x="292" y="51"/>
                </a:cubicBezTo>
                <a:cubicBezTo>
                  <a:pt x="317" y="51"/>
                  <a:pt x="317" y="51"/>
                  <a:pt x="317" y="51"/>
                </a:cubicBezTo>
                <a:cubicBezTo>
                  <a:pt x="317" y="58"/>
                  <a:pt x="317" y="58"/>
                  <a:pt x="317" y="58"/>
                </a:cubicBezTo>
                <a:cubicBezTo>
                  <a:pt x="292" y="58"/>
                  <a:pt x="292" y="58"/>
                  <a:pt x="292" y="58"/>
                </a:cubicBezTo>
                <a:cubicBezTo>
                  <a:pt x="292" y="82"/>
                  <a:pt x="292" y="82"/>
                  <a:pt x="292" y="82"/>
                </a:cubicBezTo>
                <a:cubicBezTo>
                  <a:pt x="320" y="82"/>
                  <a:pt x="320" y="82"/>
                  <a:pt x="320" y="82"/>
                </a:cubicBezTo>
                <a:lnTo>
                  <a:pt x="320" y="89"/>
                </a:lnTo>
                <a:close/>
                <a:moveTo>
                  <a:pt x="402" y="89"/>
                </a:moveTo>
                <a:cubicBezTo>
                  <a:pt x="394" y="89"/>
                  <a:pt x="394" y="89"/>
                  <a:pt x="394" y="89"/>
                </a:cubicBezTo>
                <a:cubicBezTo>
                  <a:pt x="394" y="44"/>
                  <a:pt x="394" y="44"/>
                  <a:pt x="394" y="44"/>
                </a:cubicBezTo>
                <a:cubicBezTo>
                  <a:pt x="394" y="40"/>
                  <a:pt x="394" y="36"/>
                  <a:pt x="395" y="31"/>
                </a:cubicBezTo>
                <a:cubicBezTo>
                  <a:pt x="395" y="31"/>
                  <a:pt x="395" y="31"/>
                  <a:pt x="395" y="31"/>
                </a:cubicBezTo>
                <a:cubicBezTo>
                  <a:pt x="394" y="34"/>
                  <a:pt x="393" y="36"/>
                  <a:pt x="393" y="37"/>
                </a:cubicBezTo>
                <a:cubicBezTo>
                  <a:pt x="370" y="89"/>
                  <a:pt x="370" y="89"/>
                  <a:pt x="370" y="89"/>
                </a:cubicBezTo>
                <a:cubicBezTo>
                  <a:pt x="366" y="89"/>
                  <a:pt x="366" y="89"/>
                  <a:pt x="366" y="89"/>
                </a:cubicBezTo>
                <a:cubicBezTo>
                  <a:pt x="343" y="37"/>
                  <a:pt x="343" y="37"/>
                  <a:pt x="343" y="37"/>
                </a:cubicBezTo>
                <a:cubicBezTo>
                  <a:pt x="342" y="36"/>
                  <a:pt x="341" y="34"/>
                  <a:pt x="341" y="31"/>
                </a:cubicBezTo>
                <a:cubicBezTo>
                  <a:pt x="341" y="31"/>
                  <a:pt x="341" y="31"/>
                  <a:pt x="341" y="31"/>
                </a:cubicBezTo>
                <a:cubicBezTo>
                  <a:pt x="341" y="33"/>
                  <a:pt x="341" y="38"/>
                  <a:pt x="341" y="44"/>
                </a:cubicBezTo>
                <a:cubicBezTo>
                  <a:pt x="341" y="89"/>
                  <a:pt x="341" y="89"/>
                  <a:pt x="341" y="89"/>
                </a:cubicBezTo>
                <a:cubicBezTo>
                  <a:pt x="333" y="89"/>
                  <a:pt x="333" y="89"/>
                  <a:pt x="333" y="89"/>
                </a:cubicBezTo>
                <a:cubicBezTo>
                  <a:pt x="333" y="21"/>
                  <a:pt x="333" y="21"/>
                  <a:pt x="333" y="21"/>
                </a:cubicBezTo>
                <a:cubicBezTo>
                  <a:pt x="344" y="21"/>
                  <a:pt x="344" y="21"/>
                  <a:pt x="344" y="21"/>
                </a:cubicBezTo>
                <a:cubicBezTo>
                  <a:pt x="364" y="68"/>
                  <a:pt x="364" y="68"/>
                  <a:pt x="364" y="68"/>
                </a:cubicBezTo>
                <a:cubicBezTo>
                  <a:pt x="366" y="72"/>
                  <a:pt x="367" y="75"/>
                  <a:pt x="368" y="77"/>
                </a:cubicBezTo>
                <a:cubicBezTo>
                  <a:pt x="368" y="77"/>
                  <a:pt x="368" y="77"/>
                  <a:pt x="368" y="77"/>
                </a:cubicBezTo>
                <a:cubicBezTo>
                  <a:pt x="369" y="73"/>
                  <a:pt x="370" y="70"/>
                  <a:pt x="371" y="68"/>
                </a:cubicBezTo>
                <a:cubicBezTo>
                  <a:pt x="392" y="21"/>
                  <a:pt x="392" y="21"/>
                  <a:pt x="392" y="21"/>
                </a:cubicBezTo>
                <a:cubicBezTo>
                  <a:pt x="402" y="21"/>
                  <a:pt x="402" y="21"/>
                  <a:pt x="402" y="21"/>
                </a:cubicBezTo>
                <a:lnTo>
                  <a:pt x="402" y="89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6" name="Freeform 246">
            <a:extLst>
              <a:ext uri="{FF2B5EF4-FFF2-40B4-BE49-F238E27FC236}">
                <a16:creationId xmlns:a16="http://schemas.microsoft.com/office/drawing/2014/main" id="{15B086E0-B8E7-41A3-9B64-615B56837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3171534" y="1014172"/>
            <a:ext cx="1685408" cy="431404"/>
          </a:xfrm>
          <a:custGeom>
            <a:avLst/>
            <a:gdLst>
              <a:gd name="T0" fmla="*/ 216 w 461"/>
              <a:gd name="T1" fmla="*/ 107 h 118"/>
              <a:gd name="T2" fmla="*/ 219 w 461"/>
              <a:gd name="T3" fmla="*/ 97 h 118"/>
              <a:gd name="T4" fmla="*/ 208 w 461"/>
              <a:gd name="T5" fmla="*/ 103 h 118"/>
              <a:gd name="T6" fmla="*/ 390 w 461"/>
              <a:gd name="T7" fmla="*/ 71 h 118"/>
              <a:gd name="T8" fmla="*/ 395 w 461"/>
              <a:gd name="T9" fmla="*/ 46 h 118"/>
              <a:gd name="T10" fmla="*/ 406 w 461"/>
              <a:gd name="T11" fmla="*/ 50 h 118"/>
              <a:gd name="T12" fmla="*/ 382 w 461"/>
              <a:gd name="T13" fmla="*/ 82 h 118"/>
              <a:gd name="T14" fmla="*/ 306 w 461"/>
              <a:gd name="T15" fmla="*/ 72 h 118"/>
              <a:gd name="T16" fmla="*/ 296 w 461"/>
              <a:gd name="T17" fmla="*/ 31 h 118"/>
              <a:gd name="T18" fmla="*/ 272 w 461"/>
              <a:gd name="T19" fmla="*/ 44 h 118"/>
              <a:gd name="T20" fmla="*/ 234 w 461"/>
              <a:gd name="T21" fmla="*/ 53 h 118"/>
              <a:gd name="T22" fmla="*/ 251 w 461"/>
              <a:gd name="T23" fmla="*/ 83 h 118"/>
              <a:gd name="T24" fmla="*/ 237 w 461"/>
              <a:gd name="T25" fmla="*/ 40 h 118"/>
              <a:gd name="T26" fmla="*/ 272 w 461"/>
              <a:gd name="T27" fmla="*/ 87 h 118"/>
              <a:gd name="T28" fmla="*/ 306 w 461"/>
              <a:gd name="T29" fmla="*/ 72 h 118"/>
              <a:gd name="T30" fmla="*/ 246 w 461"/>
              <a:gd name="T31" fmla="*/ 82 h 118"/>
              <a:gd name="T32" fmla="*/ 295 w 461"/>
              <a:gd name="T33" fmla="*/ 72 h 118"/>
              <a:gd name="T34" fmla="*/ 98 w 461"/>
              <a:gd name="T35" fmla="*/ 48 h 118"/>
              <a:gd name="T36" fmla="*/ 61 w 461"/>
              <a:gd name="T37" fmla="*/ 57 h 118"/>
              <a:gd name="T38" fmla="*/ 93 w 461"/>
              <a:gd name="T39" fmla="*/ 82 h 118"/>
              <a:gd name="T40" fmla="*/ 83 w 461"/>
              <a:gd name="T41" fmla="*/ 51 h 118"/>
              <a:gd name="T42" fmla="*/ 65 w 461"/>
              <a:gd name="T43" fmla="*/ 87 h 118"/>
              <a:gd name="T44" fmla="*/ 77 w 461"/>
              <a:gd name="T45" fmla="*/ 51 h 118"/>
              <a:gd name="T46" fmla="*/ 77 w 461"/>
              <a:gd name="T47" fmla="*/ 51 h 118"/>
              <a:gd name="T48" fmla="*/ 316 w 461"/>
              <a:gd name="T49" fmla="*/ 55 h 118"/>
              <a:gd name="T50" fmla="*/ 331 w 461"/>
              <a:gd name="T51" fmla="*/ 59 h 118"/>
              <a:gd name="T52" fmla="*/ 326 w 461"/>
              <a:gd name="T53" fmla="*/ 60 h 118"/>
              <a:gd name="T54" fmla="*/ 353 w 461"/>
              <a:gd name="T55" fmla="*/ 46 h 118"/>
              <a:gd name="T56" fmla="*/ 359 w 461"/>
              <a:gd name="T57" fmla="*/ 47 h 118"/>
              <a:gd name="T58" fmla="*/ 341 w 461"/>
              <a:gd name="T59" fmla="*/ 57 h 118"/>
              <a:gd name="T60" fmla="*/ 174 w 461"/>
              <a:gd name="T61" fmla="*/ 55 h 118"/>
              <a:gd name="T62" fmla="*/ 189 w 461"/>
              <a:gd name="T63" fmla="*/ 59 h 118"/>
              <a:gd name="T64" fmla="*/ 185 w 461"/>
              <a:gd name="T65" fmla="*/ 60 h 118"/>
              <a:gd name="T66" fmla="*/ 211 w 461"/>
              <a:gd name="T67" fmla="*/ 46 h 118"/>
              <a:gd name="T68" fmla="*/ 217 w 461"/>
              <a:gd name="T69" fmla="*/ 47 h 118"/>
              <a:gd name="T70" fmla="*/ 199 w 461"/>
              <a:gd name="T71" fmla="*/ 57 h 118"/>
              <a:gd name="T72" fmla="*/ 28 w 461"/>
              <a:gd name="T73" fmla="*/ 82 h 118"/>
              <a:gd name="T74" fmla="*/ 3 w 461"/>
              <a:gd name="T75" fmla="*/ 48 h 118"/>
              <a:gd name="T76" fmla="*/ 13 w 461"/>
              <a:gd name="T77" fmla="*/ 37 h 118"/>
              <a:gd name="T78" fmla="*/ 23 w 461"/>
              <a:gd name="T79" fmla="*/ 82 h 118"/>
              <a:gd name="T80" fmla="*/ 45 w 461"/>
              <a:gd name="T81" fmla="*/ 87 h 118"/>
              <a:gd name="T82" fmla="*/ 15 w 461"/>
              <a:gd name="T83" fmla="*/ 42 h 118"/>
              <a:gd name="T84" fmla="*/ 456 w 461"/>
              <a:gd name="T85" fmla="*/ 31 h 118"/>
              <a:gd name="T86" fmla="*/ 429 w 461"/>
              <a:gd name="T87" fmla="*/ 59 h 118"/>
              <a:gd name="T88" fmla="*/ 423 w 461"/>
              <a:gd name="T89" fmla="*/ 82 h 118"/>
              <a:gd name="T90" fmla="*/ 461 w 461"/>
              <a:gd name="T91" fmla="*/ 87 h 118"/>
              <a:gd name="T92" fmla="*/ 423 w 461"/>
              <a:gd name="T93" fmla="*/ 43 h 118"/>
              <a:gd name="T94" fmla="*/ 154 w 461"/>
              <a:gd name="T95" fmla="*/ 31 h 118"/>
              <a:gd name="T96" fmla="*/ 127 w 461"/>
              <a:gd name="T97" fmla="*/ 59 h 118"/>
              <a:gd name="T98" fmla="*/ 122 w 461"/>
              <a:gd name="T99" fmla="*/ 82 h 118"/>
              <a:gd name="T100" fmla="*/ 160 w 461"/>
              <a:gd name="T101" fmla="*/ 87 h 118"/>
              <a:gd name="T102" fmla="*/ 121 w 461"/>
              <a:gd name="T103" fmla="*/ 43 h 118"/>
              <a:gd name="T104" fmla="*/ 412 w 461"/>
              <a:gd name="T105" fmla="*/ 2 h 118"/>
              <a:gd name="T106" fmla="*/ 374 w 461"/>
              <a:gd name="T107" fmla="*/ 15 h 118"/>
              <a:gd name="T108" fmla="*/ 412 w 461"/>
              <a:gd name="T109" fmla="*/ 2 h 118"/>
              <a:gd name="T110" fmla="*/ 379 w 461"/>
              <a:gd name="T111" fmla="*/ 15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461" h="118">
                <a:moveTo>
                  <a:pt x="219" y="97"/>
                </a:moveTo>
                <a:cubicBezTo>
                  <a:pt x="218" y="94"/>
                  <a:pt x="213" y="91"/>
                  <a:pt x="208" y="92"/>
                </a:cubicBezTo>
                <a:cubicBezTo>
                  <a:pt x="197" y="96"/>
                  <a:pt x="205" y="114"/>
                  <a:pt x="216" y="107"/>
                </a:cubicBezTo>
                <a:cubicBezTo>
                  <a:pt x="214" y="109"/>
                  <a:pt x="215" y="114"/>
                  <a:pt x="214" y="118"/>
                </a:cubicBezTo>
                <a:cubicBezTo>
                  <a:pt x="216" y="118"/>
                  <a:pt x="218" y="118"/>
                  <a:pt x="220" y="117"/>
                </a:cubicBezTo>
                <a:cubicBezTo>
                  <a:pt x="219" y="111"/>
                  <a:pt x="221" y="103"/>
                  <a:pt x="219" y="97"/>
                </a:cubicBezTo>
                <a:close/>
                <a:moveTo>
                  <a:pt x="208" y="103"/>
                </a:moveTo>
                <a:cubicBezTo>
                  <a:pt x="206" y="99"/>
                  <a:pt x="209" y="95"/>
                  <a:pt x="214" y="97"/>
                </a:cubicBezTo>
                <a:cubicBezTo>
                  <a:pt x="218" y="101"/>
                  <a:pt x="212" y="107"/>
                  <a:pt x="208" y="103"/>
                </a:cubicBezTo>
                <a:close/>
                <a:moveTo>
                  <a:pt x="371" y="51"/>
                </a:moveTo>
                <a:cubicBezTo>
                  <a:pt x="377" y="51"/>
                  <a:pt x="384" y="50"/>
                  <a:pt x="390" y="51"/>
                </a:cubicBezTo>
                <a:cubicBezTo>
                  <a:pt x="390" y="71"/>
                  <a:pt x="390" y="71"/>
                  <a:pt x="390" y="71"/>
                </a:cubicBezTo>
                <a:cubicBezTo>
                  <a:pt x="380" y="65"/>
                  <a:pt x="372" y="78"/>
                  <a:pt x="378" y="85"/>
                </a:cubicBezTo>
                <a:cubicBezTo>
                  <a:pt x="383" y="91"/>
                  <a:pt x="394" y="88"/>
                  <a:pt x="395" y="81"/>
                </a:cubicBezTo>
                <a:cubicBezTo>
                  <a:pt x="396" y="71"/>
                  <a:pt x="394" y="55"/>
                  <a:pt x="395" y="46"/>
                </a:cubicBezTo>
                <a:cubicBezTo>
                  <a:pt x="389" y="45"/>
                  <a:pt x="381" y="45"/>
                  <a:pt x="376" y="46"/>
                </a:cubicBezTo>
                <a:cubicBezTo>
                  <a:pt x="376" y="31"/>
                  <a:pt x="403" y="33"/>
                  <a:pt x="401" y="50"/>
                </a:cubicBezTo>
                <a:cubicBezTo>
                  <a:pt x="406" y="50"/>
                  <a:pt x="406" y="50"/>
                  <a:pt x="406" y="50"/>
                </a:cubicBezTo>
                <a:cubicBezTo>
                  <a:pt x="408" y="24"/>
                  <a:pt x="367" y="26"/>
                  <a:pt x="371" y="51"/>
                </a:cubicBezTo>
                <a:close/>
                <a:moveTo>
                  <a:pt x="389" y="82"/>
                </a:moveTo>
                <a:cubicBezTo>
                  <a:pt x="387" y="83"/>
                  <a:pt x="384" y="83"/>
                  <a:pt x="382" y="82"/>
                </a:cubicBezTo>
                <a:cubicBezTo>
                  <a:pt x="380" y="78"/>
                  <a:pt x="383" y="73"/>
                  <a:pt x="388" y="75"/>
                </a:cubicBezTo>
                <a:cubicBezTo>
                  <a:pt x="390" y="77"/>
                  <a:pt x="390" y="81"/>
                  <a:pt x="389" y="82"/>
                </a:cubicBezTo>
                <a:close/>
                <a:moveTo>
                  <a:pt x="306" y="72"/>
                </a:moveTo>
                <a:cubicBezTo>
                  <a:pt x="305" y="70"/>
                  <a:pt x="303" y="70"/>
                  <a:pt x="301" y="67"/>
                </a:cubicBezTo>
                <a:cubicBezTo>
                  <a:pt x="301" y="31"/>
                  <a:pt x="301" y="31"/>
                  <a:pt x="301" y="31"/>
                </a:cubicBezTo>
                <a:cubicBezTo>
                  <a:pt x="296" y="31"/>
                  <a:pt x="296" y="31"/>
                  <a:pt x="296" y="31"/>
                </a:cubicBezTo>
                <a:cubicBezTo>
                  <a:pt x="296" y="67"/>
                  <a:pt x="296" y="67"/>
                  <a:pt x="296" y="67"/>
                </a:cubicBezTo>
                <a:cubicBezTo>
                  <a:pt x="285" y="69"/>
                  <a:pt x="279" y="75"/>
                  <a:pt x="272" y="80"/>
                </a:cubicBezTo>
                <a:cubicBezTo>
                  <a:pt x="271" y="68"/>
                  <a:pt x="274" y="55"/>
                  <a:pt x="272" y="44"/>
                </a:cubicBezTo>
                <a:cubicBezTo>
                  <a:pt x="270" y="25"/>
                  <a:pt x="235" y="29"/>
                  <a:pt x="229" y="42"/>
                </a:cubicBezTo>
                <a:cubicBezTo>
                  <a:pt x="233" y="43"/>
                  <a:pt x="237" y="43"/>
                  <a:pt x="240" y="46"/>
                </a:cubicBezTo>
                <a:cubicBezTo>
                  <a:pt x="236" y="47"/>
                  <a:pt x="234" y="49"/>
                  <a:pt x="234" y="53"/>
                </a:cubicBezTo>
                <a:cubicBezTo>
                  <a:pt x="233" y="59"/>
                  <a:pt x="233" y="72"/>
                  <a:pt x="234" y="79"/>
                </a:cubicBezTo>
                <a:cubicBezTo>
                  <a:pt x="234" y="80"/>
                  <a:pt x="234" y="82"/>
                  <a:pt x="234" y="83"/>
                </a:cubicBezTo>
                <a:cubicBezTo>
                  <a:pt x="237" y="90"/>
                  <a:pt x="249" y="89"/>
                  <a:pt x="251" y="83"/>
                </a:cubicBezTo>
                <a:cubicBezTo>
                  <a:pt x="254" y="75"/>
                  <a:pt x="246" y="67"/>
                  <a:pt x="239" y="71"/>
                </a:cubicBezTo>
                <a:cubicBezTo>
                  <a:pt x="238" y="58"/>
                  <a:pt x="238" y="47"/>
                  <a:pt x="248" y="46"/>
                </a:cubicBezTo>
                <a:cubicBezTo>
                  <a:pt x="245" y="43"/>
                  <a:pt x="241" y="42"/>
                  <a:pt x="237" y="40"/>
                </a:cubicBezTo>
                <a:cubicBezTo>
                  <a:pt x="245" y="33"/>
                  <a:pt x="265" y="34"/>
                  <a:pt x="267" y="45"/>
                </a:cubicBezTo>
                <a:cubicBezTo>
                  <a:pt x="269" y="57"/>
                  <a:pt x="266" y="74"/>
                  <a:pt x="267" y="87"/>
                </a:cubicBezTo>
                <a:cubicBezTo>
                  <a:pt x="272" y="87"/>
                  <a:pt x="272" y="87"/>
                  <a:pt x="272" y="87"/>
                </a:cubicBezTo>
                <a:cubicBezTo>
                  <a:pt x="276" y="83"/>
                  <a:pt x="282" y="78"/>
                  <a:pt x="287" y="75"/>
                </a:cubicBezTo>
                <a:cubicBezTo>
                  <a:pt x="286" y="79"/>
                  <a:pt x="287" y="83"/>
                  <a:pt x="289" y="85"/>
                </a:cubicBezTo>
                <a:cubicBezTo>
                  <a:pt x="297" y="94"/>
                  <a:pt x="312" y="83"/>
                  <a:pt x="306" y="72"/>
                </a:cubicBezTo>
                <a:close/>
                <a:moveTo>
                  <a:pt x="239" y="76"/>
                </a:moveTo>
                <a:cubicBezTo>
                  <a:pt x="240" y="75"/>
                  <a:pt x="242" y="74"/>
                  <a:pt x="245" y="75"/>
                </a:cubicBezTo>
                <a:cubicBezTo>
                  <a:pt x="247" y="76"/>
                  <a:pt x="247" y="81"/>
                  <a:pt x="246" y="82"/>
                </a:cubicBezTo>
                <a:cubicBezTo>
                  <a:pt x="242" y="86"/>
                  <a:pt x="236" y="80"/>
                  <a:pt x="239" y="76"/>
                </a:cubicBezTo>
                <a:close/>
                <a:moveTo>
                  <a:pt x="301" y="82"/>
                </a:moveTo>
                <a:cubicBezTo>
                  <a:pt x="294" y="88"/>
                  <a:pt x="286" y="74"/>
                  <a:pt x="295" y="72"/>
                </a:cubicBezTo>
                <a:cubicBezTo>
                  <a:pt x="297" y="72"/>
                  <a:pt x="299" y="72"/>
                  <a:pt x="301" y="72"/>
                </a:cubicBezTo>
                <a:cubicBezTo>
                  <a:pt x="303" y="74"/>
                  <a:pt x="303" y="80"/>
                  <a:pt x="301" y="82"/>
                </a:cubicBezTo>
                <a:close/>
                <a:moveTo>
                  <a:pt x="98" y="48"/>
                </a:moveTo>
                <a:cubicBezTo>
                  <a:pt x="97" y="37"/>
                  <a:pt x="87" y="30"/>
                  <a:pt x="75" y="31"/>
                </a:cubicBezTo>
                <a:cubicBezTo>
                  <a:pt x="62" y="32"/>
                  <a:pt x="55" y="42"/>
                  <a:pt x="55" y="58"/>
                </a:cubicBezTo>
                <a:cubicBezTo>
                  <a:pt x="57" y="58"/>
                  <a:pt x="60" y="58"/>
                  <a:pt x="61" y="57"/>
                </a:cubicBezTo>
                <a:cubicBezTo>
                  <a:pt x="60" y="46"/>
                  <a:pt x="64" y="40"/>
                  <a:pt x="71" y="37"/>
                </a:cubicBezTo>
                <a:cubicBezTo>
                  <a:pt x="81" y="33"/>
                  <a:pt x="91" y="39"/>
                  <a:pt x="93" y="47"/>
                </a:cubicBezTo>
                <a:cubicBezTo>
                  <a:pt x="95" y="57"/>
                  <a:pt x="92" y="71"/>
                  <a:pt x="93" y="82"/>
                </a:cubicBezTo>
                <a:cubicBezTo>
                  <a:pt x="86" y="82"/>
                  <a:pt x="78" y="83"/>
                  <a:pt x="71" y="82"/>
                </a:cubicBezTo>
                <a:cubicBezTo>
                  <a:pt x="71" y="63"/>
                  <a:pt x="71" y="63"/>
                  <a:pt x="71" y="63"/>
                </a:cubicBezTo>
                <a:cubicBezTo>
                  <a:pt x="78" y="67"/>
                  <a:pt x="86" y="60"/>
                  <a:pt x="83" y="51"/>
                </a:cubicBezTo>
                <a:cubicBezTo>
                  <a:pt x="81" y="44"/>
                  <a:pt x="69" y="43"/>
                  <a:pt x="66" y="51"/>
                </a:cubicBezTo>
                <a:cubicBezTo>
                  <a:pt x="64" y="55"/>
                  <a:pt x="65" y="63"/>
                  <a:pt x="65" y="69"/>
                </a:cubicBezTo>
                <a:cubicBezTo>
                  <a:pt x="65" y="87"/>
                  <a:pt x="65" y="87"/>
                  <a:pt x="65" y="87"/>
                </a:cubicBezTo>
                <a:cubicBezTo>
                  <a:pt x="98" y="87"/>
                  <a:pt x="98" y="87"/>
                  <a:pt x="98" y="87"/>
                </a:cubicBezTo>
                <a:cubicBezTo>
                  <a:pt x="98" y="74"/>
                  <a:pt x="100" y="59"/>
                  <a:pt x="98" y="48"/>
                </a:cubicBezTo>
                <a:close/>
                <a:moveTo>
                  <a:pt x="77" y="51"/>
                </a:moveTo>
                <a:cubicBezTo>
                  <a:pt x="79" y="52"/>
                  <a:pt x="79" y="55"/>
                  <a:pt x="78" y="57"/>
                </a:cubicBezTo>
                <a:cubicBezTo>
                  <a:pt x="78" y="58"/>
                  <a:pt x="78" y="58"/>
                  <a:pt x="77" y="58"/>
                </a:cubicBezTo>
                <a:cubicBezTo>
                  <a:pt x="69" y="63"/>
                  <a:pt x="68" y="46"/>
                  <a:pt x="77" y="51"/>
                </a:cubicBezTo>
                <a:close/>
                <a:moveTo>
                  <a:pt x="359" y="47"/>
                </a:moveTo>
                <a:cubicBezTo>
                  <a:pt x="357" y="37"/>
                  <a:pt x="348" y="30"/>
                  <a:pt x="335" y="31"/>
                </a:cubicBezTo>
                <a:cubicBezTo>
                  <a:pt x="323" y="32"/>
                  <a:pt x="317" y="43"/>
                  <a:pt x="316" y="55"/>
                </a:cubicBezTo>
                <a:cubicBezTo>
                  <a:pt x="316" y="64"/>
                  <a:pt x="317" y="76"/>
                  <a:pt x="316" y="87"/>
                </a:cubicBezTo>
                <a:cubicBezTo>
                  <a:pt x="322" y="87"/>
                  <a:pt x="322" y="87"/>
                  <a:pt x="322" y="87"/>
                </a:cubicBezTo>
                <a:cubicBezTo>
                  <a:pt x="325" y="78"/>
                  <a:pt x="329" y="69"/>
                  <a:pt x="331" y="59"/>
                </a:cubicBezTo>
                <a:cubicBezTo>
                  <a:pt x="333" y="61"/>
                  <a:pt x="336" y="63"/>
                  <a:pt x="339" y="62"/>
                </a:cubicBezTo>
                <a:cubicBezTo>
                  <a:pt x="355" y="60"/>
                  <a:pt x="345" y="36"/>
                  <a:pt x="332" y="45"/>
                </a:cubicBezTo>
                <a:cubicBezTo>
                  <a:pt x="329" y="48"/>
                  <a:pt x="328" y="54"/>
                  <a:pt x="326" y="60"/>
                </a:cubicBezTo>
                <a:cubicBezTo>
                  <a:pt x="325" y="65"/>
                  <a:pt x="323" y="70"/>
                  <a:pt x="321" y="75"/>
                </a:cubicBezTo>
                <a:cubicBezTo>
                  <a:pt x="321" y="60"/>
                  <a:pt x="320" y="46"/>
                  <a:pt x="327" y="39"/>
                </a:cubicBezTo>
                <a:cubicBezTo>
                  <a:pt x="336" y="32"/>
                  <a:pt x="350" y="37"/>
                  <a:pt x="353" y="46"/>
                </a:cubicBezTo>
                <a:cubicBezTo>
                  <a:pt x="356" y="57"/>
                  <a:pt x="352" y="74"/>
                  <a:pt x="354" y="87"/>
                </a:cubicBezTo>
                <a:cubicBezTo>
                  <a:pt x="359" y="87"/>
                  <a:pt x="359" y="87"/>
                  <a:pt x="359" y="87"/>
                </a:cubicBezTo>
                <a:cubicBezTo>
                  <a:pt x="358" y="74"/>
                  <a:pt x="360" y="60"/>
                  <a:pt x="359" y="47"/>
                </a:cubicBezTo>
                <a:close/>
                <a:moveTo>
                  <a:pt x="341" y="57"/>
                </a:moveTo>
                <a:cubicBezTo>
                  <a:pt x="339" y="57"/>
                  <a:pt x="336" y="57"/>
                  <a:pt x="335" y="57"/>
                </a:cubicBezTo>
                <a:cubicBezTo>
                  <a:pt x="328" y="45"/>
                  <a:pt x="349" y="48"/>
                  <a:pt x="341" y="57"/>
                </a:cubicBezTo>
                <a:close/>
                <a:moveTo>
                  <a:pt x="217" y="47"/>
                </a:moveTo>
                <a:cubicBezTo>
                  <a:pt x="215" y="37"/>
                  <a:pt x="206" y="30"/>
                  <a:pt x="193" y="31"/>
                </a:cubicBezTo>
                <a:cubicBezTo>
                  <a:pt x="181" y="32"/>
                  <a:pt x="175" y="43"/>
                  <a:pt x="174" y="55"/>
                </a:cubicBezTo>
                <a:cubicBezTo>
                  <a:pt x="174" y="64"/>
                  <a:pt x="175" y="76"/>
                  <a:pt x="174" y="87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3" y="78"/>
                  <a:pt x="187" y="69"/>
                  <a:pt x="189" y="59"/>
                </a:cubicBezTo>
                <a:cubicBezTo>
                  <a:pt x="191" y="61"/>
                  <a:pt x="194" y="63"/>
                  <a:pt x="197" y="62"/>
                </a:cubicBezTo>
                <a:cubicBezTo>
                  <a:pt x="213" y="60"/>
                  <a:pt x="203" y="36"/>
                  <a:pt x="191" y="45"/>
                </a:cubicBezTo>
                <a:cubicBezTo>
                  <a:pt x="187" y="48"/>
                  <a:pt x="186" y="54"/>
                  <a:pt x="185" y="60"/>
                </a:cubicBezTo>
                <a:cubicBezTo>
                  <a:pt x="183" y="65"/>
                  <a:pt x="181" y="70"/>
                  <a:pt x="179" y="75"/>
                </a:cubicBezTo>
                <a:cubicBezTo>
                  <a:pt x="179" y="60"/>
                  <a:pt x="178" y="46"/>
                  <a:pt x="185" y="39"/>
                </a:cubicBezTo>
                <a:cubicBezTo>
                  <a:pt x="194" y="32"/>
                  <a:pt x="208" y="37"/>
                  <a:pt x="211" y="46"/>
                </a:cubicBezTo>
                <a:cubicBezTo>
                  <a:pt x="214" y="57"/>
                  <a:pt x="210" y="74"/>
                  <a:pt x="212" y="87"/>
                </a:cubicBezTo>
                <a:cubicBezTo>
                  <a:pt x="217" y="87"/>
                  <a:pt x="217" y="87"/>
                  <a:pt x="217" y="87"/>
                </a:cubicBezTo>
                <a:cubicBezTo>
                  <a:pt x="216" y="74"/>
                  <a:pt x="218" y="60"/>
                  <a:pt x="217" y="47"/>
                </a:cubicBezTo>
                <a:close/>
                <a:moveTo>
                  <a:pt x="199" y="57"/>
                </a:moveTo>
                <a:cubicBezTo>
                  <a:pt x="197" y="57"/>
                  <a:pt x="195" y="57"/>
                  <a:pt x="193" y="57"/>
                </a:cubicBezTo>
                <a:cubicBezTo>
                  <a:pt x="186" y="45"/>
                  <a:pt x="207" y="48"/>
                  <a:pt x="199" y="57"/>
                </a:cubicBezTo>
                <a:close/>
                <a:moveTo>
                  <a:pt x="39" y="32"/>
                </a:moveTo>
                <a:cubicBezTo>
                  <a:pt x="39" y="48"/>
                  <a:pt x="40" y="66"/>
                  <a:pt x="39" y="82"/>
                </a:cubicBezTo>
                <a:cubicBezTo>
                  <a:pt x="36" y="82"/>
                  <a:pt x="31" y="83"/>
                  <a:pt x="28" y="82"/>
                </a:cubicBezTo>
                <a:cubicBezTo>
                  <a:pt x="29" y="72"/>
                  <a:pt x="27" y="64"/>
                  <a:pt x="28" y="56"/>
                </a:cubicBezTo>
                <a:cubicBezTo>
                  <a:pt x="29" y="51"/>
                  <a:pt x="33" y="48"/>
                  <a:pt x="33" y="42"/>
                </a:cubicBezTo>
                <a:cubicBezTo>
                  <a:pt x="33" y="25"/>
                  <a:pt x="0" y="28"/>
                  <a:pt x="3" y="48"/>
                </a:cubicBezTo>
                <a:cubicBezTo>
                  <a:pt x="4" y="51"/>
                  <a:pt x="6" y="54"/>
                  <a:pt x="8" y="55"/>
                </a:cubicBezTo>
                <a:cubicBezTo>
                  <a:pt x="16" y="59"/>
                  <a:pt x="26" y="48"/>
                  <a:pt x="20" y="41"/>
                </a:cubicBezTo>
                <a:cubicBezTo>
                  <a:pt x="18" y="39"/>
                  <a:pt x="16" y="38"/>
                  <a:pt x="13" y="37"/>
                </a:cubicBezTo>
                <a:cubicBezTo>
                  <a:pt x="19" y="35"/>
                  <a:pt x="27" y="35"/>
                  <a:pt x="28" y="42"/>
                </a:cubicBezTo>
                <a:cubicBezTo>
                  <a:pt x="28" y="47"/>
                  <a:pt x="24" y="50"/>
                  <a:pt x="23" y="56"/>
                </a:cubicBezTo>
                <a:cubicBezTo>
                  <a:pt x="22" y="65"/>
                  <a:pt x="24" y="74"/>
                  <a:pt x="23" y="82"/>
                </a:cubicBezTo>
                <a:cubicBezTo>
                  <a:pt x="16" y="82"/>
                  <a:pt x="16" y="82"/>
                  <a:pt x="16" y="82"/>
                </a:cubicBezTo>
                <a:cubicBezTo>
                  <a:pt x="16" y="83"/>
                  <a:pt x="16" y="86"/>
                  <a:pt x="16" y="87"/>
                </a:cubicBezTo>
                <a:cubicBezTo>
                  <a:pt x="45" y="87"/>
                  <a:pt x="45" y="87"/>
                  <a:pt x="45" y="87"/>
                </a:cubicBezTo>
                <a:cubicBezTo>
                  <a:pt x="45" y="32"/>
                  <a:pt x="45" y="32"/>
                  <a:pt x="45" y="32"/>
                </a:cubicBezTo>
                <a:lnTo>
                  <a:pt x="39" y="32"/>
                </a:lnTo>
                <a:close/>
                <a:moveTo>
                  <a:pt x="15" y="42"/>
                </a:moveTo>
                <a:cubicBezTo>
                  <a:pt x="20" y="46"/>
                  <a:pt x="14" y="53"/>
                  <a:pt x="9" y="50"/>
                </a:cubicBezTo>
                <a:cubicBezTo>
                  <a:pt x="6" y="47"/>
                  <a:pt x="9" y="39"/>
                  <a:pt x="15" y="42"/>
                </a:cubicBezTo>
                <a:close/>
                <a:moveTo>
                  <a:pt x="456" y="31"/>
                </a:moveTo>
                <a:cubicBezTo>
                  <a:pt x="456" y="82"/>
                  <a:pt x="456" y="82"/>
                  <a:pt x="456" y="82"/>
                </a:cubicBezTo>
                <a:cubicBezTo>
                  <a:pt x="429" y="82"/>
                  <a:pt x="429" y="82"/>
                  <a:pt x="429" y="82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46"/>
                  <a:pt x="432" y="29"/>
                  <a:pt x="418" y="31"/>
                </a:cubicBezTo>
                <a:cubicBezTo>
                  <a:pt x="406" y="32"/>
                  <a:pt x="409" y="54"/>
                  <a:pt x="423" y="49"/>
                </a:cubicBezTo>
                <a:cubicBezTo>
                  <a:pt x="423" y="82"/>
                  <a:pt x="423" y="82"/>
                  <a:pt x="423" y="82"/>
                </a:cubicBezTo>
                <a:cubicBezTo>
                  <a:pt x="421" y="82"/>
                  <a:pt x="418" y="82"/>
                  <a:pt x="417" y="82"/>
                </a:cubicBezTo>
                <a:cubicBezTo>
                  <a:pt x="417" y="87"/>
                  <a:pt x="417" y="87"/>
                  <a:pt x="417" y="87"/>
                </a:cubicBezTo>
                <a:cubicBezTo>
                  <a:pt x="461" y="87"/>
                  <a:pt x="461" y="87"/>
                  <a:pt x="461" y="87"/>
                </a:cubicBezTo>
                <a:cubicBezTo>
                  <a:pt x="461" y="31"/>
                  <a:pt x="461" y="31"/>
                  <a:pt x="461" y="31"/>
                </a:cubicBezTo>
                <a:lnTo>
                  <a:pt x="456" y="31"/>
                </a:lnTo>
                <a:close/>
                <a:moveTo>
                  <a:pt x="423" y="43"/>
                </a:moveTo>
                <a:cubicBezTo>
                  <a:pt x="419" y="46"/>
                  <a:pt x="413" y="43"/>
                  <a:pt x="416" y="37"/>
                </a:cubicBezTo>
                <a:cubicBezTo>
                  <a:pt x="420" y="33"/>
                  <a:pt x="427" y="38"/>
                  <a:pt x="423" y="43"/>
                </a:cubicBezTo>
                <a:close/>
                <a:moveTo>
                  <a:pt x="154" y="31"/>
                </a:moveTo>
                <a:cubicBezTo>
                  <a:pt x="154" y="82"/>
                  <a:pt x="154" y="82"/>
                  <a:pt x="154" y="82"/>
                </a:cubicBezTo>
                <a:cubicBezTo>
                  <a:pt x="127" y="82"/>
                  <a:pt x="127" y="82"/>
                  <a:pt x="127" y="82"/>
                </a:cubicBezTo>
                <a:cubicBezTo>
                  <a:pt x="127" y="59"/>
                  <a:pt x="127" y="59"/>
                  <a:pt x="127" y="59"/>
                </a:cubicBezTo>
                <a:cubicBezTo>
                  <a:pt x="127" y="46"/>
                  <a:pt x="130" y="29"/>
                  <a:pt x="116" y="31"/>
                </a:cubicBezTo>
                <a:cubicBezTo>
                  <a:pt x="104" y="32"/>
                  <a:pt x="107" y="54"/>
                  <a:pt x="122" y="49"/>
                </a:cubicBezTo>
                <a:cubicBezTo>
                  <a:pt x="122" y="82"/>
                  <a:pt x="122" y="82"/>
                  <a:pt x="122" y="82"/>
                </a:cubicBezTo>
                <a:cubicBezTo>
                  <a:pt x="119" y="82"/>
                  <a:pt x="117" y="82"/>
                  <a:pt x="115" y="82"/>
                </a:cubicBezTo>
                <a:cubicBezTo>
                  <a:pt x="115" y="87"/>
                  <a:pt x="115" y="87"/>
                  <a:pt x="115" y="87"/>
                </a:cubicBezTo>
                <a:cubicBezTo>
                  <a:pt x="160" y="87"/>
                  <a:pt x="160" y="87"/>
                  <a:pt x="160" y="87"/>
                </a:cubicBezTo>
                <a:cubicBezTo>
                  <a:pt x="160" y="31"/>
                  <a:pt x="160" y="31"/>
                  <a:pt x="160" y="31"/>
                </a:cubicBezTo>
                <a:lnTo>
                  <a:pt x="154" y="31"/>
                </a:lnTo>
                <a:close/>
                <a:moveTo>
                  <a:pt x="121" y="43"/>
                </a:moveTo>
                <a:cubicBezTo>
                  <a:pt x="117" y="46"/>
                  <a:pt x="111" y="43"/>
                  <a:pt x="114" y="37"/>
                </a:cubicBezTo>
                <a:cubicBezTo>
                  <a:pt x="118" y="33"/>
                  <a:pt x="125" y="38"/>
                  <a:pt x="121" y="43"/>
                </a:cubicBezTo>
                <a:close/>
                <a:moveTo>
                  <a:pt x="412" y="2"/>
                </a:moveTo>
                <a:cubicBezTo>
                  <a:pt x="407" y="10"/>
                  <a:pt x="399" y="15"/>
                  <a:pt x="389" y="18"/>
                </a:cubicBezTo>
                <a:cubicBezTo>
                  <a:pt x="391" y="16"/>
                  <a:pt x="391" y="16"/>
                  <a:pt x="391" y="14"/>
                </a:cubicBezTo>
                <a:cubicBezTo>
                  <a:pt x="393" y="0"/>
                  <a:pt x="372" y="2"/>
                  <a:pt x="374" y="15"/>
                </a:cubicBezTo>
                <a:cubicBezTo>
                  <a:pt x="375" y="21"/>
                  <a:pt x="383" y="23"/>
                  <a:pt x="390" y="22"/>
                </a:cubicBezTo>
                <a:cubicBezTo>
                  <a:pt x="402" y="21"/>
                  <a:pt x="410" y="12"/>
                  <a:pt x="416" y="5"/>
                </a:cubicBezTo>
                <a:cubicBezTo>
                  <a:pt x="414" y="4"/>
                  <a:pt x="413" y="3"/>
                  <a:pt x="412" y="2"/>
                </a:cubicBezTo>
                <a:close/>
                <a:moveTo>
                  <a:pt x="379" y="15"/>
                </a:moveTo>
                <a:cubicBezTo>
                  <a:pt x="376" y="9"/>
                  <a:pt x="384" y="6"/>
                  <a:pt x="386" y="10"/>
                </a:cubicBezTo>
                <a:cubicBezTo>
                  <a:pt x="389" y="14"/>
                  <a:pt x="383" y="19"/>
                  <a:pt x="379" y="15"/>
                </a:cubicBezTo>
                <a:close/>
              </a:path>
            </a:pathLst>
          </a:custGeom>
          <a:solidFill>
            <a:srgbClr val="00BCF2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7" name="Freeform 221">
            <a:extLst>
              <a:ext uri="{FF2B5EF4-FFF2-40B4-BE49-F238E27FC236}">
                <a16:creationId xmlns:a16="http://schemas.microsoft.com/office/drawing/2014/main" id="{51930E88-DF5F-EE8C-8A1F-C80C63208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 rot="16200000">
            <a:off x="9611675" y="2794008"/>
            <a:ext cx="217852" cy="978802"/>
          </a:xfrm>
          <a:custGeom>
            <a:avLst/>
            <a:gdLst>
              <a:gd name="T0" fmla="*/ 0 w 120"/>
              <a:gd name="T1" fmla="*/ 58 h 539"/>
              <a:gd name="T2" fmla="*/ 59 w 120"/>
              <a:gd name="T3" fmla="*/ 0 h 539"/>
              <a:gd name="T4" fmla="*/ 120 w 120"/>
              <a:gd name="T5" fmla="*/ 63 h 539"/>
              <a:gd name="T6" fmla="*/ 95 w 120"/>
              <a:gd name="T7" fmla="*/ 95 h 539"/>
              <a:gd name="T8" fmla="*/ 92 w 120"/>
              <a:gd name="T9" fmla="*/ 33 h 539"/>
              <a:gd name="T10" fmla="*/ 28 w 120"/>
              <a:gd name="T11" fmla="*/ 31 h 539"/>
              <a:gd name="T12" fmla="*/ 21 w 120"/>
              <a:gd name="T13" fmla="*/ 80 h 539"/>
              <a:gd name="T14" fmla="*/ 49 w 120"/>
              <a:gd name="T15" fmla="*/ 55 h 539"/>
              <a:gd name="T16" fmla="*/ 65 w 120"/>
              <a:gd name="T17" fmla="*/ 99 h 539"/>
              <a:gd name="T18" fmla="*/ 2 w 120"/>
              <a:gd name="T19" fmla="*/ 117 h 539"/>
              <a:gd name="T20" fmla="*/ 49 w 120"/>
              <a:gd name="T21" fmla="*/ 137 h 539"/>
              <a:gd name="T22" fmla="*/ 48 w 120"/>
              <a:gd name="T23" fmla="*/ 151 h 539"/>
              <a:gd name="T24" fmla="*/ 40 w 120"/>
              <a:gd name="T25" fmla="*/ 162 h 539"/>
              <a:gd name="T26" fmla="*/ 2 w 120"/>
              <a:gd name="T27" fmla="*/ 185 h 539"/>
              <a:gd name="T28" fmla="*/ 2 w 120"/>
              <a:gd name="T29" fmla="*/ 208 h 539"/>
              <a:gd name="T30" fmla="*/ 34 w 120"/>
              <a:gd name="T31" fmla="*/ 187 h 539"/>
              <a:gd name="T32" fmla="*/ 46 w 120"/>
              <a:gd name="T33" fmla="*/ 178 h 539"/>
              <a:gd name="T34" fmla="*/ 55 w 120"/>
              <a:gd name="T35" fmla="*/ 168 h 539"/>
              <a:gd name="T36" fmla="*/ 59 w 120"/>
              <a:gd name="T37" fmla="*/ 179 h 539"/>
              <a:gd name="T38" fmla="*/ 75 w 120"/>
              <a:gd name="T39" fmla="*/ 192 h 539"/>
              <a:gd name="T40" fmla="*/ 101 w 120"/>
              <a:gd name="T41" fmla="*/ 191 h 539"/>
              <a:gd name="T42" fmla="*/ 116 w 120"/>
              <a:gd name="T43" fmla="*/ 171 h 539"/>
              <a:gd name="T44" fmla="*/ 118 w 120"/>
              <a:gd name="T45" fmla="*/ 118 h 539"/>
              <a:gd name="T46" fmla="*/ 103 w 120"/>
              <a:gd name="T47" fmla="*/ 153 h 539"/>
              <a:gd name="T48" fmla="*/ 85 w 120"/>
              <a:gd name="T49" fmla="*/ 174 h 539"/>
              <a:gd name="T50" fmla="*/ 70 w 120"/>
              <a:gd name="T51" fmla="*/ 168 h 539"/>
              <a:gd name="T52" fmla="*/ 65 w 120"/>
              <a:gd name="T53" fmla="*/ 153 h 539"/>
              <a:gd name="T54" fmla="*/ 103 w 120"/>
              <a:gd name="T55" fmla="*/ 137 h 539"/>
              <a:gd name="T56" fmla="*/ 4 w 120"/>
              <a:gd name="T57" fmla="*/ 206 h 539"/>
              <a:gd name="T58" fmla="*/ 2 w 120"/>
              <a:gd name="T59" fmla="*/ 226 h 539"/>
              <a:gd name="T60" fmla="*/ 31 w 120"/>
              <a:gd name="T61" fmla="*/ 282 h 539"/>
              <a:gd name="T62" fmla="*/ 1 w 120"/>
              <a:gd name="T63" fmla="*/ 314 h 539"/>
              <a:gd name="T64" fmla="*/ 118 w 120"/>
              <a:gd name="T65" fmla="*/ 249 h 539"/>
              <a:gd name="T66" fmla="*/ 101 w 120"/>
              <a:gd name="T67" fmla="*/ 259 h 539"/>
              <a:gd name="T68" fmla="*/ 47 w 120"/>
              <a:gd name="T69" fmla="*/ 277 h 539"/>
              <a:gd name="T70" fmla="*/ 94 w 120"/>
              <a:gd name="T71" fmla="*/ 257 h 539"/>
              <a:gd name="T72" fmla="*/ 110 w 120"/>
              <a:gd name="T73" fmla="*/ 414 h 539"/>
              <a:gd name="T74" fmla="*/ 18 w 120"/>
              <a:gd name="T75" fmla="*/ 413 h 539"/>
              <a:gd name="T76" fmla="*/ 1 w 120"/>
              <a:gd name="T77" fmla="*/ 322 h 539"/>
              <a:gd name="T78" fmla="*/ 102 w 120"/>
              <a:gd name="T79" fmla="*/ 387 h 539"/>
              <a:gd name="T80" fmla="*/ 118 w 120"/>
              <a:gd name="T81" fmla="*/ 328 h 539"/>
              <a:gd name="T82" fmla="*/ 110 w 120"/>
              <a:gd name="T83" fmla="*/ 414 h 539"/>
              <a:gd name="T84" fmla="*/ 1 w 120"/>
              <a:gd name="T85" fmla="*/ 428 h 539"/>
              <a:gd name="T86" fmla="*/ 118 w 120"/>
              <a:gd name="T87" fmla="*/ 448 h 539"/>
              <a:gd name="T88" fmla="*/ 1 w 120"/>
              <a:gd name="T89" fmla="*/ 539 h 539"/>
              <a:gd name="T90" fmla="*/ 118 w 120"/>
              <a:gd name="T91" fmla="*/ 474 h 539"/>
              <a:gd name="T92" fmla="*/ 101 w 120"/>
              <a:gd name="T93" fmla="*/ 537 h 539"/>
              <a:gd name="T94" fmla="*/ 68 w 120"/>
              <a:gd name="T95" fmla="*/ 493 h 539"/>
              <a:gd name="T96" fmla="*/ 52 w 120"/>
              <a:gd name="T97" fmla="*/ 533 h 539"/>
              <a:gd name="T98" fmla="*/ 18 w 120"/>
              <a:gd name="T99" fmla="*/ 493 h 539"/>
              <a:gd name="T100" fmla="*/ 1 w 120"/>
              <a:gd name="T101" fmla="*/ 539 h 5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20" h="539">
                <a:moveTo>
                  <a:pt x="10" y="99"/>
                </a:moveTo>
                <a:cubicBezTo>
                  <a:pt x="3" y="87"/>
                  <a:pt x="0" y="73"/>
                  <a:pt x="0" y="58"/>
                </a:cubicBezTo>
                <a:cubicBezTo>
                  <a:pt x="0" y="41"/>
                  <a:pt x="5" y="27"/>
                  <a:pt x="16" y="16"/>
                </a:cubicBezTo>
                <a:cubicBezTo>
                  <a:pt x="27" y="6"/>
                  <a:pt x="41" y="0"/>
                  <a:pt x="59" y="0"/>
                </a:cubicBezTo>
                <a:cubicBezTo>
                  <a:pt x="77" y="0"/>
                  <a:pt x="92" y="6"/>
                  <a:pt x="103" y="18"/>
                </a:cubicBezTo>
                <a:cubicBezTo>
                  <a:pt x="115" y="30"/>
                  <a:pt x="120" y="45"/>
                  <a:pt x="120" y="63"/>
                </a:cubicBezTo>
                <a:cubicBezTo>
                  <a:pt x="120" y="76"/>
                  <a:pt x="119" y="87"/>
                  <a:pt x="115" y="95"/>
                </a:cubicBezTo>
                <a:cubicBezTo>
                  <a:pt x="95" y="95"/>
                  <a:pt x="95" y="95"/>
                  <a:pt x="95" y="95"/>
                </a:cubicBezTo>
                <a:cubicBezTo>
                  <a:pt x="101" y="86"/>
                  <a:pt x="104" y="76"/>
                  <a:pt x="104" y="63"/>
                </a:cubicBezTo>
                <a:cubicBezTo>
                  <a:pt x="104" y="51"/>
                  <a:pt x="100" y="41"/>
                  <a:pt x="92" y="33"/>
                </a:cubicBezTo>
                <a:cubicBezTo>
                  <a:pt x="83" y="25"/>
                  <a:pt x="73" y="21"/>
                  <a:pt x="60" y="21"/>
                </a:cubicBezTo>
                <a:cubicBezTo>
                  <a:pt x="46" y="21"/>
                  <a:pt x="36" y="24"/>
                  <a:pt x="28" y="31"/>
                </a:cubicBezTo>
                <a:cubicBezTo>
                  <a:pt x="20" y="38"/>
                  <a:pt x="17" y="47"/>
                  <a:pt x="16" y="59"/>
                </a:cubicBezTo>
                <a:cubicBezTo>
                  <a:pt x="16" y="67"/>
                  <a:pt x="18" y="74"/>
                  <a:pt x="21" y="80"/>
                </a:cubicBezTo>
                <a:cubicBezTo>
                  <a:pt x="49" y="80"/>
                  <a:pt x="49" y="80"/>
                  <a:pt x="49" y="80"/>
                </a:cubicBezTo>
                <a:cubicBezTo>
                  <a:pt x="49" y="55"/>
                  <a:pt x="49" y="55"/>
                  <a:pt x="49" y="55"/>
                </a:cubicBezTo>
                <a:cubicBezTo>
                  <a:pt x="65" y="55"/>
                  <a:pt x="65" y="55"/>
                  <a:pt x="65" y="55"/>
                </a:cubicBezTo>
                <a:cubicBezTo>
                  <a:pt x="65" y="99"/>
                  <a:pt x="65" y="99"/>
                  <a:pt x="65" y="99"/>
                </a:cubicBezTo>
                <a:lnTo>
                  <a:pt x="10" y="99"/>
                </a:lnTo>
                <a:close/>
                <a:moveTo>
                  <a:pt x="2" y="117"/>
                </a:moveTo>
                <a:cubicBezTo>
                  <a:pt x="2" y="137"/>
                  <a:pt x="2" y="137"/>
                  <a:pt x="2" y="137"/>
                </a:cubicBezTo>
                <a:cubicBezTo>
                  <a:pt x="49" y="137"/>
                  <a:pt x="49" y="137"/>
                  <a:pt x="49" y="137"/>
                </a:cubicBezTo>
                <a:cubicBezTo>
                  <a:pt x="49" y="145"/>
                  <a:pt x="49" y="145"/>
                  <a:pt x="49" y="145"/>
                </a:cubicBezTo>
                <a:cubicBezTo>
                  <a:pt x="49" y="147"/>
                  <a:pt x="49" y="149"/>
                  <a:pt x="48" y="151"/>
                </a:cubicBezTo>
                <a:cubicBezTo>
                  <a:pt x="48" y="153"/>
                  <a:pt x="47" y="155"/>
                  <a:pt x="45" y="157"/>
                </a:cubicBezTo>
                <a:cubicBezTo>
                  <a:pt x="44" y="158"/>
                  <a:pt x="42" y="160"/>
                  <a:pt x="40" y="162"/>
                </a:cubicBezTo>
                <a:cubicBezTo>
                  <a:pt x="38" y="163"/>
                  <a:pt x="36" y="165"/>
                  <a:pt x="33" y="166"/>
                </a:cubicBezTo>
                <a:cubicBezTo>
                  <a:pt x="2" y="185"/>
                  <a:pt x="2" y="185"/>
                  <a:pt x="2" y="185"/>
                </a:cubicBezTo>
                <a:cubicBezTo>
                  <a:pt x="2" y="205"/>
                  <a:pt x="2" y="205"/>
                  <a:pt x="2" y="205"/>
                </a:cubicBezTo>
                <a:cubicBezTo>
                  <a:pt x="2" y="208"/>
                  <a:pt x="2" y="208"/>
                  <a:pt x="2" y="208"/>
                </a:cubicBezTo>
                <a:cubicBezTo>
                  <a:pt x="4" y="206"/>
                  <a:pt x="4" y="206"/>
                  <a:pt x="4" y="206"/>
                </a:cubicBezTo>
                <a:cubicBezTo>
                  <a:pt x="34" y="187"/>
                  <a:pt x="34" y="187"/>
                  <a:pt x="34" y="187"/>
                </a:cubicBezTo>
                <a:cubicBezTo>
                  <a:pt x="37" y="185"/>
                  <a:pt x="39" y="184"/>
                  <a:pt x="41" y="182"/>
                </a:cubicBezTo>
                <a:cubicBezTo>
                  <a:pt x="43" y="181"/>
                  <a:pt x="45" y="180"/>
                  <a:pt x="46" y="178"/>
                </a:cubicBezTo>
                <a:cubicBezTo>
                  <a:pt x="48" y="177"/>
                  <a:pt x="49" y="175"/>
                  <a:pt x="51" y="174"/>
                </a:cubicBezTo>
                <a:cubicBezTo>
                  <a:pt x="52" y="172"/>
                  <a:pt x="54" y="170"/>
                  <a:pt x="55" y="168"/>
                </a:cubicBezTo>
                <a:cubicBezTo>
                  <a:pt x="55" y="168"/>
                  <a:pt x="55" y="168"/>
                  <a:pt x="55" y="168"/>
                </a:cubicBezTo>
                <a:cubicBezTo>
                  <a:pt x="56" y="172"/>
                  <a:pt x="58" y="176"/>
                  <a:pt x="59" y="179"/>
                </a:cubicBezTo>
                <a:cubicBezTo>
                  <a:pt x="61" y="182"/>
                  <a:pt x="64" y="185"/>
                  <a:pt x="66" y="187"/>
                </a:cubicBezTo>
                <a:cubicBezTo>
                  <a:pt x="69" y="189"/>
                  <a:pt x="72" y="191"/>
                  <a:pt x="75" y="192"/>
                </a:cubicBezTo>
                <a:cubicBezTo>
                  <a:pt x="79" y="193"/>
                  <a:pt x="83" y="194"/>
                  <a:pt x="87" y="194"/>
                </a:cubicBezTo>
                <a:cubicBezTo>
                  <a:pt x="92" y="194"/>
                  <a:pt x="97" y="193"/>
                  <a:pt x="101" y="191"/>
                </a:cubicBezTo>
                <a:cubicBezTo>
                  <a:pt x="105" y="189"/>
                  <a:pt x="108" y="187"/>
                  <a:pt x="111" y="183"/>
                </a:cubicBezTo>
                <a:cubicBezTo>
                  <a:pt x="113" y="180"/>
                  <a:pt x="115" y="176"/>
                  <a:pt x="116" y="171"/>
                </a:cubicBezTo>
                <a:cubicBezTo>
                  <a:pt x="118" y="167"/>
                  <a:pt x="118" y="162"/>
                  <a:pt x="118" y="156"/>
                </a:cubicBezTo>
                <a:cubicBezTo>
                  <a:pt x="118" y="118"/>
                  <a:pt x="118" y="118"/>
                  <a:pt x="118" y="118"/>
                </a:cubicBezTo>
                <a:lnTo>
                  <a:pt x="2" y="117"/>
                </a:lnTo>
                <a:close/>
                <a:moveTo>
                  <a:pt x="103" y="153"/>
                </a:moveTo>
                <a:cubicBezTo>
                  <a:pt x="103" y="160"/>
                  <a:pt x="101" y="165"/>
                  <a:pt x="98" y="168"/>
                </a:cubicBezTo>
                <a:cubicBezTo>
                  <a:pt x="95" y="172"/>
                  <a:pt x="90" y="174"/>
                  <a:pt x="85" y="174"/>
                </a:cubicBezTo>
                <a:cubicBezTo>
                  <a:pt x="82" y="174"/>
                  <a:pt x="79" y="173"/>
                  <a:pt x="76" y="172"/>
                </a:cubicBezTo>
                <a:cubicBezTo>
                  <a:pt x="74" y="171"/>
                  <a:pt x="72" y="170"/>
                  <a:pt x="70" y="168"/>
                </a:cubicBezTo>
                <a:cubicBezTo>
                  <a:pt x="68" y="166"/>
                  <a:pt x="67" y="164"/>
                  <a:pt x="66" y="161"/>
                </a:cubicBezTo>
                <a:cubicBezTo>
                  <a:pt x="65" y="159"/>
                  <a:pt x="65" y="156"/>
                  <a:pt x="65" y="153"/>
                </a:cubicBezTo>
                <a:cubicBezTo>
                  <a:pt x="65" y="137"/>
                  <a:pt x="65" y="137"/>
                  <a:pt x="65" y="137"/>
                </a:cubicBezTo>
                <a:cubicBezTo>
                  <a:pt x="103" y="137"/>
                  <a:pt x="103" y="137"/>
                  <a:pt x="103" y="137"/>
                </a:cubicBezTo>
                <a:lnTo>
                  <a:pt x="103" y="153"/>
                </a:lnTo>
                <a:close/>
                <a:moveTo>
                  <a:pt x="4" y="206"/>
                </a:moveTo>
                <a:cubicBezTo>
                  <a:pt x="2" y="205"/>
                  <a:pt x="2" y="205"/>
                  <a:pt x="2" y="205"/>
                </a:cubicBezTo>
                <a:cubicBezTo>
                  <a:pt x="2" y="226"/>
                  <a:pt x="2" y="226"/>
                  <a:pt x="2" y="226"/>
                </a:cubicBezTo>
                <a:cubicBezTo>
                  <a:pt x="31" y="236"/>
                  <a:pt x="31" y="236"/>
                  <a:pt x="31" y="236"/>
                </a:cubicBezTo>
                <a:cubicBezTo>
                  <a:pt x="31" y="282"/>
                  <a:pt x="31" y="282"/>
                  <a:pt x="31" y="282"/>
                </a:cubicBezTo>
                <a:cubicBezTo>
                  <a:pt x="1" y="293"/>
                  <a:pt x="1" y="293"/>
                  <a:pt x="1" y="293"/>
                </a:cubicBezTo>
                <a:cubicBezTo>
                  <a:pt x="1" y="314"/>
                  <a:pt x="1" y="314"/>
                  <a:pt x="1" y="314"/>
                </a:cubicBezTo>
                <a:cubicBezTo>
                  <a:pt x="118" y="271"/>
                  <a:pt x="118" y="271"/>
                  <a:pt x="118" y="271"/>
                </a:cubicBezTo>
                <a:cubicBezTo>
                  <a:pt x="118" y="249"/>
                  <a:pt x="118" y="249"/>
                  <a:pt x="118" y="249"/>
                </a:cubicBezTo>
                <a:lnTo>
                  <a:pt x="4" y="206"/>
                </a:lnTo>
                <a:close/>
                <a:moveTo>
                  <a:pt x="101" y="259"/>
                </a:moveTo>
                <a:cubicBezTo>
                  <a:pt x="98" y="260"/>
                  <a:pt x="95" y="260"/>
                  <a:pt x="94" y="261"/>
                </a:cubicBezTo>
                <a:cubicBezTo>
                  <a:pt x="47" y="277"/>
                  <a:pt x="47" y="277"/>
                  <a:pt x="47" y="277"/>
                </a:cubicBezTo>
                <a:cubicBezTo>
                  <a:pt x="47" y="241"/>
                  <a:pt x="47" y="241"/>
                  <a:pt x="47" y="241"/>
                </a:cubicBezTo>
                <a:cubicBezTo>
                  <a:pt x="94" y="257"/>
                  <a:pt x="94" y="257"/>
                  <a:pt x="94" y="257"/>
                </a:cubicBezTo>
                <a:cubicBezTo>
                  <a:pt x="95" y="258"/>
                  <a:pt x="98" y="259"/>
                  <a:pt x="101" y="259"/>
                </a:cubicBezTo>
                <a:close/>
                <a:moveTo>
                  <a:pt x="110" y="414"/>
                </a:moveTo>
                <a:cubicBezTo>
                  <a:pt x="18" y="350"/>
                  <a:pt x="18" y="350"/>
                  <a:pt x="18" y="350"/>
                </a:cubicBezTo>
                <a:cubicBezTo>
                  <a:pt x="18" y="413"/>
                  <a:pt x="18" y="413"/>
                  <a:pt x="18" y="413"/>
                </a:cubicBezTo>
                <a:cubicBezTo>
                  <a:pt x="1" y="413"/>
                  <a:pt x="1" y="413"/>
                  <a:pt x="1" y="413"/>
                </a:cubicBezTo>
                <a:cubicBezTo>
                  <a:pt x="1" y="322"/>
                  <a:pt x="1" y="322"/>
                  <a:pt x="1" y="322"/>
                </a:cubicBezTo>
                <a:cubicBezTo>
                  <a:pt x="10" y="322"/>
                  <a:pt x="10" y="322"/>
                  <a:pt x="10" y="322"/>
                </a:cubicBezTo>
                <a:cubicBezTo>
                  <a:pt x="102" y="387"/>
                  <a:pt x="102" y="387"/>
                  <a:pt x="102" y="387"/>
                </a:cubicBezTo>
                <a:cubicBezTo>
                  <a:pt x="102" y="328"/>
                  <a:pt x="102" y="328"/>
                  <a:pt x="102" y="328"/>
                </a:cubicBezTo>
                <a:cubicBezTo>
                  <a:pt x="118" y="328"/>
                  <a:pt x="118" y="328"/>
                  <a:pt x="118" y="328"/>
                </a:cubicBezTo>
                <a:cubicBezTo>
                  <a:pt x="118" y="414"/>
                  <a:pt x="118" y="414"/>
                  <a:pt x="118" y="414"/>
                </a:cubicBezTo>
                <a:lnTo>
                  <a:pt x="110" y="414"/>
                </a:lnTo>
                <a:close/>
                <a:moveTo>
                  <a:pt x="1" y="448"/>
                </a:moveTo>
                <a:cubicBezTo>
                  <a:pt x="1" y="428"/>
                  <a:pt x="1" y="428"/>
                  <a:pt x="1" y="428"/>
                </a:cubicBezTo>
                <a:cubicBezTo>
                  <a:pt x="118" y="428"/>
                  <a:pt x="118" y="428"/>
                  <a:pt x="118" y="428"/>
                </a:cubicBezTo>
                <a:cubicBezTo>
                  <a:pt x="118" y="448"/>
                  <a:pt x="118" y="448"/>
                  <a:pt x="118" y="448"/>
                </a:cubicBezTo>
                <a:lnTo>
                  <a:pt x="1" y="448"/>
                </a:lnTo>
                <a:close/>
                <a:moveTo>
                  <a:pt x="1" y="539"/>
                </a:moveTo>
                <a:cubicBezTo>
                  <a:pt x="1" y="474"/>
                  <a:pt x="1" y="474"/>
                  <a:pt x="1" y="474"/>
                </a:cubicBezTo>
                <a:cubicBezTo>
                  <a:pt x="118" y="474"/>
                  <a:pt x="118" y="474"/>
                  <a:pt x="118" y="474"/>
                </a:cubicBezTo>
                <a:cubicBezTo>
                  <a:pt x="118" y="537"/>
                  <a:pt x="118" y="537"/>
                  <a:pt x="118" y="537"/>
                </a:cubicBezTo>
                <a:cubicBezTo>
                  <a:pt x="101" y="537"/>
                  <a:pt x="101" y="537"/>
                  <a:pt x="101" y="537"/>
                </a:cubicBezTo>
                <a:cubicBezTo>
                  <a:pt x="102" y="493"/>
                  <a:pt x="102" y="493"/>
                  <a:pt x="102" y="493"/>
                </a:cubicBezTo>
                <a:cubicBezTo>
                  <a:pt x="68" y="493"/>
                  <a:pt x="68" y="493"/>
                  <a:pt x="68" y="493"/>
                </a:cubicBezTo>
                <a:cubicBezTo>
                  <a:pt x="68" y="533"/>
                  <a:pt x="68" y="533"/>
                  <a:pt x="68" y="533"/>
                </a:cubicBezTo>
                <a:cubicBezTo>
                  <a:pt x="52" y="533"/>
                  <a:pt x="52" y="533"/>
                  <a:pt x="52" y="533"/>
                </a:cubicBezTo>
                <a:cubicBezTo>
                  <a:pt x="52" y="493"/>
                  <a:pt x="52" y="493"/>
                  <a:pt x="52" y="493"/>
                </a:cubicBezTo>
                <a:cubicBezTo>
                  <a:pt x="18" y="493"/>
                  <a:pt x="18" y="493"/>
                  <a:pt x="18" y="493"/>
                </a:cubicBezTo>
                <a:cubicBezTo>
                  <a:pt x="18" y="539"/>
                  <a:pt x="18" y="539"/>
                  <a:pt x="18" y="539"/>
                </a:cubicBezTo>
                <a:lnTo>
                  <a:pt x="1" y="539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8" name="Freeform 222">
            <a:extLst>
              <a:ext uri="{FF2B5EF4-FFF2-40B4-BE49-F238E27FC236}">
                <a16:creationId xmlns:a16="http://schemas.microsoft.com/office/drawing/2014/main" id="{D9654F49-63DD-998B-4048-255BB33F0E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 rot="16200000">
            <a:off x="7236639" y="515826"/>
            <a:ext cx="364768" cy="1361460"/>
          </a:xfrm>
          <a:custGeom>
            <a:avLst/>
            <a:gdLst>
              <a:gd name="T0" fmla="*/ 2 w 120"/>
              <a:gd name="T1" fmla="*/ 105 h 448"/>
              <a:gd name="T2" fmla="*/ 103 w 120"/>
              <a:gd name="T3" fmla="*/ 107 h 448"/>
              <a:gd name="T4" fmla="*/ 91 w 120"/>
              <a:gd name="T5" fmla="*/ 103 h 448"/>
              <a:gd name="T6" fmla="*/ 2 w 120"/>
              <a:gd name="T7" fmla="*/ 56 h 448"/>
              <a:gd name="T8" fmla="*/ 103 w 120"/>
              <a:gd name="T9" fmla="*/ 13 h 448"/>
              <a:gd name="T10" fmla="*/ 80 w 120"/>
              <a:gd name="T11" fmla="*/ 13 h 448"/>
              <a:gd name="T12" fmla="*/ 2 w 120"/>
              <a:gd name="T13" fmla="*/ 0 h 448"/>
              <a:gd name="T14" fmla="*/ 118 w 120"/>
              <a:gd name="T15" fmla="*/ 18 h 448"/>
              <a:gd name="T16" fmla="*/ 23 w 120"/>
              <a:gd name="T17" fmla="*/ 59 h 448"/>
              <a:gd name="T18" fmla="*/ 37 w 120"/>
              <a:gd name="T19" fmla="*/ 65 h 448"/>
              <a:gd name="T20" fmla="*/ 118 w 120"/>
              <a:gd name="T21" fmla="*/ 119 h 448"/>
              <a:gd name="T22" fmla="*/ 2 w 120"/>
              <a:gd name="T23" fmla="*/ 212 h 448"/>
              <a:gd name="T24" fmla="*/ 118 w 120"/>
              <a:gd name="T25" fmla="*/ 150 h 448"/>
              <a:gd name="T26" fmla="*/ 106 w 120"/>
              <a:gd name="T27" fmla="*/ 209 h 448"/>
              <a:gd name="T28" fmla="*/ 67 w 120"/>
              <a:gd name="T29" fmla="*/ 163 h 448"/>
              <a:gd name="T30" fmla="*/ 55 w 120"/>
              <a:gd name="T31" fmla="*/ 206 h 448"/>
              <a:gd name="T32" fmla="*/ 14 w 120"/>
              <a:gd name="T33" fmla="*/ 163 h 448"/>
              <a:gd name="T34" fmla="*/ 2 w 120"/>
              <a:gd name="T35" fmla="*/ 212 h 448"/>
              <a:gd name="T36" fmla="*/ 2 w 120"/>
              <a:gd name="T37" fmla="*/ 248 h 448"/>
              <a:gd name="T38" fmla="*/ 51 w 120"/>
              <a:gd name="T39" fmla="*/ 259 h 448"/>
              <a:gd name="T40" fmla="*/ 47 w 120"/>
              <a:gd name="T41" fmla="*/ 272 h 448"/>
              <a:gd name="T42" fmla="*/ 34 w 120"/>
              <a:gd name="T43" fmla="*/ 282 h 448"/>
              <a:gd name="T44" fmla="*/ 2 w 120"/>
              <a:gd name="T45" fmla="*/ 318 h 448"/>
              <a:gd name="T46" fmla="*/ 43 w 120"/>
              <a:gd name="T47" fmla="*/ 292 h 448"/>
              <a:gd name="T48" fmla="*/ 52 w 120"/>
              <a:gd name="T49" fmla="*/ 284 h 448"/>
              <a:gd name="T50" fmla="*/ 56 w 120"/>
              <a:gd name="T51" fmla="*/ 278 h 448"/>
              <a:gd name="T52" fmla="*/ 67 w 120"/>
              <a:gd name="T53" fmla="*/ 297 h 448"/>
              <a:gd name="T54" fmla="*/ 87 w 120"/>
              <a:gd name="T55" fmla="*/ 304 h 448"/>
              <a:gd name="T56" fmla="*/ 111 w 120"/>
              <a:gd name="T57" fmla="*/ 294 h 448"/>
              <a:gd name="T58" fmla="*/ 118 w 120"/>
              <a:gd name="T59" fmla="*/ 269 h 448"/>
              <a:gd name="T60" fmla="*/ 2 w 120"/>
              <a:gd name="T61" fmla="*/ 234 h 448"/>
              <a:gd name="T62" fmla="*/ 101 w 120"/>
              <a:gd name="T63" fmla="*/ 284 h 448"/>
              <a:gd name="T64" fmla="*/ 77 w 120"/>
              <a:gd name="T65" fmla="*/ 288 h 448"/>
              <a:gd name="T66" fmla="*/ 65 w 120"/>
              <a:gd name="T67" fmla="*/ 276 h 448"/>
              <a:gd name="T68" fmla="*/ 64 w 120"/>
              <a:gd name="T69" fmla="*/ 248 h 448"/>
              <a:gd name="T70" fmla="*/ 106 w 120"/>
              <a:gd name="T71" fmla="*/ 266 h 448"/>
              <a:gd name="T72" fmla="*/ 0 w 120"/>
              <a:gd name="T73" fmla="*/ 379 h 448"/>
              <a:gd name="T74" fmla="*/ 58 w 120"/>
              <a:gd name="T75" fmla="*/ 324 h 448"/>
              <a:gd name="T76" fmla="*/ 120 w 120"/>
              <a:gd name="T77" fmla="*/ 383 h 448"/>
              <a:gd name="T78" fmla="*/ 101 w 120"/>
              <a:gd name="T79" fmla="*/ 411 h 448"/>
              <a:gd name="T80" fmla="*/ 94 w 120"/>
              <a:gd name="T81" fmla="*/ 351 h 448"/>
              <a:gd name="T82" fmla="*/ 25 w 120"/>
              <a:gd name="T83" fmla="*/ 350 h 448"/>
              <a:gd name="T84" fmla="*/ 20 w 120"/>
              <a:gd name="T85" fmla="*/ 411 h 448"/>
              <a:gd name="T86" fmla="*/ 2 w 120"/>
              <a:gd name="T87" fmla="*/ 448 h 448"/>
              <a:gd name="T88" fmla="*/ 118 w 120"/>
              <a:gd name="T89" fmla="*/ 435 h 448"/>
              <a:gd name="T90" fmla="*/ 2 w 120"/>
              <a:gd name="T91" fmla="*/ 448 h 4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20" h="448">
                <a:moveTo>
                  <a:pt x="2" y="119"/>
                </a:moveTo>
                <a:cubicBezTo>
                  <a:pt x="2" y="105"/>
                  <a:pt x="2" y="105"/>
                  <a:pt x="2" y="105"/>
                </a:cubicBezTo>
                <a:cubicBezTo>
                  <a:pt x="80" y="105"/>
                  <a:pt x="80" y="105"/>
                  <a:pt x="80" y="105"/>
                </a:cubicBezTo>
                <a:cubicBezTo>
                  <a:pt x="86" y="105"/>
                  <a:pt x="94" y="106"/>
                  <a:pt x="103" y="107"/>
                </a:cubicBezTo>
                <a:cubicBezTo>
                  <a:pt x="103" y="106"/>
                  <a:pt x="103" y="106"/>
                  <a:pt x="103" y="106"/>
                </a:cubicBezTo>
                <a:cubicBezTo>
                  <a:pt x="97" y="105"/>
                  <a:pt x="94" y="104"/>
                  <a:pt x="91" y="103"/>
                </a:cubicBezTo>
                <a:cubicBezTo>
                  <a:pt x="2" y="63"/>
                  <a:pt x="2" y="63"/>
                  <a:pt x="2" y="63"/>
                </a:cubicBezTo>
                <a:cubicBezTo>
                  <a:pt x="2" y="56"/>
                  <a:pt x="2" y="56"/>
                  <a:pt x="2" y="56"/>
                </a:cubicBezTo>
                <a:cubicBezTo>
                  <a:pt x="91" y="16"/>
                  <a:pt x="91" y="16"/>
                  <a:pt x="91" y="16"/>
                </a:cubicBezTo>
                <a:cubicBezTo>
                  <a:pt x="93" y="15"/>
                  <a:pt x="97" y="14"/>
                  <a:pt x="103" y="13"/>
                </a:cubicBezTo>
                <a:cubicBezTo>
                  <a:pt x="103" y="12"/>
                  <a:pt x="103" y="12"/>
                  <a:pt x="103" y="12"/>
                </a:cubicBezTo>
                <a:cubicBezTo>
                  <a:pt x="98" y="13"/>
                  <a:pt x="90" y="13"/>
                  <a:pt x="80" y="13"/>
                </a:cubicBezTo>
                <a:cubicBezTo>
                  <a:pt x="2" y="13"/>
                  <a:pt x="2" y="13"/>
                  <a:pt x="2" y="13"/>
                </a:cubicBezTo>
                <a:cubicBezTo>
                  <a:pt x="2" y="0"/>
                  <a:pt x="2" y="0"/>
                  <a:pt x="2" y="0"/>
                </a:cubicBezTo>
                <a:cubicBezTo>
                  <a:pt x="118" y="0"/>
                  <a:pt x="118" y="0"/>
                  <a:pt x="118" y="0"/>
                </a:cubicBezTo>
                <a:cubicBezTo>
                  <a:pt x="118" y="18"/>
                  <a:pt x="118" y="18"/>
                  <a:pt x="118" y="18"/>
                </a:cubicBezTo>
                <a:cubicBezTo>
                  <a:pt x="37" y="54"/>
                  <a:pt x="37" y="54"/>
                  <a:pt x="37" y="54"/>
                </a:cubicBezTo>
                <a:cubicBezTo>
                  <a:pt x="31" y="57"/>
                  <a:pt x="26" y="58"/>
                  <a:pt x="23" y="59"/>
                </a:cubicBezTo>
                <a:cubicBezTo>
                  <a:pt x="23" y="60"/>
                  <a:pt x="23" y="60"/>
                  <a:pt x="23" y="60"/>
                </a:cubicBezTo>
                <a:cubicBezTo>
                  <a:pt x="29" y="62"/>
                  <a:pt x="34" y="64"/>
                  <a:pt x="37" y="65"/>
                </a:cubicBezTo>
                <a:cubicBezTo>
                  <a:pt x="118" y="102"/>
                  <a:pt x="118" y="102"/>
                  <a:pt x="118" y="102"/>
                </a:cubicBezTo>
                <a:cubicBezTo>
                  <a:pt x="118" y="119"/>
                  <a:pt x="118" y="119"/>
                  <a:pt x="118" y="119"/>
                </a:cubicBezTo>
                <a:lnTo>
                  <a:pt x="2" y="119"/>
                </a:lnTo>
                <a:close/>
                <a:moveTo>
                  <a:pt x="2" y="212"/>
                </a:moveTo>
                <a:cubicBezTo>
                  <a:pt x="2" y="150"/>
                  <a:pt x="2" y="150"/>
                  <a:pt x="2" y="150"/>
                </a:cubicBezTo>
                <a:cubicBezTo>
                  <a:pt x="118" y="150"/>
                  <a:pt x="118" y="150"/>
                  <a:pt x="118" y="150"/>
                </a:cubicBezTo>
                <a:cubicBezTo>
                  <a:pt x="118" y="209"/>
                  <a:pt x="118" y="209"/>
                  <a:pt x="118" y="209"/>
                </a:cubicBezTo>
                <a:cubicBezTo>
                  <a:pt x="106" y="209"/>
                  <a:pt x="106" y="209"/>
                  <a:pt x="106" y="209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67" y="163"/>
                  <a:pt x="67" y="163"/>
                  <a:pt x="67" y="163"/>
                </a:cubicBezTo>
                <a:cubicBezTo>
                  <a:pt x="67" y="206"/>
                  <a:pt x="67" y="206"/>
                  <a:pt x="67" y="206"/>
                </a:cubicBezTo>
                <a:cubicBezTo>
                  <a:pt x="55" y="206"/>
                  <a:pt x="55" y="206"/>
                  <a:pt x="55" y="206"/>
                </a:cubicBezTo>
                <a:cubicBezTo>
                  <a:pt x="55" y="163"/>
                  <a:pt x="55" y="163"/>
                  <a:pt x="55" y="163"/>
                </a:cubicBezTo>
                <a:cubicBezTo>
                  <a:pt x="14" y="163"/>
                  <a:pt x="14" y="163"/>
                  <a:pt x="14" y="163"/>
                </a:cubicBezTo>
                <a:cubicBezTo>
                  <a:pt x="14" y="212"/>
                  <a:pt x="14" y="212"/>
                  <a:pt x="14" y="212"/>
                </a:cubicBezTo>
                <a:lnTo>
                  <a:pt x="2" y="212"/>
                </a:lnTo>
                <a:close/>
                <a:moveTo>
                  <a:pt x="2" y="234"/>
                </a:moveTo>
                <a:cubicBezTo>
                  <a:pt x="2" y="248"/>
                  <a:pt x="2" y="248"/>
                  <a:pt x="2" y="248"/>
                </a:cubicBezTo>
                <a:cubicBezTo>
                  <a:pt x="51" y="248"/>
                  <a:pt x="51" y="248"/>
                  <a:pt x="51" y="248"/>
                </a:cubicBezTo>
                <a:cubicBezTo>
                  <a:pt x="51" y="259"/>
                  <a:pt x="51" y="259"/>
                  <a:pt x="51" y="259"/>
                </a:cubicBezTo>
                <a:cubicBezTo>
                  <a:pt x="51" y="261"/>
                  <a:pt x="51" y="264"/>
                  <a:pt x="50" y="266"/>
                </a:cubicBezTo>
                <a:cubicBezTo>
                  <a:pt x="50" y="268"/>
                  <a:pt x="49" y="270"/>
                  <a:pt x="47" y="272"/>
                </a:cubicBezTo>
                <a:cubicBezTo>
                  <a:pt x="46" y="273"/>
                  <a:pt x="44" y="275"/>
                  <a:pt x="42" y="277"/>
                </a:cubicBezTo>
                <a:cubicBezTo>
                  <a:pt x="40" y="278"/>
                  <a:pt x="37" y="280"/>
                  <a:pt x="34" y="282"/>
                </a:cubicBezTo>
                <a:cubicBezTo>
                  <a:pt x="2" y="301"/>
                  <a:pt x="2" y="301"/>
                  <a:pt x="2" y="301"/>
                </a:cubicBezTo>
                <a:cubicBezTo>
                  <a:pt x="2" y="318"/>
                  <a:pt x="2" y="318"/>
                  <a:pt x="2" y="318"/>
                </a:cubicBezTo>
                <a:cubicBezTo>
                  <a:pt x="37" y="296"/>
                  <a:pt x="37" y="296"/>
                  <a:pt x="37" y="296"/>
                </a:cubicBezTo>
                <a:cubicBezTo>
                  <a:pt x="39" y="294"/>
                  <a:pt x="41" y="293"/>
                  <a:pt x="43" y="292"/>
                </a:cubicBezTo>
                <a:cubicBezTo>
                  <a:pt x="45" y="290"/>
                  <a:pt x="47" y="289"/>
                  <a:pt x="49" y="288"/>
                </a:cubicBezTo>
                <a:cubicBezTo>
                  <a:pt x="50" y="286"/>
                  <a:pt x="51" y="285"/>
                  <a:pt x="52" y="284"/>
                </a:cubicBezTo>
                <a:cubicBezTo>
                  <a:pt x="54" y="282"/>
                  <a:pt x="55" y="280"/>
                  <a:pt x="55" y="278"/>
                </a:cubicBezTo>
                <a:cubicBezTo>
                  <a:pt x="56" y="278"/>
                  <a:pt x="56" y="278"/>
                  <a:pt x="56" y="278"/>
                </a:cubicBezTo>
                <a:cubicBezTo>
                  <a:pt x="57" y="282"/>
                  <a:pt x="58" y="286"/>
                  <a:pt x="60" y="289"/>
                </a:cubicBezTo>
                <a:cubicBezTo>
                  <a:pt x="62" y="292"/>
                  <a:pt x="64" y="295"/>
                  <a:pt x="67" y="297"/>
                </a:cubicBezTo>
                <a:cubicBezTo>
                  <a:pt x="70" y="300"/>
                  <a:pt x="73" y="301"/>
                  <a:pt x="76" y="303"/>
                </a:cubicBezTo>
                <a:cubicBezTo>
                  <a:pt x="79" y="304"/>
                  <a:pt x="83" y="304"/>
                  <a:pt x="87" y="304"/>
                </a:cubicBezTo>
                <a:cubicBezTo>
                  <a:pt x="92" y="304"/>
                  <a:pt x="97" y="303"/>
                  <a:pt x="101" y="302"/>
                </a:cubicBezTo>
                <a:cubicBezTo>
                  <a:pt x="105" y="300"/>
                  <a:pt x="108" y="297"/>
                  <a:pt x="111" y="294"/>
                </a:cubicBezTo>
                <a:cubicBezTo>
                  <a:pt x="113" y="291"/>
                  <a:pt x="115" y="287"/>
                  <a:pt x="116" y="283"/>
                </a:cubicBezTo>
                <a:cubicBezTo>
                  <a:pt x="118" y="279"/>
                  <a:pt x="118" y="274"/>
                  <a:pt x="118" y="269"/>
                </a:cubicBezTo>
                <a:cubicBezTo>
                  <a:pt x="118" y="234"/>
                  <a:pt x="118" y="234"/>
                  <a:pt x="118" y="234"/>
                </a:cubicBezTo>
                <a:lnTo>
                  <a:pt x="2" y="234"/>
                </a:lnTo>
                <a:close/>
                <a:moveTo>
                  <a:pt x="106" y="266"/>
                </a:moveTo>
                <a:cubicBezTo>
                  <a:pt x="106" y="274"/>
                  <a:pt x="104" y="280"/>
                  <a:pt x="101" y="284"/>
                </a:cubicBezTo>
                <a:cubicBezTo>
                  <a:pt x="97" y="288"/>
                  <a:pt x="92" y="290"/>
                  <a:pt x="86" y="290"/>
                </a:cubicBezTo>
                <a:cubicBezTo>
                  <a:pt x="83" y="290"/>
                  <a:pt x="79" y="289"/>
                  <a:pt x="77" y="288"/>
                </a:cubicBezTo>
                <a:cubicBezTo>
                  <a:pt x="74" y="287"/>
                  <a:pt x="71" y="285"/>
                  <a:pt x="70" y="283"/>
                </a:cubicBezTo>
                <a:cubicBezTo>
                  <a:pt x="68" y="281"/>
                  <a:pt x="66" y="279"/>
                  <a:pt x="65" y="276"/>
                </a:cubicBezTo>
                <a:cubicBezTo>
                  <a:pt x="64" y="273"/>
                  <a:pt x="64" y="270"/>
                  <a:pt x="64" y="266"/>
                </a:cubicBezTo>
                <a:cubicBezTo>
                  <a:pt x="64" y="248"/>
                  <a:pt x="64" y="248"/>
                  <a:pt x="64" y="248"/>
                </a:cubicBezTo>
                <a:cubicBezTo>
                  <a:pt x="106" y="248"/>
                  <a:pt x="106" y="248"/>
                  <a:pt x="106" y="248"/>
                </a:cubicBezTo>
                <a:lnTo>
                  <a:pt x="106" y="266"/>
                </a:lnTo>
                <a:close/>
                <a:moveTo>
                  <a:pt x="6" y="411"/>
                </a:moveTo>
                <a:cubicBezTo>
                  <a:pt x="2" y="402"/>
                  <a:pt x="0" y="391"/>
                  <a:pt x="0" y="379"/>
                </a:cubicBezTo>
                <a:cubicBezTo>
                  <a:pt x="0" y="362"/>
                  <a:pt x="5" y="349"/>
                  <a:pt x="16" y="339"/>
                </a:cubicBezTo>
                <a:cubicBezTo>
                  <a:pt x="26" y="329"/>
                  <a:pt x="40" y="324"/>
                  <a:pt x="58" y="324"/>
                </a:cubicBezTo>
                <a:cubicBezTo>
                  <a:pt x="76" y="324"/>
                  <a:pt x="91" y="329"/>
                  <a:pt x="103" y="341"/>
                </a:cubicBezTo>
                <a:cubicBezTo>
                  <a:pt x="115" y="352"/>
                  <a:pt x="120" y="366"/>
                  <a:pt x="120" y="383"/>
                </a:cubicBezTo>
                <a:cubicBezTo>
                  <a:pt x="120" y="394"/>
                  <a:pt x="119" y="404"/>
                  <a:pt x="115" y="411"/>
                </a:cubicBezTo>
                <a:cubicBezTo>
                  <a:pt x="101" y="411"/>
                  <a:pt x="101" y="411"/>
                  <a:pt x="101" y="411"/>
                </a:cubicBezTo>
                <a:cubicBezTo>
                  <a:pt x="106" y="403"/>
                  <a:pt x="108" y="393"/>
                  <a:pt x="108" y="383"/>
                </a:cubicBezTo>
                <a:cubicBezTo>
                  <a:pt x="108" y="370"/>
                  <a:pt x="103" y="359"/>
                  <a:pt x="94" y="351"/>
                </a:cubicBezTo>
                <a:cubicBezTo>
                  <a:pt x="85" y="342"/>
                  <a:pt x="74" y="338"/>
                  <a:pt x="59" y="338"/>
                </a:cubicBezTo>
                <a:cubicBezTo>
                  <a:pt x="44" y="338"/>
                  <a:pt x="33" y="342"/>
                  <a:pt x="25" y="350"/>
                </a:cubicBezTo>
                <a:cubicBezTo>
                  <a:pt x="16" y="358"/>
                  <a:pt x="12" y="368"/>
                  <a:pt x="12" y="380"/>
                </a:cubicBezTo>
                <a:cubicBezTo>
                  <a:pt x="12" y="392"/>
                  <a:pt x="14" y="402"/>
                  <a:pt x="20" y="411"/>
                </a:cubicBezTo>
                <a:lnTo>
                  <a:pt x="6" y="411"/>
                </a:lnTo>
                <a:close/>
                <a:moveTo>
                  <a:pt x="2" y="448"/>
                </a:moveTo>
                <a:cubicBezTo>
                  <a:pt x="2" y="435"/>
                  <a:pt x="2" y="435"/>
                  <a:pt x="2" y="435"/>
                </a:cubicBezTo>
                <a:cubicBezTo>
                  <a:pt x="118" y="435"/>
                  <a:pt x="118" y="435"/>
                  <a:pt x="118" y="435"/>
                </a:cubicBezTo>
                <a:cubicBezTo>
                  <a:pt x="118" y="448"/>
                  <a:pt x="118" y="448"/>
                  <a:pt x="118" y="448"/>
                </a:cubicBezTo>
                <a:lnTo>
                  <a:pt x="2" y="448"/>
                </a:lnTo>
                <a:close/>
              </a:path>
            </a:pathLst>
          </a:custGeom>
          <a:solidFill>
            <a:srgbClr val="0078D7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9" name="Freeform 223">
            <a:extLst>
              <a:ext uri="{FF2B5EF4-FFF2-40B4-BE49-F238E27FC236}">
                <a16:creationId xmlns:a16="http://schemas.microsoft.com/office/drawing/2014/main" id="{7C773D11-4997-6918-1959-2046F23F5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3342543" y="2084253"/>
            <a:ext cx="2423656" cy="477795"/>
          </a:xfrm>
          <a:custGeom>
            <a:avLst/>
            <a:gdLst>
              <a:gd name="T0" fmla="*/ 69 w 798"/>
              <a:gd name="T1" fmla="*/ 157 h 157"/>
              <a:gd name="T2" fmla="*/ 0 w 798"/>
              <a:gd name="T3" fmla="*/ 81 h 157"/>
              <a:gd name="T4" fmla="*/ 75 w 798"/>
              <a:gd name="T5" fmla="*/ 0 h 157"/>
              <a:gd name="T6" fmla="*/ 114 w 798"/>
              <a:gd name="T7" fmla="*/ 20 h 157"/>
              <a:gd name="T8" fmla="*/ 28 w 798"/>
              <a:gd name="T9" fmla="*/ 29 h 157"/>
              <a:gd name="T10" fmla="*/ 27 w 798"/>
              <a:gd name="T11" fmla="*/ 129 h 157"/>
              <a:gd name="T12" fmla="*/ 107 w 798"/>
              <a:gd name="T13" fmla="*/ 139 h 157"/>
              <a:gd name="T14" fmla="*/ 71 w 798"/>
              <a:gd name="T15" fmla="*/ 89 h 157"/>
              <a:gd name="T16" fmla="*/ 117 w 798"/>
              <a:gd name="T17" fmla="*/ 79 h 157"/>
              <a:gd name="T18" fmla="*/ 219 w 798"/>
              <a:gd name="T19" fmla="*/ 106 h 157"/>
              <a:gd name="T20" fmla="*/ 201 w 798"/>
              <a:gd name="T21" fmla="*/ 84 h 157"/>
              <a:gd name="T22" fmla="*/ 237 w 798"/>
              <a:gd name="T23" fmla="*/ 42 h 157"/>
              <a:gd name="T24" fmla="*/ 194 w 798"/>
              <a:gd name="T25" fmla="*/ 3 h 157"/>
              <a:gd name="T26" fmla="*/ 152 w 798"/>
              <a:gd name="T27" fmla="*/ 154 h 157"/>
              <a:gd name="T28" fmla="*/ 162 w 798"/>
              <a:gd name="T29" fmla="*/ 87 h 157"/>
              <a:gd name="T30" fmla="*/ 197 w 798"/>
              <a:gd name="T31" fmla="*/ 92 h 157"/>
              <a:gd name="T32" fmla="*/ 230 w 798"/>
              <a:gd name="T33" fmla="*/ 154 h 157"/>
              <a:gd name="T34" fmla="*/ 219 w 798"/>
              <a:gd name="T35" fmla="*/ 106 h 157"/>
              <a:gd name="T36" fmla="*/ 162 w 798"/>
              <a:gd name="T37" fmla="*/ 77 h 157"/>
              <a:gd name="T38" fmla="*/ 191 w 798"/>
              <a:gd name="T39" fmla="*/ 13 h 157"/>
              <a:gd name="T40" fmla="*/ 226 w 798"/>
              <a:gd name="T41" fmla="*/ 43 h 157"/>
              <a:gd name="T42" fmla="*/ 189 w 798"/>
              <a:gd name="T43" fmla="*/ 77 h 157"/>
              <a:gd name="T44" fmla="*/ 316 w 798"/>
              <a:gd name="T45" fmla="*/ 3 h 157"/>
              <a:gd name="T46" fmla="*/ 270 w 798"/>
              <a:gd name="T47" fmla="*/ 154 h 157"/>
              <a:gd name="T48" fmla="*/ 353 w 798"/>
              <a:gd name="T49" fmla="*/ 107 h 157"/>
              <a:gd name="T50" fmla="*/ 382 w 798"/>
              <a:gd name="T51" fmla="*/ 154 h 157"/>
              <a:gd name="T52" fmla="*/ 291 w 798"/>
              <a:gd name="T53" fmla="*/ 98 h 157"/>
              <a:gd name="T54" fmla="*/ 320 w 798"/>
              <a:gd name="T55" fmla="*/ 16 h 157"/>
              <a:gd name="T56" fmla="*/ 322 w 798"/>
              <a:gd name="T57" fmla="*/ 21 h 157"/>
              <a:gd name="T58" fmla="*/ 350 w 798"/>
              <a:gd name="T59" fmla="*/ 98 h 157"/>
              <a:gd name="T60" fmla="*/ 504 w 798"/>
              <a:gd name="T61" fmla="*/ 149 h 157"/>
              <a:gd name="T62" fmla="*/ 415 w 798"/>
              <a:gd name="T63" fmla="*/ 136 h 157"/>
              <a:gd name="T64" fmla="*/ 417 w 798"/>
              <a:gd name="T65" fmla="*/ 23 h 157"/>
              <a:gd name="T66" fmla="*/ 504 w 798"/>
              <a:gd name="T67" fmla="*/ 6 h 157"/>
              <a:gd name="T68" fmla="*/ 471 w 798"/>
              <a:gd name="T69" fmla="*/ 10 h 157"/>
              <a:gd name="T70" fmla="*/ 407 w 798"/>
              <a:gd name="T71" fmla="*/ 81 h 157"/>
              <a:gd name="T72" fmla="*/ 467 w 798"/>
              <a:gd name="T73" fmla="*/ 147 h 157"/>
              <a:gd name="T74" fmla="*/ 504 w 798"/>
              <a:gd name="T75" fmla="*/ 149 h 157"/>
              <a:gd name="T76" fmla="*/ 538 w 798"/>
              <a:gd name="T77" fmla="*/ 3 h 157"/>
              <a:gd name="T78" fmla="*/ 548 w 798"/>
              <a:gd name="T79" fmla="*/ 154 h 157"/>
              <a:gd name="T80" fmla="*/ 641 w 798"/>
              <a:gd name="T81" fmla="*/ 3 h 157"/>
              <a:gd name="T82" fmla="*/ 574 w 798"/>
              <a:gd name="T83" fmla="*/ 154 h 157"/>
              <a:gd name="T84" fmla="*/ 603 w 798"/>
              <a:gd name="T85" fmla="*/ 107 h 157"/>
              <a:gd name="T86" fmla="*/ 686 w 798"/>
              <a:gd name="T87" fmla="*/ 154 h 157"/>
              <a:gd name="T88" fmla="*/ 641 w 798"/>
              <a:gd name="T89" fmla="*/ 3 h 157"/>
              <a:gd name="T90" fmla="*/ 632 w 798"/>
              <a:gd name="T91" fmla="*/ 27 h 157"/>
              <a:gd name="T92" fmla="*/ 636 w 798"/>
              <a:gd name="T93" fmla="*/ 16 h 157"/>
              <a:gd name="T94" fmla="*/ 639 w 798"/>
              <a:gd name="T95" fmla="*/ 28 h 157"/>
              <a:gd name="T96" fmla="*/ 607 w 798"/>
              <a:gd name="T97" fmla="*/ 98 h 157"/>
              <a:gd name="T98" fmla="*/ 719 w 798"/>
              <a:gd name="T99" fmla="*/ 137 h 157"/>
              <a:gd name="T100" fmla="*/ 778 w 798"/>
              <a:gd name="T101" fmla="*/ 140 h 157"/>
              <a:gd name="T102" fmla="*/ 781 w 798"/>
              <a:gd name="T103" fmla="*/ 101 h 157"/>
              <a:gd name="T104" fmla="*/ 725 w 798"/>
              <a:gd name="T105" fmla="*/ 60 h 157"/>
              <a:gd name="T106" fmla="*/ 732 w 798"/>
              <a:gd name="T107" fmla="*/ 12 h 157"/>
              <a:gd name="T108" fmla="*/ 792 w 798"/>
              <a:gd name="T109" fmla="*/ 5 h 157"/>
              <a:gd name="T110" fmla="*/ 764 w 798"/>
              <a:gd name="T111" fmla="*/ 10 h 157"/>
              <a:gd name="T112" fmla="*/ 730 w 798"/>
              <a:gd name="T113" fmla="*/ 38 h 157"/>
              <a:gd name="T114" fmla="*/ 763 w 798"/>
              <a:gd name="T115" fmla="*/ 75 h 157"/>
              <a:gd name="T116" fmla="*/ 798 w 798"/>
              <a:gd name="T117" fmla="*/ 118 h 157"/>
              <a:gd name="T118" fmla="*/ 752 w 798"/>
              <a:gd name="T119" fmla="*/ 157 h 157"/>
              <a:gd name="T120" fmla="*/ 719 w 798"/>
              <a:gd name="T121" fmla="*/ 149 h 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798" h="157">
                <a:moveTo>
                  <a:pt x="117" y="144"/>
                </a:moveTo>
                <a:cubicBezTo>
                  <a:pt x="101" y="153"/>
                  <a:pt x="85" y="157"/>
                  <a:pt x="69" y="157"/>
                </a:cubicBezTo>
                <a:cubicBezTo>
                  <a:pt x="48" y="157"/>
                  <a:pt x="32" y="150"/>
                  <a:pt x="19" y="136"/>
                </a:cubicBezTo>
                <a:cubicBezTo>
                  <a:pt x="6" y="122"/>
                  <a:pt x="0" y="104"/>
                  <a:pt x="0" y="81"/>
                </a:cubicBezTo>
                <a:cubicBezTo>
                  <a:pt x="0" y="58"/>
                  <a:pt x="7" y="39"/>
                  <a:pt x="20" y="23"/>
                </a:cubicBezTo>
                <a:cubicBezTo>
                  <a:pt x="34" y="8"/>
                  <a:pt x="52" y="0"/>
                  <a:pt x="75" y="0"/>
                </a:cubicBezTo>
                <a:cubicBezTo>
                  <a:pt x="89" y="0"/>
                  <a:pt x="101" y="3"/>
                  <a:pt x="114" y="8"/>
                </a:cubicBezTo>
                <a:cubicBezTo>
                  <a:pt x="114" y="20"/>
                  <a:pt x="114" y="20"/>
                  <a:pt x="114" y="20"/>
                </a:cubicBezTo>
                <a:cubicBezTo>
                  <a:pt x="100" y="13"/>
                  <a:pt x="87" y="10"/>
                  <a:pt x="74" y="10"/>
                </a:cubicBezTo>
                <a:cubicBezTo>
                  <a:pt x="55" y="10"/>
                  <a:pt x="39" y="16"/>
                  <a:pt x="28" y="29"/>
                </a:cubicBezTo>
                <a:cubicBezTo>
                  <a:pt x="16" y="43"/>
                  <a:pt x="10" y="59"/>
                  <a:pt x="10" y="79"/>
                </a:cubicBezTo>
                <a:cubicBezTo>
                  <a:pt x="10" y="101"/>
                  <a:pt x="16" y="117"/>
                  <a:pt x="27" y="129"/>
                </a:cubicBezTo>
                <a:cubicBezTo>
                  <a:pt x="38" y="141"/>
                  <a:pt x="52" y="147"/>
                  <a:pt x="71" y="147"/>
                </a:cubicBezTo>
                <a:cubicBezTo>
                  <a:pt x="84" y="147"/>
                  <a:pt x="96" y="144"/>
                  <a:pt x="107" y="139"/>
                </a:cubicBezTo>
                <a:cubicBezTo>
                  <a:pt x="107" y="89"/>
                  <a:pt x="107" y="89"/>
                  <a:pt x="107" y="89"/>
                </a:cubicBezTo>
                <a:cubicBezTo>
                  <a:pt x="71" y="89"/>
                  <a:pt x="71" y="89"/>
                  <a:pt x="71" y="89"/>
                </a:cubicBezTo>
                <a:cubicBezTo>
                  <a:pt x="71" y="79"/>
                  <a:pt x="71" y="79"/>
                  <a:pt x="71" y="79"/>
                </a:cubicBezTo>
                <a:cubicBezTo>
                  <a:pt x="117" y="79"/>
                  <a:pt x="117" y="79"/>
                  <a:pt x="117" y="79"/>
                </a:cubicBezTo>
                <a:lnTo>
                  <a:pt x="117" y="144"/>
                </a:lnTo>
                <a:close/>
                <a:moveTo>
                  <a:pt x="219" y="106"/>
                </a:moveTo>
                <a:cubicBezTo>
                  <a:pt x="213" y="94"/>
                  <a:pt x="207" y="87"/>
                  <a:pt x="201" y="84"/>
                </a:cubicBezTo>
                <a:cubicBezTo>
                  <a:pt x="201" y="84"/>
                  <a:pt x="201" y="84"/>
                  <a:pt x="201" y="84"/>
                </a:cubicBezTo>
                <a:cubicBezTo>
                  <a:pt x="213" y="82"/>
                  <a:pt x="221" y="77"/>
                  <a:pt x="228" y="70"/>
                </a:cubicBezTo>
                <a:cubicBezTo>
                  <a:pt x="234" y="62"/>
                  <a:pt x="237" y="53"/>
                  <a:pt x="237" y="42"/>
                </a:cubicBezTo>
                <a:cubicBezTo>
                  <a:pt x="237" y="31"/>
                  <a:pt x="233" y="21"/>
                  <a:pt x="226" y="14"/>
                </a:cubicBezTo>
                <a:cubicBezTo>
                  <a:pt x="218" y="7"/>
                  <a:pt x="207" y="3"/>
                  <a:pt x="194" y="3"/>
                </a:cubicBezTo>
                <a:cubicBezTo>
                  <a:pt x="152" y="3"/>
                  <a:pt x="152" y="3"/>
                  <a:pt x="152" y="3"/>
                </a:cubicBezTo>
                <a:cubicBezTo>
                  <a:pt x="152" y="154"/>
                  <a:pt x="152" y="154"/>
                  <a:pt x="152" y="154"/>
                </a:cubicBezTo>
                <a:cubicBezTo>
                  <a:pt x="162" y="154"/>
                  <a:pt x="162" y="154"/>
                  <a:pt x="162" y="154"/>
                </a:cubicBezTo>
                <a:cubicBezTo>
                  <a:pt x="162" y="87"/>
                  <a:pt x="162" y="87"/>
                  <a:pt x="162" y="87"/>
                </a:cubicBezTo>
                <a:cubicBezTo>
                  <a:pt x="181" y="87"/>
                  <a:pt x="181" y="87"/>
                  <a:pt x="181" y="87"/>
                </a:cubicBezTo>
                <a:cubicBezTo>
                  <a:pt x="188" y="87"/>
                  <a:pt x="193" y="88"/>
                  <a:pt x="197" y="92"/>
                </a:cubicBezTo>
                <a:cubicBezTo>
                  <a:pt x="201" y="95"/>
                  <a:pt x="205" y="101"/>
                  <a:pt x="209" y="110"/>
                </a:cubicBezTo>
                <a:cubicBezTo>
                  <a:pt x="230" y="154"/>
                  <a:pt x="230" y="154"/>
                  <a:pt x="230" y="154"/>
                </a:cubicBezTo>
                <a:cubicBezTo>
                  <a:pt x="241" y="154"/>
                  <a:pt x="241" y="154"/>
                  <a:pt x="241" y="154"/>
                </a:cubicBezTo>
                <a:lnTo>
                  <a:pt x="219" y="106"/>
                </a:lnTo>
                <a:close/>
                <a:moveTo>
                  <a:pt x="189" y="77"/>
                </a:moveTo>
                <a:cubicBezTo>
                  <a:pt x="162" y="77"/>
                  <a:pt x="162" y="77"/>
                  <a:pt x="162" y="77"/>
                </a:cubicBezTo>
                <a:cubicBezTo>
                  <a:pt x="162" y="13"/>
                  <a:pt x="162" y="13"/>
                  <a:pt x="162" y="13"/>
                </a:cubicBezTo>
                <a:cubicBezTo>
                  <a:pt x="191" y="13"/>
                  <a:pt x="191" y="13"/>
                  <a:pt x="191" y="13"/>
                </a:cubicBezTo>
                <a:cubicBezTo>
                  <a:pt x="202" y="13"/>
                  <a:pt x="211" y="15"/>
                  <a:pt x="217" y="21"/>
                </a:cubicBezTo>
                <a:cubicBezTo>
                  <a:pt x="223" y="26"/>
                  <a:pt x="226" y="34"/>
                  <a:pt x="226" y="43"/>
                </a:cubicBezTo>
                <a:cubicBezTo>
                  <a:pt x="226" y="54"/>
                  <a:pt x="223" y="62"/>
                  <a:pt x="216" y="68"/>
                </a:cubicBezTo>
                <a:cubicBezTo>
                  <a:pt x="209" y="74"/>
                  <a:pt x="200" y="77"/>
                  <a:pt x="189" y="77"/>
                </a:cubicBezTo>
                <a:close/>
                <a:moveTo>
                  <a:pt x="326" y="3"/>
                </a:moveTo>
                <a:cubicBezTo>
                  <a:pt x="316" y="3"/>
                  <a:pt x="316" y="3"/>
                  <a:pt x="316" y="3"/>
                </a:cubicBezTo>
                <a:cubicBezTo>
                  <a:pt x="259" y="154"/>
                  <a:pt x="259" y="154"/>
                  <a:pt x="259" y="154"/>
                </a:cubicBezTo>
                <a:cubicBezTo>
                  <a:pt x="270" y="154"/>
                  <a:pt x="270" y="154"/>
                  <a:pt x="270" y="154"/>
                </a:cubicBezTo>
                <a:cubicBezTo>
                  <a:pt x="288" y="107"/>
                  <a:pt x="288" y="107"/>
                  <a:pt x="288" y="107"/>
                </a:cubicBezTo>
                <a:cubicBezTo>
                  <a:pt x="353" y="107"/>
                  <a:pt x="353" y="107"/>
                  <a:pt x="353" y="107"/>
                </a:cubicBezTo>
                <a:cubicBezTo>
                  <a:pt x="371" y="154"/>
                  <a:pt x="371" y="154"/>
                  <a:pt x="371" y="154"/>
                </a:cubicBezTo>
                <a:cubicBezTo>
                  <a:pt x="382" y="154"/>
                  <a:pt x="382" y="154"/>
                  <a:pt x="382" y="154"/>
                </a:cubicBezTo>
                <a:lnTo>
                  <a:pt x="326" y="3"/>
                </a:lnTo>
                <a:close/>
                <a:moveTo>
                  <a:pt x="291" y="98"/>
                </a:moveTo>
                <a:cubicBezTo>
                  <a:pt x="317" y="27"/>
                  <a:pt x="317" y="27"/>
                  <a:pt x="317" y="27"/>
                </a:cubicBezTo>
                <a:cubicBezTo>
                  <a:pt x="318" y="25"/>
                  <a:pt x="319" y="21"/>
                  <a:pt x="320" y="16"/>
                </a:cubicBezTo>
                <a:cubicBezTo>
                  <a:pt x="321" y="16"/>
                  <a:pt x="321" y="16"/>
                  <a:pt x="321" y="16"/>
                </a:cubicBezTo>
                <a:cubicBezTo>
                  <a:pt x="321" y="18"/>
                  <a:pt x="322" y="20"/>
                  <a:pt x="322" y="21"/>
                </a:cubicBezTo>
                <a:cubicBezTo>
                  <a:pt x="323" y="23"/>
                  <a:pt x="323" y="26"/>
                  <a:pt x="324" y="28"/>
                </a:cubicBezTo>
                <a:cubicBezTo>
                  <a:pt x="350" y="98"/>
                  <a:pt x="350" y="98"/>
                  <a:pt x="350" y="98"/>
                </a:cubicBezTo>
                <a:lnTo>
                  <a:pt x="291" y="98"/>
                </a:lnTo>
                <a:close/>
                <a:moveTo>
                  <a:pt x="504" y="149"/>
                </a:moveTo>
                <a:cubicBezTo>
                  <a:pt x="492" y="154"/>
                  <a:pt x="479" y="157"/>
                  <a:pt x="466" y="157"/>
                </a:cubicBezTo>
                <a:cubicBezTo>
                  <a:pt x="445" y="157"/>
                  <a:pt x="428" y="150"/>
                  <a:pt x="415" y="136"/>
                </a:cubicBezTo>
                <a:cubicBezTo>
                  <a:pt x="402" y="122"/>
                  <a:pt x="396" y="104"/>
                  <a:pt x="396" y="82"/>
                </a:cubicBezTo>
                <a:cubicBezTo>
                  <a:pt x="396" y="57"/>
                  <a:pt x="403" y="37"/>
                  <a:pt x="417" y="23"/>
                </a:cubicBezTo>
                <a:cubicBezTo>
                  <a:pt x="431" y="8"/>
                  <a:pt x="449" y="0"/>
                  <a:pt x="471" y="0"/>
                </a:cubicBezTo>
                <a:cubicBezTo>
                  <a:pt x="483" y="0"/>
                  <a:pt x="494" y="2"/>
                  <a:pt x="504" y="6"/>
                </a:cubicBezTo>
                <a:cubicBezTo>
                  <a:pt x="504" y="17"/>
                  <a:pt x="504" y="17"/>
                  <a:pt x="504" y="17"/>
                </a:cubicBezTo>
                <a:cubicBezTo>
                  <a:pt x="494" y="12"/>
                  <a:pt x="482" y="10"/>
                  <a:pt x="471" y="10"/>
                </a:cubicBezTo>
                <a:cubicBezTo>
                  <a:pt x="452" y="10"/>
                  <a:pt x="436" y="16"/>
                  <a:pt x="424" y="29"/>
                </a:cubicBezTo>
                <a:cubicBezTo>
                  <a:pt x="412" y="42"/>
                  <a:pt x="407" y="59"/>
                  <a:pt x="407" y="81"/>
                </a:cubicBezTo>
                <a:cubicBezTo>
                  <a:pt x="407" y="101"/>
                  <a:pt x="412" y="118"/>
                  <a:pt x="424" y="130"/>
                </a:cubicBezTo>
                <a:cubicBezTo>
                  <a:pt x="435" y="141"/>
                  <a:pt x="449" y="147"/>
                  <a:pt x="467" y="147"/>
                </a:cubicBezTo>
                <a:cubicBezTo>
                  <a:pt x="481" y="147"/>
                  <a:pt x="493" y="145"/>
                  <a:pt x="504" y="139"/>
                </a:cubicBezTo>
                <a:lnTo>
                  <a:pt x="504" y="149"/>
                </a:lnTo>
                <a:close/>
                <a:moveTo>
                  <a:pt x="538" y="154"/>
                </a:moveTo>
                <a:cubicBezTo>
                  <a:pt x="538" y="3"/>
                  <a:pt x="538" y="3"/>
                  <a:pt x="538" y="3"/>
                </a:cubicBezTo>
                <a:cubicBezTo>
                  <a:pt x="548" y="3"/>
                  <a:pt x="548" y="3"/>
                  <a:pt x="548" y="3"/>
                </a:cubicBezTo>
                <a:cubicBezTo>
                  <a:pt x="548" y="154"/>
                  <a:pt x="548" y="154"/>
                  <a:pt x="548" y="154"/>
                </a:cubicBezTo>
                <a:lnTo>
                  <a:pt x="538" y="154"/>
                </a:lnTo>
                <a:close/>
                <a:moveTo>
                  <a:pt x="641" y="3"/>
                </a:moveTo>
                <a:cubicBezTo>
                  <a:pt x="631" y="3"/>
                  <a:pt x="631" y="3"/>
                  <a:pt x="631" y="3"/>
                </a:cubicBezTo>
                <a:cubicBezTo>
                  <a:pt x="574" y="154"/>
                  <a:pt x="574" y="154"/>
                  <a:pt x="574" y="154"/>
                </a:cubicBezTo>
                <a:cubicBezTo>
                  <a:pt x="586" y="154"/>
                  <a:pt x="586" y="154"/>
                  <a:pt x="586" y="154"/>
                </a:cubicBezTo>
                <a:cubicBezTo>
                  <a:pt x="603" y="107"/>
                  <a:pt x="603" y="107"/>
                  <a:pt x="603" y="107"/>
                </a:cubicBezTo>
                <a:cubicBezTo>
                  <a:pt x="669" y="107"/>
                  <a:pt x="669" y="107"/>
                  <a:pt x="669" y="107"/>
                </a:cubicBezTo>
                <a:cubicBezTo>
                  <a:pt x="686" y="154"/>
                  <a:pt x="686" y="154"/>
                  <a:pt x="686" y="154"/>
                </a:cubicBezTo>
                <a:cubicBezTo>
                  <a:pt x="698" y="154"/>
                  <a:pt x="698" y="154"/>
                  <a:pt x="698" y="154"/>
                </a:cubicBezTo>
                <a:lnTo>
                  <a:pt x="641" y="3"/>
                </a:lnTo>
                <a:close/>
                <a:moveTo>
                  <a:pt x="607" y="98"/>
                </a:moveTo>
                <a:cubicBezTo>
                  <a:pt x="632" y="27"/>
                  <a:pt x="632" y="27"/>
                  <a:pt x="632" y="27"/>
                </a:cubicBezTo>
                <a:cubicBezTo>
                  <a:pt x="633" y="25"/>
                  <a:pt x="634" y="21"/>
                  <a:pt x="636" y="16"/>
                </a:cubicBezTo>
                <a:cubicBezTo>
                  <a:pt x="636" y="16"/>
                  <a:pt x="636" y="16"/>
                  <a:pt x="636" y="16"/>
                </a:cubicBezTo>
                <a:cubicBezTo>
                  <a:pt x="637" y="18"/>
                  <a:pt x="637" y="20"/>
                  <a:pt x="638" y="21"/>
                </a:cubicBezTo>
                <a:cubicBezTo>
                  <a:pt x="638" y="23"/>
                  <a:pt x="639" y="26"/>
                  <a:pt x="639" y="28"/>
                </a:cubicBezTo>
                <a:cubicBezTo>
                  <a:pt x="665" y="98"/>
                  <a:pt x="665" y="98"/>
                  <a:pt x="665" y="98"/>
                </a:cubicBezTo>
                <a:lnTo>
                  <a:pt x="607" y="98"/>
                </a:lnTo>
                <a:close/>
                <a:moveTo>
                  <a:pt x="719" y="149"/>
                </a:moveTo>
                <a:cubicBezTo>
                  <a:pt x="719" y="137"/>
                  <a:pt x="719" y="137"/>
                  <a:pt x="719" y="137"/>
                </a:cubicBezTo>
                <a:cubicBezTo>
                  <a:pt x="729" y="144"/>
                  <a:pt x="740" y="147"/>
                  <a:pt x="751" y="147"/>
                </a:cubicBezTo>
                <a:cubicBezTo>
                  <a:pt x="763" y="147"/>
                  <a:pt x="772" y="145"/>
                  <a:pt x="778" y="140"/>
                </a:cubicBezTo>
                <a:cubicBezTo>
                  <a:pt x="785" y="135"/>
                  <a:pt x="788" y="128"/>
                  <a:pt x="788" y="120"/>
                </a:cubicBezTo>
                <a:cubicBezTo>
                  <a:pt x="788" y="112"/>
                  <a:pt x="786" y="106"/>
                  <a:pt x="781" y="101"/>
                </a:cubicBezTo>
                <a:cubicBezTo>
                  <a:pt x="777" y="96"/>
                  <a:pt x="768" y="90"/>
                  <a:pt x="755" y="82"/>
                </a:cubicBezTo>
                <a:cubicBezTo>
                  <a:pt x="739" y="73"/>
                  <a:pt x="730" y="66"/>
                  <a:pt x="725" y="60"/>
                </a:cubicBezTo>
                <a:cubicBezTo>
                  <a:pt x="721" y="54"/>
                  <a:pt x="719" y="47"/>
                  <a:pt x="719" y="39"/>
                </a:cubicBezTo>
                <a:cubicBezTo>
                  <a:pt x="719" y="28"/>
                  <a:pt x="724" y="19"/>
                  <a:pt x="732" y="12"/>
                </a:cubicBezTo>
                <a:cubicBezTo>
                  <a:pt x="740" y="4"/>
                  <a:pt x="751" y="0"/>
                  <a:pt x="765" y="0"/>
                </a:cubicBezTo>
                <a:cubicBezTo>
                  <a:pt x="774" y="0"/>
                  <a:pt x="783" y="2"/>
                  <a:pt x="792" y="5"/>
                </a:cubicBezTo>
                <a:cubicBezTo>
                  <a:pt x="792" y="16"/>
                  <a:pt x="792" y="16"/>
                  <a:pt x="792" y="16"/>
                </a:cubicBezTo>
                <a:cubicBezTo>
                  <a:pt x="783" y="12"/>
                  <a:pt x="774" y="10"/>
                  <a:pt x="764" y="10"/>
                </a:cubicBezTo>
                <a:cubicBezTo>
                  <a:pt x="753" y="10"/>
                  <a:pt x="745" y="13"/>
                  <a:pt x="739" y="18"/>
                </a:cubicBezTo>
                <a:cubicBezTo>
                  <a:pt x="733" y="23"/>
                  <a:pt x="730" y="30"/>
                  <a:pt x="730" y="38"/>
                </a:cubicBezTo>
                <a:cubicBezTo>
                  <a:pt x="730" y="45"/>
                  <a:pt x="732" y="52"/>
                  <a:pt x="736" y="56"/>
                </a:cubicBezTo>
                <a:cubicBezTo>
                  <a:pt x="741" y="61"/>
                  <a:pt x="749" y="67"/>
                  <a:pt x="763" y="75"/>
                </a:cubicBezTo>
                <a:cubicBezTo>
                  <a:pt x="777" y="83"/>
                  <a:pt x="787" y="90"/>
                  <a:pt x="791" y="96"/>
                </a:cubicBezTo>
                <a:cubicBezTo>
                  <a:pt x="796" y="102"/>
                  <a:pt x="798" y="110"/>
                  <a:pt x="798" y="118"/>
                </a:cubicBezTo>
                <a:cubicBezTo>
                  <a:pt x="798" y="129"/>
                  <a:pt x="794" y="139"/>
                  <a:pt x="786" y="146"/>
                </a:cubicBezTo>
                <a:cubicBezTo>
                  <a:pt x="778" y="153"/>
                  <a:pt x="767" y="157"/>
                  <a:pt x="752" y="157"/>
                </a:cubicBezTo>
                <a:cubicBezTo>
                  <a:pt x="747" y="157"/>
                  <a:pt x="741" y="156"/>
                  <a:pt x="734" y="155"/>
                </a:cubicBezTo>
                <a:cubicBezTo>
                  <a:pt x="727" y="153"/>
                  <a:pt x="722" y="151"/>
                  <a:pt x="719" y="149"/>
                </a:cubicBezTo>
                <a:close/>
              </a:path>
            </a:pathLst>
          </a:custGeom>
          <a:solidFill>
            <a:srgbClr val="002050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90000"/>
                  <a:lumOff val="10000"/>
                </a:schemeClr>
              </a:solidFill>
              <a:effectLst/>
              <a:uLnTx/>
              <a:uFillTx/>
              <a:latin typeface="Segoe UI Semilight"/>
              <a:ea typeface="+mn-ea"/>
              <a:cs typeface="Segoe UI Semilight"/>
            </a:endParaRPr>
          </a:p>
        </p:txBody>
      </p:sp>
      <p:sp>
        <p:nvSpPr>
          <p:cNvPr id="10" name="Freeform 224">
            <a:extLst>
              <a:ext uri="{FF2B5EF4-FFF2-40B4-BE49-F238E27FC236}">
                <a16:creationId xmlns:a16="http://schemas.microsoft.com/office/drawing/2014/main" id="{9536D6FA-8B03-837D-C7B4-ADD2E32BD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173103" y="2621373"/>
            <a:ext cx="990269" cy="282567"/>
          </a:xfrm>
          <a:custGeom>
            <a:avLst/>
            <a:gdLst>
              <a:gd name="T0" fmla="*/ 8 w 326"/>
              <a:gd name="T1" fmla="*/ 48 h 93"/>
              <a:gd name="T2" fmla="*/ 6 w 326"/>
              <a:gd name="T3" fmla="*/ 46 h 93"/>
              <a:gd name="T4" fmla="*/ 0 w 326"/>
              <a:gd name="T5" fmla="*/ 91 h 93"/>
              <a:gd name="T6" fmla="*/ 6 w 326"/>
              <a:gd name="T7" fmla="*/ 1 h 93"/>
              <a:gd name="T8" fmla="*/ 6 w 326"/>
              <a:gd name="T9" fmla="*/ 43 h 93"/>
              <a:gd name="T10" fmla="*/ 44 w 326"/>
              <a:gd name="T11" fmla="*/ 1 h 93"/>
              <a:gd name="T12" fmla="*/ 13 w 326"/>
              <a:gd name="T13" fmla="*/ 45 h 93"/>
              <a:gd name="T14" fmla="*/ 46 w 326"/>
              <a:gd name="T15" fmla="*/ 91 h 93"/>
              <a:gd name="T16" fmla="*/ 68 w 326"/>
              <a:gd name="T17" fmla="*/ 1 h 93"/>
              <a:gd name="T18" fmla="*/ 74 w 326"/>
              <a:gd name="T19" fmla="*/ 91 h 93"/>
              <a:gd name="T20" fmla="*/ 97 w 326"/>
              <a:gd name="T21" fmla="*/ 91 h 93"/>
              <a:gd name="T22" fmla="*/ 103 w 326"/>
              <a:gd name="T23" fmla="*/ 1 h 93"/>
              <a:gd name="T24" fmla="*/ 97 w 326"/>
              <a:gd name="T25" fmla="*/ 91 h 93"/>
              <a:gd name="T26" fmla="*/ 151 w 326"/>
              <a:gd name="T27" fmla="*/ 91 h 93"/>
              <a:gd name="T28" fmla="*/ 144 w 326"/>
              <a:gd name="T29" fmla="*/ 7 h 93"/>
              <a:gd name="T30" fmla="*/ 119 w 326"/>
              <a:gd name="T31" fmla="*/ 1 h 93"/>
              <a:gd name="T32" fmla="*/ 177 w 326"/>
              <a:gd name="T33" fmla="*/ 7 h 93"/>
              <a:gd name="T34" fmla="*/ 251 w 326"/>
              <a:gd name="T35" fmla="*/ 12 h 93"/>
              <a:gd name="T36" fmla="*/ 190 w 326"/>
              <a:gd name="T37" fmla="*/ 12 h 93"/>
              <a:gd name="T38" fmla="*/ 190 w 326"/>
              <a:gd name="T39" fmla="*/ 80 h 93"/>
              <a:gd name="T40" fmla="*/ 251 w 326"/>
              <a:gd name="T41" fmla="*/ 80 h 93"/>
              <a:gd name="T42" fmla="*/ 251 w 326"/>
              <a:gd name="T43" fmla="*/ 12 h 93"/>
              <a:gd name="T44" fmla="*/ 220 w 326"/>
              <a:gd name="T45" fmla="*/ 87 h 93"/>
              <a:gd name="T46" fmla="*/ 185 w 326"/>
              <a:gd name="T47" fmla="*/ 46 h 93"/>
              <a:gd name="T48" fmla="*/ 221 w 326"/>
              <a:gd name="T49" fmla="*/ 5 h 93"/>
              <a:gd name="T50" fmla="*/ 256 w 326"/>
              <a:gd name="T51" fmla="*/ 46 h 93"/>
              <a:gd name="T52" fmla="*/ 278 w 326"/>
              <a:gd name="T53" fmla="*/ 88 h 93"/>
              <a:gd name="T54" fmla="*/ 298 w 326"/>
              <a:gd name="T55" fmla="*/ 87 h 93"/>
              <a:gd name="T56" fmla="*/ 319 w 326"/>
              <a:gd name="T57" fmla="*/ 70 h 93"/>
              <a:gd name="T58" fmla="*/ 300 w 326"/>
              <a:gd name="T59" fmla="*/ 48 h 93"/>
              <a:gd name="T60" fmla="*/ 279 w 326"/>
              <a:gd name="T61" fmla="*/ 22 h 93"/>
              <a:gd name="T62" fmla="*/ 306 w 326"/>
              <a:gd name="T63" fmla="*/ 0 h 93"/>
              <a:gd name="T64" fmla="*/ 322 w 326"/>
              <a:gd name="T65" fmla="*/ 9 h 93"/>
              <a:gd name="T66" fmla="*/ 291 w 326"/>
              <a:gd name="T67" fmla="*/ 10 h 93"/>
              <a:gd name="T68" fmla="*/ 289 w 326"/>
              <a:gd name="T69" fmla="*/ 33 h 93"/>
              <a:gd name="T70" fmla="*/ 321 w 326"/>
              <a:gd name="T71" fmla="*/ 56 h 93"/>
              <a:gd name="T72" fmla="*/ 318 w 326"/>
              <a:gd name="T73" fmla="*/ 86 h 93"/>
              <a:gd name="T74" fmla="*/ 287 w 326"/>
              <a:gd name="T75" fmla="*/ 91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326" h="93">
                <a:moveTo>
                  <a:pt x="46" y="91"/>
                </a:moveTo>
                <a:cubicBezTo>
                  <a:pt x="8" y="48"/>
                  <a:pt x="8" y="48"/>
                  <a:pt x="8" y="48"/>
                </a:cubicBezTo>
                <a:cubicBezTo>
                  <a:pt x="7" y="47"/>
                  <a:pt x="7" y="46"/>
                  <a:pt x="6" y="46"/>
                </a:cubicBezTo>
                <a:cubicBezTo>
                  <a:pt x="6" y="46"/>
                  <a:pt x="6" y="46"/>
                  <a:pt x="6" y="46"/>
                </a:cubicBezTo>
                <a:cubicBezTo>
                  <a:pt x="6" y="91"/>
                  <a:pt x="6" y="91"/>
                  <a:pt x="6" y="91"/>
                </a:cubicBezTo>
                <a:cubicBezTo>
                  <a:pt x="0" y="91"/>
                  <a:pt x="0" y="91"/>
                  <a:pt x="0" y="91"/>
                </a:cubicBezTo>
                <a:cubicBezTo>
                  <a:pt x="0" y="1"/>
                  <a:pt x="0" y="1"/>
                  <a:pt x="0" y="1"/>
                </a:cubicBezTo>
                <a:cubicBezTo>
                  <a:pt x="6" y="1"/>
                  <a:pt x="6" y="1"/>
                  <a:pt x="6" y="1"/>
                </a:cubicBezTo>
                <a:cubicBezTo>
                  <a:pt x="6" y="43"/>
                  <a:pt x="6" y="43"/>
                  <a:pt x="6" y="43"/>
                </a:cubicBezTo>
                <a:cubicBezTo>
                  <a:pt x="6" y="43"/>
                  <a:pt x="6" y="43"/>
                  <a:pt x="6" y="43"/>
                </a:cubicBezTo>
                <a:cubicBezTo>
                  <a:pt x="7" y="43"/>
                  <a:pt x="7" y="42"/>
                  <a:pt x="8" y="41"/>
                </a:cubicBezTo>
                <a:cubicBezTo>
                  <a:pt x="44" y="1"/>
                  <a:pt x="44" y="1"/>
                  <a:pt x="44" y="1"/>
                </a:cubicBezTo>
                <a:cubicBezTo>
                  <a:pt x="53" y="1"/>
                  <a:pt x="53" y="1"/>
                  <a:pt x="53" y="1"/>
                </a:cubicBezTo>
                <a:cubicBezTo>
                  <a:pt x="13" y="45"/>
                  <a:pt x="13" y="45"/>
                  <a:pt x="13" y="45"/>
                </a:cubicBezTo>
                <a:cubicBezTo>
                  <a:pt x="55" y="91"/>
                  <a:pt x="55" y="91"/>
                  <a:pt x="55" y="91"/>
                </a:cubicBezTo>
                <a:lnTo>
                  <a:pt x="46" y="91"/>
                </a:lnTo>
                <a:close/>
                <a:moveTo>
                  <a:pt x="68" y="91"/>
                </a:moveTo>
                <a:cubicBezTo>
                  <a:pt x="68" y="1"/>
                  <a:pt x="68" y="1"/>
                  <a:pt x="68" y="1"/>
                </a:cubicBezTo>
                <a:cubicBezTo>
                  <a:pt x="74" y="1"/>
                  <a:pt x="74" y="1"/>
                  <a:pt x="74" y="1"/>
                </a:cubicBezTo>
                <a:cubicBezTo>
                  <a:pt x="74" y="91"/>
                  <a:pt x="74" y="91"/>
                  <a:pt x="74" y="91"/>
                </a:cubicBezTo>
                <a:lnTo>
                  <a:pt x="68" y="91"/>
                </a:lnTo>
                <a:close/>
                <a:moveTo>
                  <a:pt x="97" y="91"/>
                </a:moveTo>
                <a:cubicBezTo>
                  <a:pt x="97" y="1"/>
                  <a:pt x="97" y="1"/>
                  <a:pt x="97" y="1"/>
                </a:cubicBezTo>
                <a:cubicBezTo>
                  <a:pt x="103" y="1"/>
                  <a:pt x="103" y="1"/>
                  <a:pt x="103" y="1"/>
                </a:cubicBezTo>
                <a:cubicBezTo>
                  <a:pt x="103" y="91"/>
                  <a:pt x="103" y="91"/>
                  <a:pt x="103" y="91"/>
                </a:cubicBezTo>
                <a:lnTo>
                  <a:pt x="97" y="91"/>
                </a:lnTo>
                <a:close/>
                <a:moveTo>
                  <a:pt x="151" y="7"/>
                </a:moveTo>
                <a:cubicBezTo>
                  <a:pt x="151" y="91"/>
                  <a:pt x="151" y="91"/>
                  <a:pt x="151" y="91"/>
                </a:cubicBezTo>
                <a:cubicBezTo>
                  <a:pt x="144" y="91"/>
                  <a:pt x="144" y="91"/>
                  <a:pt x="144" y="91"/>
                </a:cubicBezTo>
                <a:cubicBezTo>
                  <a:pt x="144" y="7"/>
                  <a:pt x="144" y="7"/>
                  <a:pt x="144" y="7"/>
                </a:cubicBezTo>
                <a:cubicBezTo>
                  <a:pt x="119" y="7"/>
                  <a:pt x="119" y="7"/>
                  <a:pt x="119" y="7"/>
                </a:cubicBezTo>
                <a:cubicBezTo>
                  <a:pt x="119" y="1"/>
                  <a:pt x="119" y="1"/>
                  <a:pt x="119" y="1"/>
                </a:cubicBezTo>
                <a:cubicBezTo>
                  <a:pt x="177" y="1"/>
                  <a:pt x="177" y="1"/>
                  <a:pt x="177" y="1"/>
                </a:cubicBezTo>
                <a:cubicBezTo>
                  <a:pt x="177" y="7"/>
                  <a:pt x="177" y="7"/>
                  <a:pt x="177" y="7"/>
                </a:cubicBezTo>
                <a:lnTo>
                  <a:pt x="151" y="7"/>
                </a:lnTo>
                <a:close/>
                <a:moveTo>
                  <a:pt x="251" y="12"/>
                </a:moveTo>
                <a:cubicBezTo>
                  <a:pt x="244" y="4"/>
                  <a:pt x="234" y="0"/>
                  <a:pt x="222" y="0"/>
                </a:cubicBezTo>
                <a:cubicBezTo>
                  <a:pt x="208" y="0"/>
                  <a:pt x="198" y="4"/>
                  <a:pt x="190" y="12"/>
                </a:cubicBezTo>
                <a:cubicBezTo>
                  <a:pt x="182" y="21"/>
                  <a:pt x="178" y="33"/>
                  <a:pt x="178" y="47"/>
                </a:cubicBezTo>
                <a:cubicBezTo>
                  <a:pt x="178" y="60"/>
                  <a:pt x="182" y="71"/>
                  <a:pt x="190" y="80"/>
                </a:cubicBezTo>
                <a:cubicBezTo>
                  <a:pt x="197" y="88"/>
                  <a:pt x="207" y="93"/>
                  <a:pt x="220" y="93"/>
                </a:cubicBezTo>
                <a:cubicBezTo>
                  <a:pt x="233" y="93"/>
                  <a:pt x="243" y="88"/>
                  <a:pt x="251" y="80"/>
                </a:cubicBezTo>
                <a:cubicBezTo>
                  <a:pt x="259" y="71"/>
                  <a:pt x="263" y="60"/>
                  <a:pt x="263" y="45"/>
                </a:cubicBezTo>
                <a:cubicBezTo>
                  <a:pt x="263" y="31"/>
                  <a:pt x="259" y="20"/>
                  <a:pt x="251" y="12"/>
                </a:cubicBezTo>
                <a:close/>
                <a:moveTo>
                  <a:pt x="246" y="76"/>
                </a:moveTo>
                <a:cubicBezTo>
                  <a:pt x="240" y="83"/>
                  <a:pt x="231" y="87"/>
                  <a:pt x="220" y="87"/>
                </a:cubicBezTo>
                <a:cubicBezTo>
                  <a:pt x="209" y="87"/>
                  <a:pt x="201" y="83"/>
                  <a:pt x="194" y="76"/>
                </a:cubicBezTo>
                <a:cubicBezTo>
                  <a:pt x="188" y="69"/>
                  <a:pt x="185" y="59"/>
                  <a:pt x="185" y="46"/>
                </a:cubicBezTo>
                <a:cubicBezTo>
                  <a:pt x="185" y="34"/>
                  <a:pt x="188" y="24"/>
                  <a:pt x="195" y="17"/>
                </a:cubicBezTo>
                <a:cubicBezTo>
                  <a:pt x="202" y="9"/>
                  <a:pt x="210" y="5"/>
                  <a:pt x="221" y="5"/>
                </a:cubicBezTo>
                <a:cubicBezTo>
                  <a:pt x="232" y="5"/>
                  <a:pt x="240" y="9"/>
                  <a:pt x="247" y="16"/>
                </a:cubicBezTo>
                <a:cubicBezTo>
                  <a:pt x="253" y="23"/>
                  <a:pt x="256" y="33"/>
                  <a:pt x="256" y="46"/>
                </a:cubicBezTo>
                <a:cubicBezTo>
                  <a:pt x="256" y="59"/>
                  <a:pt x="253" y="69"/>
                  <a:pt x="246" y="76"/>
                </a:cubicBezTo>
                <a:close/>
                <a:moveTo>
                  <a:pt x="278" y="88"/>
                </a:moveTo>
                <a:cubicBezTo>
                  <a:pt x="278" y="81"/>
                  <a:pt x="278" y="81"/>
                  <a:pt x="278" y="81"/>
                </a:cubicBezTo>
                <a:cubicBezTo>
                  <a:pt x="285" y="85"/>
                  <a:pt x="291" y="87"/>
                  <a:pt x="298" y="87"/>
                </a:cubicBezTo>
                <a:cubicBezTo>
                  <a:pt x="305" y="87"/>
                  <a:pt x="310" y="85"/>
                  <a:pt x="314" y="83"/>
                </a:cubicBezTo>
                <a:cubicBezTo>
                  <a:pt x="317" y="80"/>
                  <a:pt x="319" y="76"/>
                  <a:pt x="319" y="70"/>
                </a:cubicBezTo>
                <a:cubicBezTo>
                  <a:pt x="319" y="66"/>
                  <a:pt x="318" y="62"/>
                  <a:pt x="316" y="59"/>
                </a:cubicBezTo>
                <a:cubicBezTo>
                  <a:pt x="313" y="57"/>
                  <a:pt x="308" y="53"/>
                  <a:pt x="300" y="48"/>
                </a:cubicBezTo>
                <a:cubicBezTo>
                  <a:pt x="291" y="43"/>
                  <a:pt x="285" y="38"/>
                  <a:pt x="282" y="35"/>
                </a:cubicBezTo>
                <a:cubicBezTo>
                  <a:pt x="280" y="31"/>
                  <a:pt x="279" y="27"/>
                  <a:pt x="279" y="22"/>
                </a:cubicBezTo>
                <a:cubicBezTo>
                  <a:pt x="279" y="16"/>
                  <a:pt x="281" y="11"/>
                  <a:pt x="286" y="6"/>
                </a:cubicBezTo>
                <a:cubicBezTo>
                  <a:pt x="291" y="2"/>
                  <a:pt x="298" y="0"/>
                  <a:pt x="306" y="0"/>
                </a:cubicBezTo>
                <a:cubicBezTo>
                  <a:pt x="311" y="0"/>
                  <a:pt x="317" y="0"/>
                  <a:pt x="322" y="2"/>
                </a:cubicBezTo>
                <a:cubicBezTo>
                  <a:pt x="322" y="9"/>
                  <a:pt x="322" y="9"/>
                  <a:pt x="322" y="9"/>
                </a:cubicBezTo>
                <a:cubicBezTo>
                  <a:pt x="317" y="6"/>
                  <a:pt x="311" y="5"/>
                  <a:pt x="305" y="5"/>
                </a:cubicBezTo>
                <a:cubicBezTo>
                  <a:pt x="299" y="5"/>
                  <a:pt x="294" y="7"/>
                  <a:pt x="291" y="10"/>
                </a:cubicBezTo>
                <a:cubicBezTo>
                  <a:pt x="287" y="13"/>
                  <a:pt x="285" y="17"/>
                  <a:pt x="285" y="22"/>
                </a:cubicBezTo>
                <a:cubicBezTo>
                  <a:pt x="285" y="26"/>
                  <a:pt x="286" y="30"/>
                  <a:pt x="289" y="33"/>
                </a:cubicBezTo>
                <a:cubicBezTo>
                  <a:pt x="291" y="35"/>
                  <a:pt x="297" y="39"/>
                  <a:pt x="305" y="44"/>
                </a:cubicBezTo>
                <a:cubicBezTo>
                  <a:pt x="313" y="48"/>
                  <a:pt x="319" y="53"/>
                  <a:pt x="321" y="56"/>
                </a:cubicBezTo>
                <a:cubicBezTo>
                  <a:pt x="324" y="60"/>
                  <a:pt x="326" y="64"/>
                  <a:pt x="326" y="69"/>
                </a:cubicBezTo>
                <a:cubicBezTo>
                  <a:pt x="326" y="76"/>
                  <a:pt x="323" y="82"/>
                  <a:pt x="318" y="86"/>
                </a:cubicBezTo>
                <a:cubicBezTo>
                  <a:pt x="314" y="90"/>
                  <a:pt x="307" y="93"/>
                  <a:pt x="298" y="93"/>
                </a:cubicBezTo>
                <a:cubicBezTo>
                  <a:pt x="295" y="93"/>
                  <a:pt x="291" y="92"/>
                  <a:pt x="287" y="91"/>
                </a:cubicBezTo>
                <a:cubicBezTo>
                  <a:pt x="283" y="90"/>
                  <a:pt x="280" y="89"/>
                  <a:pt x="278" y="88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11" name="Freeform 225">
            <a:extLst>
              <a:ext uri="{FF2B5EF4-FFF2-40B4-BE49-F238E27FC236}">
                <a16:creationId xmlns:a16="http://schemas.microsoft.com/office/drawing/2014/main" id="{6DA224DE-0D97-CEF2-8FF2-298797299C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7805430" y="4116479"/>
            <a:ext cx="1408983" cy="371217"/>
          </a:xfrm>
          <a:custGeom>
            <a:avLst/>
            <a:gdLst>
              <a:gd name="T0" fmla="*/ 39 w 581"/>
              <a:gd name="T1" fmla="*/ 0 h 153"/>
              <a:gd name="T2" fmla="*/ 0 w 581"/>
              <a:gd name="T3" fmla="*/ 153 h 153"/>
              <a:gd name="T4" fmla="*/ 95 w 581"/>
              <a:gd name="T5" fmla="*/ 131 h 153"/>
              <a:gd name="T6" fmla="*/ 96 w 581"/>
              <a:gd name="T7" fmla="*/ 19 h 153"/>
              <a:gd name="T8" fmla="*/ 35 w 581"/>
              <a:gd name="T9" fmla="*/ 143 h 153"/>
              <a:gd name="T10" fmla="*/ 11 w 581"/>
              <a:gd name="T11" fmla="*/ 9 h 153"/>
              <a:gd name="T12" fmla="*/ 105 w 581"/>
              <a:gd name="T13" fmla="*/ 75 h 153"/>
              <a:gd name="T14" fmla="*/ 184 w 581"/>
              <a:gd name="T15" fmla="*/ 0 h 153"/>
              <a:gd name="T16" fmla="*/ 116 w 581"/>
              <a:gd name="T17" fmla="*/ 153 h 153"/>
              <a:gd name="T18" fmla="*/ 145 w 581"/>
              <a:gd name="T19" fmla="*/ 105 h 153"/>
              <a:gd name="T20" fmla="*/ 229 w 581"/>
              <a:gd name="T21" fmla="*/ 153 h 153"/>
              <a:gd name="T22" fmla="*/ 184 w 581"/>
              <a:gd name="T23" fmla="*/ 0 h 153"/>
              <a:gd name="T24" fmla="*/ 174 w 581"/>
              <a:gd name="T25" fmla="*/ 24 h 153"/>
              <a:gd name="T26" fmla="*/ 178 w 581"/>
              <a:gd name="T27" fmla="*/ 13 h 153"/>
              <a:gd name="T28" fmla="*/ 182 w 581"/>
              <a:gd name="T29" fmla="*/ 25 h 153"/>
              <a:gd name="T30" fmla="*/ 149 w 581"/>
              <a:gd name="T31" fmla="*/ 95 h 153"/>
              <a:gd name="T32" fmla="*/ 271 w 581"/>
              <a:gd name="T33" fmla="*/ 29 h 153"/>
              <a:gd name="T34" fmla="*/ 264 w 581"/>
              <a:gd name="T35" fmla="*/ 19 h 153"/>
              <a:gd name="T36" fmla="*/ 264 w 581"/>
              <a:gd name="T37" fmla="*/ 26 h 153"/>
              <a:gd name="T38" fmla="*/ 254 w 581"/>
              <a:gd name="T39" fmla="*/ 153 h 153"/>
              <a:gd name="T40" fmla="*/ 262 w 581"/>
              <a:gd name="T41" fmla="*/ 0 h 153"/>
              <a:gd name="T42" fmla="*/ 359 w 581"/>
              <a:gd name="T43" fmla="*/ 132 h 153"/>
              <a:gd name="T44" fmla="*/ 359 w 581"/>
              <a:gd name="T45" fmla="*/ 119 h 153"/>
              <a:gd name="T46" fmla="*/ 369 w 581"/>
              <a:gd name="T47" fmla="*/ 0 h 153"/>
              <a:gd name="T48" fmla="*/ 362 w 581"/>
              <a:gd name="T49" fmla="*/ 153 h 153"/>
              <a:gd name="T50" fmla="*/ 409 w 581"/>
              <a:gd name="T51" fmla="*/ 80 h 153"/>
              <a:gd name="T52" fmla="*/ 406 w 581"/>
              <a:gd name="T53" fmla="*/ 76 h 153"/>
              <a:gd name="T54" fmla="*/ 395 w 581"/>
              <a:gd name="T55" fmla="*/ 153 h 153"/>
              <a:gd name="T56" fmla="*/ 406 w 581"/>
              <a:gd name="T57" fmla="*/ 0 h 153"/>
              <a:gd name="T58" fmla="*/ 406 w 581"/>
              <a:gd name="T59" fmla="*/ 72 h 153"/>
              <a:gd name="T60" fmla="*/ 471 w 581"/>
              <a:gd name="T61" fmla="*/ 0 h 153"/>
              <a:gd name="T62" fmla="*/ 418 w 581"/>
              <a:gd name="T63" fmla="*/ 74 h 153"/>
              <a:gd name="T64" fmla="*/ 474 w 581"/>
              <a:gd name="T65" fmla="*/ 153 h 153"/>
              <a:gd name="T66" fmla="*/ 506 w 581"/>
              <a:gd name="T67" fmla="*/ 0 h 153"/>
              <a:gd name="T68" fmla="*/ 578 w 581"/>
              <a:gd name="T69" fmla="*/ 9 h 153"/>
              <a:gd name="T70" fmla="*/ 517 w 581"/>
              <a:gd name="T71" fmla="*/ 71 h 153"/>
              <a:gd name="T72" fmla="*/ 573 w 581"/>
              <a:gd name="T73" fmla="*/ 80 h 153"/>
              <a:gd name="T74" fmla="*/ 517 w 581"/>
              <a:gd name="T75" fmla="*/ 143 h 153"/>
              <a:gd name="T76" fmla="*/ 581 w 581"/>
              <a:gd name="T77" fmla="*/ 153 h 1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581" h="153">
                <a:moveTo>
                  <a:pt x="96" y="19"/>
                </a:moveTo>
                <a:cubicBezTo>
                  <a:pt x="83" y="6"/>
                  <a:pt x="64" y="0"/>
                  <a:pt x="39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53"/>
                  <a:pt x="0" y="153"/>
                  <a:pt x="0" y="153"/>
                </a:cubicBezTo>
                <a:cubicBezTo>
                  <a:pt x="36" y="153"/>
                  <a:pt x="36" y="153"/>
                  <a:pt x="36" y="153"/>
                </a:cubicBezTo>
                <a:cubicBezTo>
                  <a:pt x="61" y="153"/>
                  <a:pt x="81" y="146"/>
                  <a:pt x="95" y="131"/>
                </a:cubicBezTo>
                <a:cubicBezTo>
                  <a:pt x="109" y="116"/>
                  <a:pt x="116" y="97"/>
                  <a:pt x="116" y="74"/>
                </a:cubicBezTo>
                <a:cubicBezTo>
                  <a:pt x="116" y="50"/>
                  <a:pt x="110" y="31"/>
                  <a:pt x="96" y="19"/>
                </a:cubicBezTo>
                <a:close/>
                <a:moveTo>
                  <a:pt x="87" y="126"/>
                </a:moveTo>
                <a:cubicBezTo>
                  <a:pt x="75" y="137"/>
                  <a:pt x="57" y="143"/>
                  <a:pt x="35" y="143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9"/>
                  <a:pt x="11" y="9"/>
                  <a:pt x="11" y="9"/>
                </a:cubicBezTo>
                <a:cubicBezTo>
                  <a:pt x="37" y="9"/>
                  <a:pt x="37" y="9"/>
                  <a:pt x="37" y="9"/>
                </a:cubicBezTo>
                <a:cubicBezTo>
                  <a:pt x="83" y="9"/>
                  <a:pt x="105" y="31"/>
                  <a:pt x="105" y="75"/>
                </a:cubicBezTo>
                <a:cubicBezTo>
                  <a:pt x="105" y="97"/>
                  <a:pt x="99" y="114"/>
                  <a:pt x="87" y="126"/>
                </a:cubicBezTo>
                <a:close/>
                <a:moveTo>
                  <a:pt x="184" y="0"/>
                </a:moveTo>
                <a:cubicBezTo>
                  <a:pt x="174" y="0"/>
                  <a:pt x="174" y="0"/>
                  <a:pt x="174" y="0"/>
                </a:cubicBezTo>
                <a:cubicBezTo>
                  <a:pt x="116" y="153"/>
                  <a:pt x="116" y="153"/>
                  <a:pt x="116" y="153"/>
                </a:cubicBezTo>
                <a:cubicBezTo>
                  <a:pt x="127" y="153"/>
                  <a:pt x="127" y="153"/>
                  <a:pt x="127" y="153"/>
                </a:cubicBezTo>
                <a:cubicBezTo>
                  <a:pt x="145" y="105"/>
                  <a:pt x="145" y="105"/>
                  <a:pt x="145" y="105"/>
                </a:cubicBezTo>
                <a:cubicBezTo>
                  <a:pt x="211" y="105"/>
                  <a:pt x="211" y="105"/>
                  <a:pt x="211" y="105"/>
                </a:cubicBezTo>
                <a:cubicBezTo>
                  <a:pt x="229" y="153"/>
                  <a:pt x="229" y="153"/>
                  <a:pt x="229" y="153"/>
                </a:cubicBezTo>
                <a:cubicBezTo>
                  <a:pt x="241" y="153"/>
                  <a:pt x="241" y="153"/>
                  <a:pt x="241" y="153"/>
                </a:cubicBezTo>
                <a:lnTo>
                  <a:pt x="184" y="0"/>
                </a:lnTo>
                <a:close/>
                <a:moveTo>
                  <a:pt x="149" y="95"/>
                </a:moveTo>
                <a:cubicBezTo>
                  <a:pt x="174" y="24"/>
                  <a:pt x="174" y="24"/>
                  <a:pt x="174" y="24"/>
                </a:cubicBezTo>
                <a:cubicBezTo>
                  <a:pt x="176" y="22"/>
                  <a:pt x="177" y="18"/>
                  <a:pt x="178" y="13"/>
                </a:cubicBezTo>
                <a:cubicBezTo>
                  <a:pt x="178" y="13"/>
                  <a:pt x="178" y="13"/>
                  <a:pt x="178" y="13"/>
                </a:cubicBezTo>
                <a:cubicBezTo>
                  <a:pt x="179" y="15"/>
                  <a:pt x="179" y="17"/>
                  <a:pt x="180" y="18"/>
                </a:cubicBezTo>
                <a:cubicBezTo>
                  <a:pt x="180" y="20"/>
                  <a:pt x="181" y="23"/>
                  <a:pt x="182" y="25"/>
                </a:cubicBezTo>
                <a:cubicBezTo>
                  <a:pt x="208" y="95"/>
                  <a:pt x="208" y="95"/>
                  <a:pt x="208" y="95"/>
                </a:cubicBezTo>
                <a:lnTo>
                  <a:pt x="149" y="95"/>
                </a:lnTo>
                <a:close/>
                <a:moveTo>
                  <a:pt x="362" y="153"/>
                </a:moveTo>
                <a:cubicBezTo>
                  <a:pt x="271" y="29"/>
                  <a:pt x="271" y="29"/>
                  <a:pt x="271" y="29"/>
                </a:cubicBezTo>
                <a:cubicBezTo>
                  <a:pt x="269" y="27"/>
                  <a:pt x="267" y="24"/>
                  <a:pt x="266" y="22"/>
                </a:cubicBezTo>
                <a:cubicBezTo>
                  <a:pt x="264" y="19"/>
                  <a:pt x="264" y="19"/>
                  <a:pt x="264" y="19"/>
                </a:cubicBezTo>
                <a:cubicBezTo>
                  <a:pt x="264" y="19"/>
                  <a:pt x="264" y="19"/>
                  <a:pt x="264" y="19"/>
                </a:cubicBezTo>
                <a:cubicBezTo>
                  <a:pt x="264" y="21"/>
                  <a:pt x="264" y="24"/>
                  <a:pt x="264" y="26"/>
                </a:cubicBezTo>
                <a:cubicBezTo>
                  <a:pt x="264" y="153"/>
                  <a:pt x="264" y="153"/>
                  <a:pt x="264" y="153"/>
                </a:cubicBezTo>
                <a:cubicBezTo>
                  <a:pt x="254" y="153"/>
                  <a:pt x="254" y="153"/>
                  <a:pt x="254" y="153"/>
                </a:cubicBezTo>
                <a:cubicBezTo>
                  <a:pt x="254" y="0"/>
                  <a:pt x="254" y="0"/>
                  <a:pt x="254" y="0"/>
                </a:cubicBezTo>
                <a:cubicBezTo>
                  <a:pt x="262" y="0"/>
                  <a:pt x="262" y="0"/>
                  <a:pt x="262" y="0"/>
                </a:cubicBezTo>
                <a:cubicBezTo>
                  <a:pt x="352" y="122"/>
                  <a:pt x="352" y="122"/>
                  <a:pt x="352" y="122"/>
                </a:cubicBezTo>
                <a:cubicBezTo>
                  <a:pt x="354" y="125"/>
                  <a:pt x="356" y="128"/>
                  <a:pt x="359" y="132"/>
                </a:cubicBezTo>
                <a:cubicBezTo>
                  <a:pt x="359" y="132"/>
                  <a:pt x="359" y="132"/>
                  <a:pt x="359" y="132"/>
                </a:cubicBezTo>
                <a:cubicBezTo>
                  <a:pt x="359" y="127"/>
                  <a:pt x="359" y="123"/>
                  <a:pt x="359" y="119"/>
                </a:cubicBezTo>
                <a:cubicBezTo>
                  <a:pt x="359" y="0"/>
                  <a:pt x="359" y="0"/>
                  <a:pt x="359" y="0"/>
                </a:cubicBezTo>
                <a:cubicBezTo>
                  <a:pt x="369" y="0"/>
                  <a:pt x="369" y="0"/>
                  <a:pt x="369" y="0"/>
                </a:cubicBezTo>
                <a:cubicBezTo>
                  <a:pt x="369" y="153"/>
                  <a:pt x="369" y="153"/>
                  <a:pt x="369" y="153"/>
                </a:cubicBezTo>
                <a:lnTo>
                  <a:pt x="362" y="153"/>
                </a:lnTo>
                <a:close/>
                <a:moveTo>
                  <a:pt x="474" y="153"/>
                </a:moveTo>
                <a:cubicBezTo>
                  <a:pt x="409" y="80"/>
                  <a:pt x="409" y="80"/>
                  <a:pt x="409" y="80"/>
                </a:cubicBezTo>
                <a:cubicBezTo>
                  <a:pt x="408" y="78"/>
                  <a:pt x="407" y="77"/>
                  <a:pt x="406" y="76"/>
                </a:cubicBezTo>
                <a:cubicBezTo>
                  <a:pt x="406" y="76"/>
                  <a:pt x="406" y="76"/>
                  <a:pt x="406" y="76"/>
                </a:cubicBezTo>
                <a:cubicBezTo>
                  <a:pt x="406" y="153"/>
                  <a:pt x="406" y="153"/>
                  <a:pt x="406" y="153"/>
                </a:cubicBezTo>
                <a:cubicBezTo>
                  <a:pt x="395" y="153"/>
                  <a:pt x="395" y="153"/>
                  <a:pt x="395" y="153"/>
                </a:cubicBezTo>
                <a:cubicBezTo>
                  <a:pt x="395" y="0"/>
                  <a:pt x="395" y="0"/>
                  <a:pt x="395" y="0"/>
                </a:cubicBezTo>
                <a:cubicBezTo>
                  <a:pt x="406" y="0"/>
                  <a:pt x="406" y="0"/>
                  <a:pt x="406" y="0"/>
                </a:cubicBezTo>
                <a:cubicBezTo>
                  <a:pt x="406" y="72"/>
                  <a:pt x="406" y="72"/>
                  <a:pt x="406" y="72"/>
                </a:cubicBezTo>
                <a:cubicBezTo>
                  <a:pt x="406" y="72"/>
                  <a:pt x="406" y="72"/>
                  <a:pt x="406" y="72"/>
                </a:cubicBezTo>
                <a:cubicBezTo>
                  <a:pt x="407" y="70"/>
                  <a:pt x="408" y="69"/>
                  <a:pt x="409" y="68"/>
                </a:cubicBezTo>
                <a:cubicBezTo>
                  <a:pt x="471" y="0"/>
                  <a:pt x="471" y="0"/>
                  <a:pt x="471" y="0"/>
                </a:cubicBezTo>
                <a:cubicBezTo>
                  <a:pt x="485" y="0"/>
                  <a:pt x="485" y="0"/>
                  <a:pt x="485" y="0"/>
                </a:cubicBezTo>
                <a:cubicBezTo>
                  <a:pt x="418" y="74"/>
                  <a:pt x="418" y="74"/>
                  <a:pt x="418" y="74"/>
                </a:cubicBezTo>
                <a:cubicBezTo>
                  <a:pt x="489" y="153"/>
                  <a:pt x="489" y="153"/>
                  <a:pt x="489" y="153"/>
                </a:cubicBezTo>
                <a:lnTo>
                  <a:pt x="474" y="153"/>
                </a:lnTo>
                <a:close/>
                <a:moveTo>
                  <a:pt x="506" y="153"/>
                </a:moveTo>
                <a:cubicBezTo>
                  <a:pt x="506" y="0"/>
                  <a:pt x="506" y="0"/>
                  <a:pt x="506" y="0"/>
                </a:cubicBezTo>
                <a:cubicBezTo>
                  <a:pt x="578" y="0"/>
                  <a:pt x="578" y="0"/>
                  <a:pt x="578" y="0"/>
                </a:cubicBezTo>
                <a:cubicBezTo>
                  <a:pt x="578" y="9"/>
                  <a:pt x="578" y="9"/>
                  <a:pt x="578" y="9"/>
                </a:cubicBezTo>
                <a:cubicBezTo>
                  <a:pt x="517" y="9"/>
                  <a:pt x="517" y="9"/>
                  <a:pt x="517" y="9"/>
                </a:cubicBezTo>
                <a:cubicBezTo>
                  <a:pt x="517" y="71"/>
                  <a:pt x="517" y="71"/>
                  <a:pt x="517" y="71"/>
                </a:cubicBezTo>
                <a:cubicBezTo>
                  <a:pt x="573" y="71"/>
                  <a:pt x="573" y="71"/>
                  <a:pt x="573" y="71"/>
                </a:cubicBezTo>
                <a:cubicBezTo>
                  <a:pt x="573" y="80"/>
                  <a:pt x="573" y="80"/>
                  <a:pt x="573" y="80"/>
                </a:cubicBezTo>
                <a:cubicBezTo>
                  <a:pt x="517" y="80"/>
                  <a:pt x="517" y="80"/>
                  <a:pt x="517" y="80"/>
                </a:cubicBezTo>
                <a:cubicBezTo>
                  <a:pt x="517" y="143"/>
                  <a:pt x="517" y="143"/>
                  <a:pt x="517" y="143"/>
                </a:cubicBezTo>
                <a:cubicBezTo>
                  <a:pt x="581" y="143"/>
                  <a:pt x="581" y="143"/>
                  <a:pt x="581" y="143"/>
                </a:cubicBezTo>
                <a:cubicBezTo>
                  <a:pt x="581" y="153"/>
                  <a:pt x="581" y="153"/>
                  <a:pt x="581" y="153"/>
                </a:cubicBezTo>
                <a:lnTo>
                  <a:pt x="506" y="15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12" name="Freeform 226">
            <a:extLst>
              <a:ext uri="{FF2B5EF4-FFF2-40B4-BE49-F238E27FC236}">
                <a16:creationId xmlns:a16="http://schemas.microsoft.com/office/drawing/2014/main" id="{C7DD5B56-F7B7-6B8C-7915-DC2B6F7DA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047978" y="2264543"/>
            <a:ext cx="629355" cy="292843"/>
          </a:xfrm>
          <a:custGeom>
            <a:avLst/>
            <a:gdLst>
              <a:gd name="T0" fmla="*/ 34 w 207"/>
              <a:gd name="T1" fmla="*/ 6 h 96"/>
              <a:gd name="T2" fmla="*/ 34 w 207"/>
              <a:gd name="T3" fmla="*/ 96 h 96"/>
              <a:gd name="T4" fmla="*/ 27 w 207"/>
              <a:gd name="T5" fmla="*/ 96 h 96"/>
              <a:gd name="T6" fmla="*/ 27 w 207"/>
              <a:gd name="T7" fmla="*/ 6 h 96"/>
              <a:gd name="T8" fmla="*/ 0 w 207"/>
              <a:gd name="T9" fmla="*/ 6 h 96"/>
              <a:gd name="T10" fmla="*/ 0 w 207"/>
              <a:gd name="T11" fmla="*/ 0 h 96"/>
              <a:gd name="T12" fmla="*/ 62 w 207"/>
              <a:gd name="T13" fmla="*/ 0 h 96"/>
              <a:gd name="T14" fmla="*/ 62 w 207"/>
              <a:gd name="T15" fmla="*/ 6 h 96"/>
              <a:gd name="T16" fmla="*/ 34 w 207"/>
              <a:gd name="T17" fmla="*/ 6 h 96"/>
              <a:gd name="T18" fmla="*/ 97 w 207"/>
              <a:gd name="T19" fmla="*/ 0 h 96"/>
              <a:gd name="T20" fmla="*/ 90 w 207"/>
              <a:gd name="T21" fmla="*/ 0 h 96"/>
              <a:gd name="T22" fmla="*/ 54 w 207"/>
              <a:gd name="T23" fmla="*/ 96 h 96"/>
              <a:gd name="T24" fmla="*/ 61 w 207"/>
              <a:gd name="T25" fmla="*/ 96 h 96"/>
              <a:gd name="T26" fmla="*/ 72 w 207"/>
              <a:gd name="T27" fmla="*/ 66 h 96"/>
              <a:gd name="T28" fmla="*/ 114 w 207"/>
              <a:gd name="T29" fmla="*/ 66 h 96"/>
              <a:gd name="T30" fmla="*/ 125 w 207"/>
              <a:gd name="T31" fmla="*/ 96 h 96"/>
              <a:gd name="T32" fmla="*/ 132 w 207"/>
              <a:gd name="T33" fmla="*/ 96 h 96"/>
              <a:gd name="T34" fmla="*/ 97 w 207"/>
              <a:gd name="T35" fmla="*/ 0 h 96"/>
              <a:gd name="T36" fmla="*/ 75 w 207"/>
              <a:gd name="T37" fmla="*/ 60 h 96"/>
              <a:gd name="T38" fmla="*/ 91 w 207"/>
              <a:gd name="T39" fmla="*/ 16 h 96"/>
              <a:gd name="T40" fmla="*/ 93 w 207"/>
              <a:gd name="T41" fmla="*/ 9 h 96"/>
              <a:gd name="T42" fmla="*/ 93 w 207"/>
              <a:gd name="T43" fmla="*/ 9 h 96"/>
              <a:gd name="T44" fmla="*/ 94 w 207"/>
              <a:gd name="T45" fmla="*/ 12 h 96"/>
              <a:gd name="T46" fmla="*/ 95 w 207"/>
              <a:gd name="T47" fmla="*/ 16 h 96"/>
              <a:gd name="T48" fmla="*/ 112 w 207"/>
              <a:gd name="T49" fmla="*/ 60 h 96"/>
              <a:gd name="T50" fmla="*/ 75 w 207"/>
              <a:gd name="T51" fmla="*/ 60 h 96"/>
              <a:gd name="T52" fmla="*/ 198 w 207"/>
              <a:gd name="T53" fmla="*/ 96 h 96"/>
              <a:gd name="T54" fmla="*/ 157 w 207"/>
              <a:gd name="T55" fmla="*/ 50 h 96"/>
              <a:gd name="T56" fmla="*/ 156 w 207"/>
              <a:gd name="T57" fmla="*/ 48 h 96"/>
              <a:gd name="T58" fmla="*/ 155 w 207"/>
              <a:gd name="T59" fmla="*/ 48 h 96"/>
              <a:gd name="T60" fmla="*/ 155 w 207"/>
              <a:gd name="T61" fmla="*/ 96 h 96"/>
              <a:gd name="T62" fmla="*/ 149 w 207"/>
              <a:gd name="T63" fmla="*/ 96 h 96"/>
              <a:gd name="T64" fmla="*/ 149 w 207"/>
              <a:gd name="T65" fmla="*/ 0 h 96"/>
              <a:gd name="T66" fmla="*/ 155 w 207"/>
              <a:gd name="T67" fmla="*/ 0 h 96"/>
              <a:gd name="T68" fmla="*/ 155 w 207"/>
              <a:gd name="T69" fmla="*/ 45 h 96"/>
              <a:gd name="T70" fmla="*/ 156 w 207"/>
              <a:gd name="T71" fmla="*/ 45 h 96"/>
              <a:gd name="T72" fmla="*/ 157 w 207"/>
              <a:gd name="T73" fmla="*/ 43 h 96"/>
              <a:gd name="T74" fmla="*/ 196 w 207"/>
              <a:gd name="T75" fmla="*/ 0 h 96"/>
              <a:gd name="T76" fmla="*/ 205 w 207"/>
              <a:gd name="T77" fmla="*/ 0 h 96"/>
              <a:gd name="T78" fmla="*/ 163 w 207"/>
              <a:gd name="T79" fmla="*/ 47 h 96"/>
              <a:gd name="T80" fmla="*/ 207 w 207"/>
              <a:gd name="T81" fmla="*/ 96 h 96"/>
              <a:gd name="T82" fmla="*/ 198 w 207"/>
              <a:gd name="T83" fmla="*/ 96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207" h="96">
                <a:moveTo>
                  <a:pt x="34" y="6"/>
                </a:moveTo>
                <a:cubicBezTo>
                  <a:pt x="34" y="96"/>
                  <a:pt x="34" y="96"/>
                  <a:pt x="34" y="96"/>
                </a:cubicBezTo>
                <a:cubicBezTo>
                  <a:pt x="27" y="96"/>
                  <a:pt x="27" y="96"/>
                  <a:pt x="27" y="96"/>
                </a:cubicBezTo>
                <a:cubicBezTo>
                  <a:pt x="27" y="6"/>
                  <a:pt x="27" y="6"/>
                  <a:pt x="27" y="6"/>
                </a:cubicBezTo>
                <a:cubicBezTo>
                  <a:pt x="0" y="6"/>
                  <a:pt x="0" y="6"/>
                  <a:pt x="0" y="6"/>
                </a:cubicBezTo>
                <a:cubicBezTo>
                  <a:pt x="0" y="0"/>
                  <a:pt x="0" y="0"/>
                  <a:pt x="0" y="0"/>
                </a:cubicBezTo>
                <a:cubicBezTo>
                  <a:pt x="62" y="0"/>
                  <a:pt x="62" y="0"/>
                  <a:pt x="62" y="0"/>
                </a:cubicBezTo>
                <a:cubicBezTo>
                  <a:pt x="62" y="6"/>
                  <a:pt x="62" y="6"/>
                  <a:pt x="62" y="6"/>
                </a:cubicBezTo>
                <a:lnTo>
                  <a:pt x="34" y="6"/>
                </a:lnTo>
                <a:close/>
                <a:moveTo>
                  <a:pt x="97" y="0"/>
                </a:moveTo>
                <a:cubicBezTo>
                  <a:pt x="90" y="0"/>
                  <a:pt x="90" y="0"/>
                  <a:pt x="90" y="0"/>
                </a:cubicBezTo>
                <a:cubicBezTo>
                  <a:pt x="54" y="96"/>
                  <a:pt x="54" y="96"/>
                  <a:pt x="54" y="96"/>
                </a:cubicBezTo>
                <a:cubicBezTo>
                  <a:pt x="61" y="96"/>
                  <a:pt x="61" y="96"/>
                  <a:pt x="61" y="96"/>
                </a:cubicBezTo>
                <a:cubicBezTo>
                  <a:pt x="72" y="66"/>
                  <a:pt x="72" y="66"/>
                  <a:pt x="72" y="66"/>
                </a:cubicBezTo>
                <a:cubicBezTo>
                  <a:pt x="114" y="66"/>
                  <a:pt x="114" y="66"/>
                  <a:pt x="114" y="66"/>
                </a:cubicBezTo>
                <a:cubicBezTo>
                  <a:pt x="125" y="96"/>
                  <a:pt x="125" y="96"/>
                  <a:pt x="125" y="96"/>
                </a:cubicBezTo>
                <a:cubicBezTo>
                  <a:pt x="132" y="96"/>
                  <a:pt x="132" y="96"/>
                  <a:pt x="132" y="96"/>
                </a:cubicBezTo>
                <a:lnTo>
                  <a:pt x="97" y="0"/>
                </a:lnTo>
                <a:close/>
                <a:moveTo>
                  <a:pt x="75" y="60"/>
                </a:moveTo>
                <a:cubicBezTo>
                  <a:pt x="91" y="16"/>
                  <a:pt x="91" y="16"/>
                  <a:pt x="91" y="16"/>
                </a:cubicBezTo>
                <a:cubicBezTo>
                  <a:pt x="92" y="14"/>
                  <a:pt x="92" y="12"/>
                  <a:pt x="93" y="9"/>
                </a:cubicBezTo>
                <a:cubicBezTo>
                  <a:pt x="93" y="9"/>
                  <a:pt x="93" y="9"/>
                  <a:pt x="93" y="9"/>
                </a:cubicBezTo>
                <a:cubicBezTo>
                  <a:pt x="94" y="10"/>
                  <a:pt x="94" y="11"/>
                  <a:pt x="94" y="12"/>
                </a:cubicBezTo>
                <a:cubicBezTo>
                  <a:pt x="95" y="13"/>
                  <a:pt x="95" y="15"/>
                  <a:pt x="95" y="16"/>
                </a:cubicBezTo>
                <a:cubicBezTo>
                  <a:pt x="112" y="60"/>
                  <a:pt x="112" y="60"/>
                  <a:pt x="112" y="60"/>
                </a:cubicBezTo>
                <a:lnTo>
                  <a:pt x="75" y="60"/>
                </a:lnTo>
                <a:close/>
                <a:moveTo>
                  <a:pt x="198" y="96"/>
                </a:moveTo>
                <a:cubicBezTo>
                  <a:pt x="157" y="50"/>
                  <a:pt x="157" y="50"/>
                  <a:pt x="157" y="50"/>
                </a:cubicBezTo>
                <a:cubicBezTo>
                  <a:pt x="156" y="49"/>
                  <a:pt x="156" y="49"/>
                  <a:pt x="156" y="48"/>
                </a:cubicBezTo>
                <a:cubicBezTo>
                  <a:pt x="155" y="48"/>
                  <a:pt x="155" y="48"/>
                  <a:pt x="155" y="48"/>
                </a:cubicBezTo>
                <a:cubicBezTo>
                  <a:pt x="155" y="96"/>
                  <a:pt x="155" y="96"/>
                  <a:pt x="155" y="96"/>
                </a:cubicBezTo>
                <a:cubicBezTo>
                  <a:pt x="149" y="96"/>
                  <a:pt x="149" y="96"/>
                  <a:pt x="149" y="96"/>
                </a:cubicBezTo>
                <a:cubicBezTo>
                  <a:pt x="149" y="0"/>
                  <a:pt x="149" y="0"/>
                  <a:pt x="149" y="0"/>
                </a:cubicBezTo>
                <a:cubicBezTo>
                  <a:pt x="155" y="0"/>
                  <a:pt x="155" y="0"/>
                  <a:pt x="155" y="0"/>
                </a:cubicBezTo>
                <a:cubicBezTo>
                  <a:pt x="155" y="45"/>
                  <a:pt x="155" y="45"/>
                  <a:pt x="155" y="45"/>
                </a:cubicBezTo>
                <a:cubicBezTo>
                  <a:pt x="156" y="45"/>
                  <a:pt x="156" y="45"/>
                  <a:pt x="156" y="45"/>
                </a:cubicBezTo>
                <a:cubicBezTo>
                  <a:pt x="156" y="45"/>
                  <a:pt x="157" y="44"/>
                  <a:pt x="157" y="43"/>
                </a:cubicBezTo>
                <a:cubicBezTo>
                  <a:pt x="196" y="0"/>
                  <a:pt x="196" y="0"/>
                  <a:pt x="196" y="0"/>
                </a:cubicBezTo>
                <a:cubicBezTo>
                  <a:pt x="205" y="0"/>
                  <a:pt x="205" y="0"/>
                  <a:pt x="205" y="0"/>
                </a:cubicBezTo>
                <a:cubicBezTo>
                  <a:pt x="163" y="47"/>
                  <a:pt x="163" y="47"/>
                  <a:pt x="163" y="47"/>
                </a:cubicBezTo>
                <a:cubicBezTo>
                  <a:pt x="207" y="96"/>
                  <a:pt x="207" y="96"/>
                  <a:pt x="207" y="96"/>
                </a:cubicBezTo>
                <a:lnTo>
                  <a:pt x="198" y="9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13" name="Freeform 227">
            <a:extLst>
              <a:ext uri="{FF2B5EF4-FFF2-40B4-BE49-F238E27FC236}">
                <a16:creationId xmlns:a16="http://schemas.microsoft.com/office/drawing/2014/main" id="{19F78321-78FF-4284-0E41-DAD75E1646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611178" y="1705813"/>
            <a:ext cx="1557973" cy="222200"/>
          </a:xfrm>
          <a:custGeom>
            <a:avLst/>
            <a:gdLst>
              <a:gd name="T0" fmla="*/ 4 w 513"/>
              <a:gd name="T1" fmla="*/ 61 h 73"/>
              <a:gd name="T2" fmla="*/ 19 w 513"/>
              <a:gd name="T3" fmla="*/ 65 h 73"/>
              <a:gd name="T4" fmla="*/ 33 w 513"/>
              <a:gd name="T5" fmla="*/ 49 h 73"/>
              <a:gd name="T6" fmla="*/ 17 w 513"/>
              <a:gd name="T7" fmla="*/ 39 h 73"/>
              <a:gd name="T8" fmla="*/ 1 w 513"/>
              <a:gd name="T9" fmla="*/ 26 h 73"/>
              <a:gd name="T10" fmla="*/ 8 w 513"/>
              <a:gd name="T11" fmla="*/ 5 h 73"/>
              <a:gd name="T12" fmla="*/ 39 w 513"/>
              <a:gd name="T13" fmla="*/ 3 h 73"/>
              <a:gd name="T14" fmla="*/ 18 w 513"/>
              <a:gd name="T15" fmla="*/ 8 h 73"/>
              <a:gd name="T16" fmla="*/ 9 w 513"/>
              <a:gd name="T17" fmla="*/ 18 h 73"/>
              <a:gd name="T18" fmla="*/ 17 w 513"/>
              <a:gd name="T19" fmla="*/ 29 h 73"/>
              <a:gd name="T20" fmla="*/ 37 w 513"/>
              <a:gd name="T21" fmla="*/ 41 h 73"/>
              <a:gd name="T22" fmla="*/ 40 w 513"/>
              <a:gd name="T23" fmla="*/ 62 h 73"/>
              <a:gd name="T24" fmla="*/ 17 w 513"/>
              <a:gd name="T25" fmla="*/ 73 h 73"/>
              <a:gd name="T26" fmla="*/ 4 w 513"/>
              <a:gd name="T27" fmla="*/ 70 h 73"/>
              <a:gd name="T28" fmla="*/ 75 w 513"/>
              <a:gd name="T29" fmla="*/ 1 h 73"/>
              <a:gd name="T30" fmla="*/ 64 w 513"/>
              <a:gd name="T31" fmla="*/ 52 h 73"/>
              <a:gd name="T32" fmla="*/ 111 w 513"/>
              <a:gd name="T33" fmla="*/ 71 h 73"/>
              <a:gd name="T34" fmla="*/ 78 w 513"/>
              <a:gd name="T35" fmla="*/ 14 h 73"/>
              <a:gd name="T36" fmla="*/ 80 w 513"/>
              <a:gd name="T37" fmla="*/ 14 h 73"/>
              <a:gd name="T38" fmla="*/ 157 w 513"/>
              <a:gd name="T39" fmla="*/ 71 h 73"/>
              <a:gd name="T40" fmla="*/ 129 w 513"/>
              <a:gd name="T41" fmla="*/ 1 h 73"/>
              <a:gd name="T42" fmla="*/ 157 w 513"/>
              <a:gd name="T43" fmla="*/ 71 h 73"/>
              <a:gd name="T44" fmla="*/ 231 w 513"/>
              <a:gd name="T45" fmla="*/ 24 h 73"/>
              <a:gd name="T46" fmla="*/ 230 w 513"/>
              <a:gd name="T47" fmla="*/ 18 h 73"/>
              <a:gd name="T48" fmla="*/ 178 w 513"/>
              <a:gd name="T49" fmla="*/ 18 h 73"/>
              <a:gd name="T50" fmla="*/ 176 w 513"/>
              <a:gd name="T51" fmla="*/ 24 h 73"/>
              <a:gd name="T52" fmla="*/ 168 w 513"/>
              <a:gd name="T53" fmla="*/ 1 h 73"/>
              <a:gd name="T54" fmla="*/ 204 w 513"/>
              <a:gd name="T55" fmla="*/ 59 h 73"/>
              <a:gd name="T56" fmla="*/ 229 w 513"/>
              <a:gd name="T57" fmla="*/ 1 h 73"/>
              <a:gd name="T58" fmla="*/ 285 w 513"/>
              <a:gd name="T59" fmla="*/ 1 h 73"/>
              <a:gd name="T60" fmla="*/ 259 w 513"/>
              <a:gd name="T61" fmla="*/ 71 h 73"/>
              <a:gd name="T62" fmla="*/ 303 w 513"/>
              <a:gd name="T63" fmla="*/ 71 h 73"/>
              <a:gd name="T64" fmla="*/ 269 w 513"/>
              <a:gd name="T65" fmla="*/ 44 h 73"/>
              <a:gd name="T66" fmla="*/ 281 w 513"/>
              <a:gd name="T67" fmla="*/ 10 h 73"/>
              <a:gd name="T68" fmla="*/ 269 w 513"/>
              <a:gd name="T69" fmla="*/ 44 h 73"/>
              <a:gd name="T70" fmla="*/ 336 w 513"/>
              <a:gd name="T71" fmla="*/ 71 h 73"/>
              <a:gd name="T72" fmla="*/ 308 w 513"/>
              <a:gd name="T73" fmla="*/ 9 h 73"/>
              <a:gd name="T74" fmla="*/ 357 w 513"/>
              <a:gd name="T75" fmla="*/ 9 h 73"/>
              <a:gd name="T76" fmla="*/ 395 w 513"/>
              <a:gd name="T77" fmla="*/ 1 h 73"/>
              <a:gd name="T78" fmla="*/ 403 w 513"/>
              <a:gd name="T79" fmla="*/ 45 h 73"/>
              <a:gd name="T80" fmla="*/ 438 w 513"/>
              <a:gd name="T81" fmla="*/ 22 h 73"/>
              <a:gd name="T82" fmla="*/ 412 w 513"/>
              <a:gd name="T83" fmla="*/ 37 h 73"/>
              <a:gd name="T84" fmla="*/ 413 w 513"/>
              <a:gd name="T85" fmla="*/ 9 h 73"/>
              <a:gd name="T86" fmla="*/ 504 w 513"/>
              <a:gd name="T87" fmla="*/ 10 h 73"/>
              <a:gd name="T88" fmla="*/ 446 w 513"/>
              <a:gd name="T89" fmla="*/ 37 h 73"/>
              <a:gd name="T90" fmla="*/ 504 w 513"/>
              <a:gd name="T91" fmla="*/ 63 h 73"/>
              <a:gd name="T92" fmla="*/ 497 w 513"/>
              <a:gd name="T93" fmla="*/ 58 h 73"/>
              <a:gd name="T94" fmla="*/ 455 w 513"/>
              <a:gd name="T95" fmla="*/ 36 h 73"/>
              <a:gd name="T96" fmla="*/ 498 w 513"/>
              <a:gd name="T97" fmla="*/ 15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513" h="73">
                <a:moveTo>
                  <a:pt x="0" y="69"/>
                </a:moveTo>
                <a:cubicBezTo>
                  <a:pt x="0" y="59"/>
                  <a:pt x="0" y="59"/>
                  <a:pt x="0" y="59"/>
                </a:cubicBezTo>
                <a:cubicBezTo>
                  <a:pt x="1" y="60"/>
                  <a:pt x="2" y="61"/>
                  <a:pt x="4" y="61"/>
                </a:cubicBezTo>
                <a:cubicBezTo>
                  <a:pt x="5" y="62"/>
                  <a:pt x="7" y="63"/>
                  <a:pt x="9" y="63"/>
                </a:cubicBezTo>
                <a:cubicBezTo>
                  <a:pt x="11" y="64"/>
                  <a:pt x="12" y="64"/>
                  <a:pt x="14" y="65"/>
                </a:cubicBezTo>
                <a:cubicBezTo>
                  <a:pt x="16" y="65"/>
                  <a:pt x="17" y="65"/>
                  <a:pt x="19" y="65"/>
                </a:cubicBezTo>
                <a:cubicBezTo>
                  <a:pt x="24" y="65"/>
                  <a:pt x="28" y="64"/>
                  <a:pt x="30" y="62"/>
                </a:cubicBezTo>
                <a:cubicBezTo>
                  <a:pt x="33" y="60"/>
                  <a:pt x="34" y="58"/>
                  <a:pt x="34" y="54"/>
                </a:cubicBezTo>
                <a:cubicBezTo>
                  <a:pt x="34" y="52"/>
                  <a:pt x="33" y="51"/>
                  <a:pt x="33" y="49"/>
                </a:cubicBezTo>
                <a:cubicBezTo>
                  <a:pt x="32" y="48"/>
                  <a:pt x="31" y="47"/>
                  <a:pt x="29" y="45"/>
                </a:cubicBezTo>
                <a:cubicBezTo>
                  <a:pt x="28" y="44"/>
                  <a:pt x="26" y="43"/>
                  <a:pt x="24" y="42"/>
                </a:cubicBezTo>
                <a:cubicBezTo>
                  <a:pt x="22" y="41"/>
                  <a:pt x="20" y="40"/>
                  <a:pt x="17" y="39"/>
                </a:cubicBezTo>
                <a:cubicBezTo>
                  <a:pt x="15" y="38"/>
                  <a:pt x="13" y="36"/>
                  <a:pt x="11" y="35"/>
                </a:cubicBezTo>
                <a:cubicBezTo>
                  <a:pt x="8" y="34"/>
                  <a:pt x="7" y="32"/>
                  <a:pt x="5" y="31"/>
                </a:cubicBezTo>
                <a:cubicBezTo>
                  <a:pt x="3" y="29"/>
                  <a:pt x="2" y="28"/>
                  <a:pt x="1" y="26"/>
                </a:cubicBezTo>
                <a:cubicBezTo>
                  <a:pt x="0" y="24"/>
                  <a:pt x="0" y="21"/>
                  <a:pt x="0" y="19"/>
                </a:cubicBezTo>
                <a:cubicBezTo>
                  <a:pt x="0" y="16"/>
                  <a:pt x="1" y="13"/>
                  <a:pt x="2" y="11"/>
                </a:cubicBezTo>
                <a:cubicBezTo>
                  <a:pt x="4" y="8"/>
                  <a:pt x="5" y="6"/>
                  <a:pt x="8" y="5"/>
                </a:cubicBezTo>
                <a:cubicBezTo>
                  <a:pt x="10" y="3"/>
                  <a:pt x="13" y="2"/>
                  <a:pt x="15" y="1"/>
                </a:cubicBezTo>
                <a:cubicBezTo>
                  <a:pt x="18" y="1"/>
                  <a:pt x="21" y="0"/>
                  <a:pt x="24" y="0"/>
                </a:cubicBezTo>
                <a:cubicBezTo>
                  <a:pt x="31" y="0"/>
                  <a:pt x="36" y="1"/>
                  <a:pt x="39" y="3"/>
                </a:cubicBezTo>
                <a:cubicBezTo>
                  <a:pt x="39" y="12"/>
                  <a:pt x="39" y="12"/>
                  <a:pt x="39" y="12"/>
                </a:cubicBezTo>
                <a:cubicBezTo>
                  <a:pt x="35" y="9"/>
                  <a:pt x="30" y="8"/>
                  <a:pt x="24" y="8"/>
                </a:cubicBezTo>
                <a:cubicBezTo>
                  <a:pt x="22" y="8"/>
                  <a:pt x="20" y="8"/>
                  <a:pt x="18" y="8"/>
                </a:cubicBezTo>
                <a:cubicBezTo>
                  <a:pt x="16" y="8"/>
                  <a:pt x="15" y="9"/>
                  <a:pt x="13" y="10"/>
                </a:cubicBezTo>
                <a:cubicBezTo>
                  <a:pt x="12" y="11"/>
                  <a:pt x="11" y="12"/>
                  <a:pt x="10" y="13"/>
                </a:cubicBezTo>
                <a:cubicBezTo>
                  <a:pt x="9" y="15"/>
                  <a:pt x="9" y="16"/>
                  <a:pt x="9" y="18"/>
                </a:cubicBezTo>
                <a:cubicBezTo>
                  <a:pt x="9" y="20"/>
                  <a:pt x="9" y="21"/>
                  <a:pt x="10" y="23"/>
                </a:cubicBezTo>
                <a:cubicBezTo>
                  <a:pt x="10" y="24"/>
                  <a:pt x="11" y="25"/>
                  <a:pt x="13" y="26"/>
                </a:cubicBezTo>
                <a:cubicBezTo>
                  <a:pt x="14" y="27"/>
                  <a:pt x="15" y="28"/>
                  <a:pt x="17" y="29"/>
                </a:cubicBezTo>
                <a:cubicBezTo>
                  <a:pt x="19" y="30"/>
                  <a:pt x="21" y="32"/>
                  <a:pt x="24" y="33"/>
                </a:cubicBezTo>
                <a:cubicBezTo>
                  <a:pt x="26" y="34"/>
                  <a:pt x="29" y="35"/>
                  <a:pt x="31" y="37"/>
                </a:cubicBezTo>
                <a:cubicBezTo>
                  <a:pt x="33" y="38"/>
                  <a:pt x="35" y="40"/>
                  <a:pt x="37" y="41"/>
                </a:cubicBezTo>
                <a:cubicBezTo>
                  <a:pt x="39" y="43"/>
                  <a:pt x="40" y="45"/>
                  <a:pt x="41" y="47"/>
                </a:cubicBezTo>
                <a:cubicBezTo>
                  <a:pt x="42" y="49"/>
                  <a:pt x="42" y="51"/>
                  <a:pt x="42" y="54"/>
                </a:cubicBezTo>
                <a:cubicBezTo>
                  <a:pt x="42" y="57"/>
                  <a:pt x="42" y="60"/>
                  <a:pt x="40" y="62"/>
                </a:cubicBezTo>
                <a:cubicBezTo>
                  <a:pt x="39" y="65"/>
                  <a:pt x="37" y="67"/>
                  <a:pt x="35" y="68"/>
                </a:cubicBezTo>
                <a:cubicBezTo>
                  <a:pt x="33" y="70"/>
                  <a:pt x="30" y="71"/>
                  <a:pt x="27" y="72"/>
                </a:cubicBezTo>
                <a:cubicBezTo>
                  <a:pt x="24" y="72"/>
                  <a:pt x="21" y="73"/>
                  <a:pt x="17" y="73"/>
                </a:cubicBezTo>
                <a:cubicBezTo>
                  <a:pt x="16" y="73"/>
                  <a:pt x="15" y="72"/>
                  <a:pt x="13" y="72"/>
                </a:cubicBezTo>
                <a:cubicBezTo>
                  <a:pt x="12" y="72"/>
                  <a:pt x="10" y="72"/>
                  <a:pt x="8" y="71"/>
                </a:cubicBezTo>
                <a:cubicBezTo>
                  <a:pt x="7" y="71"/>
                  <a:pt x="5" y="71"/>
                  <a:pt x="4" y="70"/>
                </a:cubicBezTo>
                <a:cubicBezTo>
                  <a:pt x="2" y="70"/>
                  <a:pt x="1" y="69"/>
                  <a:pt x="0" y="69"/>
                </a:cubicBezTo>
                <a:close/>
                <a:moveTo>
                  <a:pt x="84" y="1"/>
                </a:moveTo>
                <a:cubicBezTo>
                  <a:pt x="75" y="1"/>
                  <a:pt x="75" y="1"/>
                  <a:pt x="75" y="1"/>
                </a:cubicBezTo>
                <a:cubicBezTo>
                  <a:pt x="48" y="71"/>
                  <a:pt x="48" y="71"/>
                  <a:pt x="48" y="71"/>
                </a:cubicBezTo>
                <a:cubicBezTo>
                  <a:pt x="57" y="71"/>
                  <a:pt x="57" y="71"/>
                  <a:pt x="57" y="71"/>
                </a:cubicBezTo>
                <a:cubicBezTo>
                  <a:pt x="64" y="52"/>
                  <a:pt x="64" y="52"/>
                  <a:pt x="64" y="52"/>
                </a:cubicBezTo>
                <a:cubicBezTo>
                  <a:pt x="94" y="52"/>
                  <a:pt x="94" y="52"/>
                  <a:pt x="94" y="52"/>
                </a:cubicBezTo>
                <a:cubicBezTo>
                  <a:pt x="101" y="71"/>
                  <a:pt x="101" y="71"/>
                  <a:pt x="101" y="71"/>
                </a:cubicBezTo>
                <a:cubicBezTo>
                  <a:pt x="111" y="71"/>
                  <a:pt x="111" y="71"/>
                  <a:pt x="111" y="71"/>
                </a:cubicBezTo>
                <a:lnTo>
                  <a:pt x="84" y="1"/>
                </a:lnTo>
                <a:close/>
                <a:moveTo>
                  <a:pt x="67" y="44"/>
                </a:moveTo>
                <a:cubicBezTo>
                  <a:pt x="78" y="14"/>
                  <a:pt x="78" y="14"/>
                  <a:pt x="78" y="14"/>
                </a:cubicBezTo>
                <a:cubicBezTo>
                  <a:pt x="78" y="13"/>
                  <a:pt x="79" y="12"/>
                  <a:pt x="79" y="10"/>
                </a:cubicBezTo>
                <a:cubicBezTo>
                  <a:pt x="79" y="10"/>
                  <a:pt x="79" y="10"/>
                  <a:pt x="79" y="10"/>
                </a:cubicBezTo>
                <a:cubicBezTo>
                  <a:pt x="80" y="12"/>
                  <a:pt x="80" y="14"/>
                  <a:pt x="80" y="14"/>
                </a:cubicBezTo>
                <a:cubicBezTo>
                  <a:pt x="91" y="44"/>
                  <a:pt x="91" y="44"/>
                  <a:pt x="91" y="44"/>
                </a:cubicBezTo>
                <a:lnTo>
                  <a:pt x="67" y="44"/>
                </a:lnTo>
                <a:close/>
                <a:moveTo>
                  <a:pt x="157" y="71"/>
                </a:moveTo>
                <a:cubicBezTo>
                  <a:pt x="121" y="71"/>
                  <a:pt x="121" y="71"/>
                  <a:pt x="121" y="71"/>
                </a:cubicBezTo>
                <a:cubicBezTo>
                  <a:pt x="121" y="1"/>
                  <a:pt x="121" y="1"/>
                  <a:pt x="121" y="1"/>
                </a:cubicBezTo>
                <a:cubicBezTo>
                  <a:pt x="129" y="1"/>
                  <a:pt x="129" y="1"/>
                  <a:pt x="129" y="1"/>
                </a:cubicBezTo>
                <a:cubicBezTo>
                  <a:pt x="129" y="64"/>
                  <a:pt x="129" y="64"/>
                  <a:pt x="129" y="64"/>
                </a:cubicBezTo>
                <a:cubicBezTo>
                  <a:pt x="157" y="64"/>
                  <a:pt x="157" y="64"/>
                  <a:pt x="157" y="64"/>
                </a:cubicBezTo>
                <a:lnTo>
                  <a:pt x="157" y="71"/>
                </a:lnTo>
                <a:close/>
                <a:moveTo>
                  <a:pt x="239" y="71"/>
                </a:moveTo>
                <a:cubicBezTo>
                  <a:pt x="231" y="71"/>
                  <a:pt x="231" y="71"/>
                  <a:pt x="231" y="71"/>
                </a:cubicBezTo>
                <a:cubicBezTo>
                  <a:pt x="231" y="24"/>
                  <a:pt x="231" y="24"/>
                  <a:pt x="231" y="24"/>
                </a:cubicBezTo>
                <a:cubicBezTo>
                  <a:pt x="231" y="21"/>
                  <a:pt x="231" y="16"/>
                  <a:pt x="232" y="11"/>
                </a:cubicBezTo>
                <a:cubicBezTo>
                  <a:pt x="232" y="11"/>
                  <a:pt x="232" y="11"/>
                  <a:pt x="232" y="11"/>
                </a:cubicBezTo>
                <a:cubicBezTo>
                  <a:pt x="231" y="14"/>
                  <a:pt x="230" y="16"/>
                  <a:pt x="230" y="18"/>
                </a:cubicBezTo>
                <a:cubicBezTo>
                  <a:pt x="206" y="71"/>
                  <a:pt x="206" y="71"/>
                  <a:pt x="206" y="71"/>
                </a:cubicBezTo>
                <a:cubicBezTo>
                  <a:pt x="202" y="71"/>
                  <a:pt x="202" y="71"/>
                  <a:pt x="202" y="71"/>
                </a:cubicBezTo>
                <a:cubicBezTo>
                  <a:pt x="178" y="18"/>
                  <a:pt x="178" y="18"/>
                  <a:pt x="178" y="18"/>
                </a:cubicBezTo>
                <a:cubicBezTo>
                  <a:pt x="177" y="16"/>
                  <a:pt x="176" y="14"/>
                  <a:pt x="176" y="11"/>
                </a:cubicBezTo>
                <a:cubicBezTo>
                  <a:pt x="176" y="11"/>
                  <a:pt x="176" y="11"/>
                  <a:pt x="176" y="11"/>
                </a:cubicBezTo>
                <a:cubicBezTo>
                  <a:pt x="176" y="14"/>
                  <a:pt x="176" y="18"/>
                  <a:pt x="176" y="24"/>
                </a:cubicBezTo>
                <a:cubicBezTo>
                  <a:pt x="176" y="71"/>
                  <a:pt x="176" y="71"/>
                  <a:pt x="176" y="71"/>
                </a:cubicBezTo>
                <a:cubicBezTo>
                  <a:pt x="168" y="71"/>
                  <a:pt x="168" y="71"/>
                  <a:pt x="168" y="71"/>
                </a:cubicBezTo>
                <a:cubicBezTo>
                  <a:pt x="168" y="1"/>
                  <a:pt x="168" y="1"/>
                  <a:pt x="168" y="1"/>
                </a:cubicBezTo>
                <a:cubicBezTo>
                  <a:pt x="179" y="1"/>
                  <a:pt x="179" y="1"/>
                  <a:pt x="179" y="1"/>
                </a:cubicBezTo>
                <a:cubicBezTo>
                  <a:pt x="200" y="50"/>
                  <a:pt x="200" y="50"/>
                  <a:pt x="200" y="50"/>
                </a:cubicBezTo>
                <a:cubicBezTo>
                  <a:pt x="202" y="54"/>
                  <a:pt x="203" y="57"/>
                  <a:pt x="204" y="59"/>
                </a:cubicBezTo>
                <a:cubicBezTo>
                  <a:pt x="204" y="59"/>
                  <a:pt x="204" y="59"/>
                  <a:pt x="204" y="59"/>
                </a:cubicBezTo>
                <a:cubicBezTo>
                  <a:pt x="205" y="55"/>
                  <a:pt x="206" y="52"/>
                  <a:pt x="207" y="50"/>
                </a:cubicBezTo>
                <a:cubicBezTo>
                  <a:pt x="229" y="1"/>
                  <a:pt x="229" y="1"/>
                  <a:pt x="229" y="1"/>
                </a:cubicBezTo>
                <a:cubicBezTo>
                  <a:pt x="239" y="1"/>
                  <a:pt x="239" y="1"/>
                  <a:pt x="239" y="1"/>
                </a:cubicBezTo>
                <a:lnTo>
                  <a:pt x="239" y="71"/>
                </a:lnTo>
                <a:close/>
                <a:moveTo>
                  <a:pt x="285" y="1"/>
                </a:moveTo>
                <a:cubicBezTo>
                  <a:pt x="277" y="1"/>
                  <a:pt x="277" y="1"/>
                  <a:pt x="277" y="1"/>
                </a:cubicBezTo>
                <a:cubicBezTo>
                  <a:pt x="250" y="71"/>
                  <a:pt x="250" y="71"/>
                  <a:pt x="250" y="71"/>
                </a:cubicBezTo>
                <a:cubicBezTo>
                  <a:pt x="259" y="71"/>
                  <a:pt x="259" y="71"/>
                  <a:pt x="259" y="71"/>
                </a:cubicBezTo>
                <a:cubicBezTo>
                  <a:pt x="266" y="52"/>
                  <a:pt x="266" y="52"/>
                  <a:pt x="266" y="52"/>
                </a:cubicBezTo>
                <a:cubicBezTo>
                  <a:pt x="296" y="52"/>
                  <a:pt x="296" y="52"/>
                  <a:pt x="296" y="52"/>
                </a:cubicBezTo>
                <a:cubicBezTo>
                  <a:pt x="303" y="71"/>
                  <a:pt x="303" y="71"/>
                  <a:pt x="303" y="71"/>
                </a:cubicBezTo>
                <a:cubicBezTo>
                  <a:pt x="312" y="71"/>
                  <a:pt x="312" y="71"/>
                  <a:pt x="312" y="71"/>
                </a:cubicBezTo>
                <a:lnTo>
                  <a:pt x="285" y="1"/>
                </a:lnTo>
                <a:close/>
                <a:moveTo>
                  <a:pt x="269" y="44"/>
                </a:moveTo>
                <a:cubicBezTo>
                  <a:pt x="279" y="14"/>
                  <a:pt x="279" y="14"/>
                  <a:pt x="279" y="14"/>
                </a:cubicBezTo>
                <a:cubicBezTo>
                  <a:pt x="280" y="13"/>
                  <a:pt x="280" y="12"/>
                  <a:pt x="281" y="10"/>
                </a:cubicBezTo>
                <a:cubicBezTo>
                  <a:pt x="281" y="10"/>
                  <a:pt x="281" y="10"/>
                  <a:pt x="281" y="10"/>
                </a:cubicBezTo>
                <a:cubicBezTo>
                  <a:pt x="281" y="12"/>
                  <a:pt x="282" y="14"/>
                  <a:pt x="282" y="14"/>
                </a:cubicBezTo>
                <a:cubicBezTo>
                  <a:pt x="293" y="44"/>
                  <a:pt x="293" y="44"/>
                  <a:pt x="293" y="44"/>
                </a:cubicBezTo>
                <a:lnTo>
                  <a:pt x="269" y="44"/>
                </a:lnTo>
                <a:close/>
                <a:moveTo>
                  <a:pt x="357" y="9"/>
                </a:moveTo>
                <a:cubicBezTo>
                  <a:pt x="336" y="9"/>
                  <a:pt x="336" y="9"/>
                  <a:pt x="336" y="9"/>
                </a:cubicBezTo>
                <a:cubicBezTo>
                  <a:pt x="336" y="71"/>
                  <a:pt x="336" y="71"/>
                  <a:pt x="336" y="71"/>
                </a:cubicBezTo>
                <a:cubicBezTo>
                  <a:pt x="328" y="71"/>
                  <a:pt x="328" y="71"/>
                  <a:pt x="328" y="71"/>
                </a:cubicBezTo>
                <a:cubicBezTo>
                  <a:pt x="328" y="9"/>
                  <a:pt x="328" y="9"/>
                  <a:pt x="328" y="9"/>
                </a:cubicBezTo>
                <a:cubicBezTo>
                  <a:pt x="308" y="9"/>
                  <a:pt x="308" y="9"/>
                  <a:pt x="308" y="9"/>
                </a:cubicBezTo>
                <a:cubicBezTo>
                  <a:pt x="308" y="1"/>
                  <a:pt x="308" y="1"/>
                  <a:pt x="308" y="1"/>
                </a:cubicBezTo>
                <a:cubicBezTo>
                  <a:pt x="357" y="1"/>
                  <a:pt x="357" y="1"/>
                  <a:pt x="357" y="1"/>
                </a:cubicBezTo>
                <a:lnTo>
                  <a:pt x="357" y="9"/>
                </a:lnTo>
                <a:close/>
                <a:moveTo>
                  <a:pt x="432" y="7"/>
                </a:moveTo>
                <a:cubicBezTo>
                  <a:pt x="428" y="3"/>
                  <a:pt x="422" y="1"/>
                  <a:pt x="414" y="1"/>
                </a:cubicBezTo>
                <a:cubicBezTo>
                  <a:pt x="395" y="1"/>
                  <a:pt x="395" y="1"/>
                  <a:pt x="395" y="1"/>
                </a:cubicBezTo>
                <a:cubicBezTo>
                  <a:pt x="395" y="71"/>
                  <a:pt x="395" y="71"/>
                  <a:pt x="395" y="71"/>
                </a:cubicBezTo>
                <a:cubicBezTo>
                  <a:pt x="403" y="71"/>
                  <a:pt x="403" y="71"/>
                  <a:pt x="403" y="71"/>
                </a:cubicBezTo>
                <a:cubicBezTo>
                  <a:pt x="403" y="45"/>
                  <a:pt x="403" y="45"/>
                  <a:pt x="403" y="45"/>
                </a:cubicBezTo>
                <a:cubicBezTo>
                  <a:pt x="412" y="45"/>
                  <a:pt x="412" y="45"/>
                  <a:pt x="412" y="45"/>
                </a:cubicBezTo>
                <a:cubicBezTo>
                  <a:pt x="420" y="45"/>
                  <a:pt x="426" y="43"/>
                  <a:pt x="431" y="39"/>
                </a:cubicBezTo>
                <a:cubicBezTo>
                  <a:pt x="436" y="34"/>
                  <a:pt x="438" y="29"/>
                  <a:pt x="438" y="22"/>
                </a:cubicBezTo>
                <a:cubicBezTo>
                  <a:pt x="438" y="16"/>
                  <a:pt x="436" y="10"/>
                  <a:pt x="432" y="7"/>
                </a:cubicBezTo>
                <a:close/>
                <a:moveTo>
                  <a:pt x="425" y="34"/>
                </a:moveTo>
                <a:cubicBezTo>
                  <a:pt x="422" y="36"/>
                  <a:pt x="417" y="37"/>
                  <a:pt x="412" y="37"/>
                </a:cubicBezTo>
                <a:cubicBezTo>
                  <a:pt x="403" y="37"/>
                  <a:pt x="403" y="37"/>
                  <a:pt x="403" y="37"/>
                </a:cubicBezTo>
                <a:cubicBezTo>
                  <a:pt x="403" y="9"/>
                  <a:pt x="403" y="9"/>
                  <a:pt x="403" y="9"/>
                </a:cubicBezTo>
                <a:cubicBezTo>
                  <a:pt x="413" y="9"/>
                  <a:pt x="413" y="9"/>
                  <a:pt x="413" y="9"/>
                </a:cubicBezTo>
                <a:cubicBezTo>
                  <a:pt x="424" y="9"/>
                  <a:pt x="429" y="13"/>
                  <a:pt x="429" y="23"/>
                </a:cubicBezTo>
                <a:cubicBezTo>
                  <a:pt x="429" y="27"/>
                  <a:pt x="428" y="31"/>
                  <a:pt x="425" y="34"/>
                </a:cubicBezTo>
                <a:close/>
                <a:moveTo>
                  <a:pt x="504" y="10"/>
                </a:moveTo>
                <a:cubicBezTo>
                  <a:pt x="498" y="3"/>
                  <a:pt x="490" y="0"/>
                  <a:pt x="480" y="0"/>
                </a:cubicBezTo>
                <a:cubicBezTo>
                  <a:pt x="470" y="0"/>
                  <a:pt x="462" y="3"/>
                  <a:pt x="456" y="10"/>
                </a:cubicBezTo>
                <a:cubicBezTo>
                  <a:pt x="450" y="17"/>
                  <a:pt x="446" y="26"/>
                  <a:pt x="446" y="37"/>
                </a:cubicBezTo>
                <a:cubicBezTo>
                  <a:pt x="446" y="48"/>
                  <a:pt x="449" y="56"/>
                  <a:pt x="455" y="63"/>
                </a:cubicBezTo>
                <a:cubicBezTo>
                  <a:pt x="461" y="69"/>
                  <a:pt x="469" y="73"/>
                  <a:pt x="479" y="73"/>
                </a:cubicBezTo>
                <a:cubicBezTo>
                  <a:pt x="489" y="73"/>
                  <a:pt x="498" y="69"/>
                  <a:pt x="504" y="63"/>
                </a:cubicBezTo>
                <a:cubicBezTo>
                  <a:pt x="510" y="56"/>
                  <a:pt x="513" y="47"/>
                  <a:pt x="513" y="35"/>
                </a:cubicBezTo>
                <a:cubicBezTo>
                  <a:pt x="513" y="25"/>
                  <a:pt x="510" y="16"/>
                  <a:pt x="504" y="10"/>
                </a:cubicBezTo>
                <a:close/>
                <a:moveTo>
                  <a:pt x="497" y="58"/>
                </a:moveTo>
                <a:cubicBezTo>
                  <a:pt x="493" y="63"/>
                  <a:pt x="487" y="65"/>
                  <a:pt x="479" y="65"/>
                </a:cubicBezTo>
                <a:cubicBezTo>
                  <a:pt x="472" y="65"/>
                  <a:pt x="466" y="63"/>
                  <a:pt x="462" y="57"/>
                </a:cubicBezTo>
                <a:cubicBezTo>
                  <a:pt x="457" y="52"/>
                  <a:pt x="455" y="45"/>
                  <a:pt x="455" y="36"/>
                </a:cubicBezTo>
                <a:cubicBezTo>
                  <a:pt x="455" y="28"/>
                  <a:pt x="457" y="21"/>
                  <a:pt x="462" y="16"/>
                </a:cubicBezTo>
                <a:cubicBezTo>
                  <a:pt x="467" y="10"/>
                  <a:pt x="473" y="8"/>
                  <a:pt x="480" y="8"/>
                </a:cubicBezTo>
                <a:cubicBezTo>
                  <a:pt x="487" y="8"/>
                  <a:pt x="493" y="10"/>
                  <a:pt x="498" y="15"/>
                </a:cubicBezTo>
                <a:cubicBezTo>
                  <a:pt x="502" y="20"/>
                  <a:pt x="504" y="27"/>
                  <a:pt x="504" y="37"/>
                </a:cubicBezTo>
                <a:cubicBezTo>
                  <a:pt x="504" y="46"/>
                  <a:pt x="502" y="53"/>
                  <a:pt x="497" y="58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14" name="Freeform 229">
            <a:extLst>
              <a:ext uri="{FF2B5EF4-FFF2-40B4-BE49-F238E27FC236}">
                <a16:creationId xmlns:a16="http://schemas.microsoft.com/office/drawing/2014/main" id="{5572B797-B1F4-A446-B620-35AE1D11E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 rot="16200000">
            <a:off x="9691403" y="3235729"/>
            <a:ext cx="162367" cy="1082779"/>
          </a:xfrm>
          <a:custGeom>
            <a:avLst/>
            <a:gdLst>
              <a:gd name="T0" fmla="*/ 0 w 69"/>
              <a:gd name="T1" fmla="*/ 33 h 459"/>
              <a:gd name="T2" fmla="*/ 33 w 69"/>
              <a:gd name="T3" fmla="*/ 0 h 459"/>
              <a:gd name="T4" fmla="*/ 69 w 69"/>
              <a:gd name="T5" fmla="*/ 35 h 459"/>
              <a:gd name="T6" fmla="*/ 52 w 69"/>
              <a:gd name="T7" fmla="*/ 52 h 459"/>
              <a:gd name="T8" fmla="*/ 50 w 69"/>
              <a:gd name="T9" fmla="*/ 21 h 459"/>
              <a:gd name="T10" fmla="*/ 19 w 69"/>
              <a:gd name="T11" fmla="*/ 21 h 459"/>
              <a:gd name="T12" fmla="*/ 17 w 69"/>
              <a:gd name="T13" fmla="*/ 52 h 459"/>
              <a:gd name="T14" fmla="*/ 1 w 69"/>
              <a:gd name="T15" fmla="*/ 121 h 459"/>
              <a:gd name="T16" fmla="*/ 55 w 69"/>
              <a:gd name="T17" fmla="*/ 106 h 459"/>
              <a:gd name="T18" fmla="*/ 1 w 69"/>
              <a:gd name="T19" fmla="*/ 78 h 459"/>
              <a:gd name="T20" fmla="*/ 68 w 69"/>
              <a:gd name="T21" fmla="*/ 63 h 459"/>
              <a:gd name="T22" fmla="*/ 1 w 69"/>
              <a:gd name="T23" fmla="*/ 121 h 459"/>
              <a:gd name="T24" fmla="*/ 1 w 69"/>
              <a:gd name="T25" fmla="*/ 146 h 459"/>
              <a:gd name="T26" fmla="*/ 16 w 69"/>
              <a:gd name="T27" fmla="*/ 174 h 459"/>
              <a:gd name="T28" fmla="*/ 1 w 69"/>
              <a:gd name="T29" fmla="*/ 195 h 459"/>
              <a:gd name="T30" fmla="*/ 68 w 69"/>
              <a:gd name="T31" fmla="*/ 154 h 459"/>
              <a:gd name="T32" fmla="*/ 56 w 69"/>
              <a:gd name="T33" fmla="*/ 162 h 459"/>
              <a:gd name="T34" fmla="*/ 27 w 69"/>
              <a:gd name="T35" fmla="*/ 171 h 459"/>
              <a:gd name="T36" fmla="*/ 50 w 69"/>
              <a:gd name="T37" fmla="*/ 161 h 459"/>
              <a:gd name="T38" fmla="*/ 3 w 69"/>
              <a:gd name="T39" fmla="*/ 250 h 459"/>
              <a:gd name="T40" fmla="*/ 9 w 69"/>
              <a:gd name="T41" fmla="*/ 207 h 459"/>
              <a:gd name="T42" fmla="*/ 59 w 69"/>
              <a:gd name="T43" fmla="*/ 208 h 459"/>
              <a:gd name="T44" fmla="*/ 67 w 69"/>
              <a:gd name="T45" fmla="*/ 250 h 459"/>
              <a:gd name="T46" fmla="*/ 56 w 69"/>
              <a:gd name="T47" fmla="*/ 235 h 459"/>
              <a:gd name="T48" fmla="*/ 34 w 69"/>
              <a:gd name="T49" fmla="*/ 214 h 459"/>
              <a:gd name="T50" fmla="*/ 13 w 69"/>
              <a:gd name="T51" fmla="*/ 234 h 459"/>
              <a:gd name="T52" fmla="*/ 3 w 69"/>
              <a:gd name="T53" fmla="*/ 250 h 459"/>
              <a:gd name="T54" fmla="*/ 1 w 69"/>
              <a:gd name="T55" fmla="*/ 308 h 459"/>
              <a:gd name="T56" fmla="*/ 49 w 69"/>
              <a:gd name="T57" fmla="*/ 308 h 459"/>
              <a:gd name="T58" fmla="*/ 43 w 69"/>
              <a:gd name="T59" fmla="*/ 305 h 459"/>
              <a:gd name="T60" fmla="*/ 1 w 69"/>
              <a:gd name="T61" fmla="*/ 262 h 459"/>
              <a:gd name="T62" fmla="*/ 68 w 69"/>
              <a:gd name="T63" fmla="*/ 276 h 459"/>
              <a:gd name="T64" fmla="*/ 22 w 69"/>
              <a:gd name="T65" fmla="*/ 276 h 459"/>
              <a:gd name="T66" fmla="*/ 27 w 69"/>
              <a:gd name="T67" fmla="*/ 280 h 459"/>
              <a:gd name="T68" fmla="*/ 68 w 69"/>
              <a:gd name="T69" fmla="*/ 322 h 459"/>
              <a:gd name="T70" fmla="*/ 1 w 69"/>
              <a:gd name="T71" fmla="*/ 337 h 459"/>
              <a:gd name="T72" fmla="*/ 7 w 69"/>
              <a:gd name="T73" fmla="*/ 382 h 459"/>
              <a:gd name="T74" fmla="*/ 36 w 69"/>
              <a:gd name="T75" fmla="*/ 382 h 459"/>
              <a:gd name="T76" fmla="*/ 41 w 69"/>
              <a:gd name="T77" fmla="*/ 352 h 459"/>
              <a:gd name="T78" fmla="*/ 56 w 69"/>
              <a:gd name="T79" fmla="*/ 380 h 459"/>
              <a:gd name="T80" fmla="*/ 68 w 69"/>
              <a:gd name="T81" fmla="*/ 337 h 459"/>
              <a:gd name="T82" fmla="*/ 30 w 69"/>
              <a:gd name="T83" fmla="*/ 362 h 459"/>
              <a:gd name="T84" fmla="*/ 12 w 69"/>
              <a:gd name="T85" fmla="*/ 361 h 459"/>
              <a:gd name="T86" fmla="*/ 30 w 69"/>
              <a:gd name="T87" fmla="*/ 352 h 459"/>
              <a:gd name="T88" fmla="*/ 59 w 69"/>
              <a:gd name="T89" fmla="*/ 403 h 459"/>
              <a:gd name="T90" fmla="*/ 9 w 69"/>
              <a:gd name="T91" fmla="*/ 403 h 459"/>
              <a:gd name="T92" fmla="*/ 10 w 69"/>
              <a:gd name="T93" fmla="*/ 450 h 459"/>
              <a:gd name="T94" fmla="*/ 60 w 69"/>
              <a:gd name="T95" fmla="*/ 450 h 459"/>
              <a:gd name="T96" fmla="*/ 59 w 69"/>
              <a:gd name="T97" fmla="*/ 403 h 459"/>
              <a:gd name="T98" fmla="*/ 34 w 69"/>
              <a:gd name="T99" fmla="*/ 443 h 459"/>
              <a:gd name="T100" fmla="*/ 13 w 69"/>
              <a:gd name="T101" fmla="*/ 426 h 459"/>
              <a:gd name="T102" fmla="*/ 34 w 69"/>
              <a:gd name="T103" fmla="*/ 409 h 459"/>
              <a:gd name="T104" fmla="*/ 56 w 69"/>
              <a:gd name="T105" fmla="*/ 427 h 4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69" h="459">
                <a:moveTo>
                  <a:pt x="3" y="52"/>
                </a:moveTo>
                <a:cubicBezTo>
                  <a:pt x="1" y="47"/>
                  <a:pt x="0" y="41"/>
                  <a:pt x="0" y="33"/>
                </a:cubicBezTo>
                <a:cubicBezTo>
                  <a:pt x="0" y="22"/>
                  <a:pt x="3" y="14"/>
                  <a:pt x="9" y="9"/>
                </a:cubicBezTo>
                <a:cubicBezTo>
                  <a:pt x="15" y="3"/>
                  <a:pt x="23" y="0"/>
                  <a:pt x="33" y="0"/>
                </a:cubicBezTo>
                <a:cubicBezTo>
                  <a:pt x="44" y="0"/>
                  <a:pt x="52" y="3"/>
                  <a:pt x="59" y="10"/>
                </a:cubicBezTo>
                <a:cubicBezTo>
                  <a:pt x="66" y="16"/>
                  <a:pt x="69" y="25"/>
                  <a:pt x="69" y="35"/>
                </a:cubicBezTo>
                <a:cubicBezTo>
                  <a:pt x="69" y="42"/>
                  <a:pt x="68" y="47"/>
                  <a:pt x="67" y="52"/>
                </a:cubicBezTo>
                <a:cubicBezTo>
                  <a:pt x="52" y="52"/>
                  <a:pt x="52" y="52"/>
                  <a:pt x="52" y="52"/>
                </a:cubicBezTo>
                <a:cubicBezTo>
                  <a:pt x="55" y="47"/>
                  <a:pt x="56" y="42"/>
                  <a:pt x="56" y="37"/>
                </a:cubicBezTo>
                <a:cubicBezTo>
                  <a:pt x="56" y="30"/>
                  <a:pt x="54" y="25"/>
                  <a:pt x="50" y="21"/>
                </a:cubicBezTo>
                <a:cubicBezTo>
                  <a:pt x="46" y="18"/>
                  <a:pt x="41" y="16"/>
                  <a:pt x="34" y="16"/>
                </a:cubicBezTo>
                <a:cubicBezTo>
                  <a:pt x="28" y="16"/>
                  <a:pt x="22" y="17"/>
                  <a:pt x="19" y="21"/>
                </a:cubicBezTo>
                <a:cubicBezTo>
                  <a:pt x="15" y="25"/>
                  <a:pt x="13" y="30"/>
                  <a:pt x="13" y="36"/>
                </a:cubicBezTo>
                <a:cubicBezTo>
                  <a:pt x="13" y="42"/>
                  <a:pt x="14" y="47"/>
                  <a:pt x="17" y="52"/>
                </a:cubicBezTo>
                <a:lnTo>
                  <a:pt x="3" y="52"/>
                </a:lnTo>
                <a:close/>
                <a:moveTo>
                  <a:pt x="1" y="121"/>
                </a:moveTo>
                <a:cubicBezTo>
                  <a:pt x="1" y="106"/>
                  <a:pt x="1" y="106"/>
                  <a:pt x="1" y="106"/>
                </a:cubicBezTo>
                <a:cubicBezTo>
                  <a:pt x="55" y="106"/>
                  <a:pt x="55" y="106"/>
                  <a:pt x="55" y="106"/>
                </a:cubicBezTo>
                <a:cubicBezTo>
                  <a:pt x="55" y="78"/>
                  <a:pt x="55" y="78"/>
                  <a:pt x="55" y="78"/>
                </a:cubicBezTo>
                <a:cubicBezTo>
                  <a:pt x="1" y="78"/>
                  <a:pt x="1" y="78"/>
                  <a:pt x="1" y="78"/>
                </a:cubicBezTo>
                <a:cubicBezTo>
                  <a:pt x="1" y="63"/>
                  <a:pt x="1" y="63"/>
                  <a:pt x="1" y="63"/>
                </a:cubicBezTo>
                <a:cubicBezTo>
                  <a:pt x="68" y="63"/>
                  <a:pt x="68" y="63"/>
                  <a:pt x="68" y="63"/>
                </a:cubicBezTo>
                <a:cubicBezTo>
                  <a:pt x="68" y="121"/>
                  <a:pt x="68" y="121"/>
                  <a:pt x="68" y="121"/>
                </a:cubicBezTo>
                <a:lnTo>
                  <a:pt x="1" y="121"/>
                </a:lnTo>
                <a:close/>
                <a:moveTo>
                  <a:pt x="1" y="129"/>
                </a:moveTo>
                <a:cubicBezTo>
                  <a:pt x="1" y="146"/>
                  <a:pt x="1" y="146"/>
                  <a:pt x="1" y="146"/>
                </a:cubicBezTo>
                <a:cubicBezTo>
                  <a:pt x="16" y="150"/>
                  <a:pt x="16" y="150"/>
                  <a:pt x="16" y="150"/>
                </a:cubicBezTo>
                <a:cubicBezTo>
                  <a:pt x="16" y="174"/>
                  <a:pt x="16" y="174"/>
                  <a:pt x="16" y="174"/>
                </a:cubicBezTo>
                <a:cubicBezTo>
                  <a:pt x="1" y="179"/>
                  <a:pt x="1" y="179"/>
                  <a:pt x="1" y="179"/>
                </a:cubicBezTo>
                <a:cubicBezTo>
                  <a:pt x="1" y="195"/>
                  <a:pt x="1" y="195"/>
                  <a:pt x="1" y="195"/>
                </a:cubicBezTo>
                <a:cubicBezTo>
                  <a:pt x="68" y="171"/>
                  <a:pt x="68" y="171"/>
                  <a:pt x="68" y="171"/>
                </a:cubicBezTo>
                <a:cubicBezTo>
                  <a:pt x="68" y="154"/>
                  <a:pt x="68" y="154"/>
                  <a:pt x="68" y="154"/>
                </a:cubicBezTo>
                <a:lnTo>
                  <a:pt x="1" y="129"/>
                </a:lnTo>
                <a:close/>
                <a:moveTo>
                  <a:pt x="56" y="162"/>
                </a:moveTo>
                <a:cubicBezTo>
                  <a:pt x="54" y="162"/>
                  <a:pt x="52" y="163"/>
                  <a:pt x="50" y="163"/>
                </a:cubicBezTo>
                <a:cubicBezTo>
                  <a:pt x="27" y="171"/>
                  <a:pt x="27" y="171"/>
                  <a:pt x="27" y="171"/>
                </a:cubicBezTo>
                <a:cubicBezTo>
                  <a:pt x="27" y="153"/>
                  <a:pt x="27" y="153"/>
                  <a:pt x="27" y="153"/>
                </a:cubicBezTo>
                <a:cubicBezTo>
                  <a:pt x="50" y="161"/>
                  <a:pt x="50" y="161"/>
                  <a:pt x="50" y="161"/>
                </a:cubicBezTo>
                <a:cubicBezTo>
                  <a:pt x="52" y="161"/>
                  <a:pt x="54" y="162"/>
                  <a:pt x="56" y="162"/>
                </a:cubicBezTo>
                <a:close/>
                <a:moveTo>
                  <a:pt x="3" y="250"/>
                </a:moveTo>
                <a:cubicBezTo>
                  <a:pt x="1" y="246"/>
                  <a:pt x="0" y="239"/>
                  <a:pt x="0" y="231"/>
                </a:cubicBezTo>
                <a:cubicBezTo>
                  <a:pt x="0" y="221"/>
                  <a:pt x="3" y="213"/>
                  <a:pt x="9" y="207"/>
                </a:cubicBezTo>
                <a:cubicBezTo>
                  <a:pt x="15" y="201"/>
                  <a:pt x="23" y="198"/>
                  <a:pt x="33" y="198"/>
                </a:cubicBezTo>
                <a:cubicBezTo>
                  <a:pt x="44" y="198"/>
                  <a:pt x="52" y="202"/>
                  <a:pt x="59" y="208"/>
                </a:cubicBezTo>
                <a:cubicBezTo>
                  <a:pt x="66" y="215"/>
                  <a:pt x="69" y="223"/>
                  <a:pt x="69" y="234"/>
                </a:cubicBezTo>
                <a:cubicBezTo>
                  <a:pt x="69" y="240"/>
                  <a:pt x="68" y="246"/>
                  <a:pt x="67" y="250"/>
                </a:cubicBezTo>
                <a:cubicBezTo>
                  <a:pt x="52" y="250"/>
                  <a:pt x="52" y="250"/>
                  <a:pt x="52" y="250"/>
                </a:cubicBezTo>
                <a:cubicBezTo>
                  <a:pt x="55" y="246"/>
                  <a:pt x="56" y="241"/>
                  <a:pt x="56" y="235"/>
                </a:cubicBezTo>
                <a:cubicBezTo>
                  <a:pt x="56" y="229"/>
                  <a:pt x="54" y="224"/>
                  <a:pt x="50" y="220"/>
                </a:cubicBezTo>
                <a:cubicBezTo>
                  <a:pt x="46" y="216"/>
                  <a:pt x="41" y="214"/>
                  <a:pt x="34" y="214"/>
                </a:cubicBezTo>
                <a:cubicBezTo>
                  <a:pt x="28" y="214"/>
                  <a:pt x="22" y="216"/>
                  <a:pt x="19" y="220"/>
                </a:cubicBezTo>
                <a:cubicBezTo>
                  <a:pt x="15" y="223"/>
                  <a:pt x="13" y="228"/>
                  <a:pt x="13" y="234"/>
                </a:cubicBezTo>
                <a:cubicBezTo>
                  <a:pt x="13" y="240"/>
                  <a:pt x="14" y="246"/>
                  <a:pt x="17" y="250"/>
                </a:cubicBezTo>
                <a:lnTo>
                  <a:pt x="3" y="250"/>
                </a:lnTo>
                <a:close/>
                <a:moveTo>
                  <a:pt x="1" y="322"/>
                </a:moveTo>
                <a:cubicBezTo>
                  <a:pt x="1" y="308"/>
                  <a:pt x="1" y="308"/>
                  <a:pt x="1" y="308"/>
                </a:cubicBezTo>
                <a:cubicBezTo>
                  <a:pt x="38" y="308"/>
                  <a:pt x="38" y="308"/>
                  <a:pt x="38" y="308"/>
                </a:cubicBezTo>
                <a:cubicBezTo>
                  <a:pt x="42" y="308"/>
                  <a:pt x="46" y="308"/>
                  <a:pt x="49" y="308"/>
                </a:cubicBezTo>
                <a:cubicBezTo>
                  <a:pt x="49" y="308"/>
                  <a:pt x="49" y="308"/>
                  <a:pt x="49" y="308"/>
                </a:cubicBezTo>
                <a:cubicBezTo>
                  <a:pt x="47" y="307"/>
                  <a:pt x="45" y="306"/>
                  <a:pt x="43" y="305"/>
                </a:cubicBezTo>
                <a:cubicBezTo>
                  <a:pt x="1" y="277"/>
                  <a:pt x="1" y="277"/>
                  <a:pt x="1" y="277"/>
                </a:cubicBezTo>
                <a:cubicBezTo>
                  <a:pt x="1" y="262"/>
                  <a:pt x="1" y="262"/>
                  <a:pt x="1" y="262"/>
                </a:cubicBezTo>
                <a:cubicBezTo>
                  <a:pt x="68" y="262"/>
                  <a:pt x="68" y="262"/>
                  <a:pt x="68" y="262"/>
                </a:cubicBezTo>
                <a:cubicBezTo>
                  <a:pt x="68" y="276"/>
                  <a:pt x="68" y="276"/>
                  <a:pt x="68" y="276"/>
                </a:cubicBezTo>
                <a:cubicBezTo>
                  <a:pt x="31" y="276"/>
                  <a:pt x="31" y="276"/>
                  <a:pt x="31" y="276"/>
                </a:cubicBezTo>
                <a:cubicBezTo>
                  <a:pt x="26" y="276"/>
                  <a:pt x="23" y="276"/>
                  <a:pt x="22" y="276"/>
                </a:cubicBezTo>
                <a:cubicBezTo>
                  <a:pt x="22" y="276"/>
                  <a:pt x="22" y="276"/>
                  <a:pt x="22" y="276"/>
                </a:cubicBezTo>
                <a:cubicBezTo>
                  <a:pt x="22" y="276"/>
                  <a:pt x="24" y="277"/>
                  <a:pt x="27" y="280"/>
                </a:cubicBezTo>
                <a:cubicBezTo>
                  <a:pt x="68" y="306"/>
                  <a:pt x="68" y="306"/>
                  <a:pt x="68" y="306"/>
                </a:cubicBezTo>
                <a:cubicBezTo>
                  <a:pt x="68" y="322"/>
                  <a:pt x="68" y="322"/>
                  <a:pt x="68" y="322"/>
                </a:cubicBezTo>
                <a:lnTo>
                  <a:pt x="1" y="322"/>
                </a:lnTo>
                <a:close/>
                <a:moveTo>
                  <a:pt x="1" y="337"/>
                </a:moveTo>
                <a:cubicBezTo>
                  <a:pt x="1" y="364"/>
                  <a:pt x="1" y="364"/>
                  <a:pt x="1" y="364"/>
                </a:cubicBezTo>
                <a:cubicBezTo>
                  <a:pt x="1" y="372"/>
                  <a:pt x="3" y="377"/>
                  <a:pt x="7" y="382"/>
                </a:cubicBezTo>
                <a:cubicBezTo>
                  <a:pt x="10" y="386"/>
                  <a:pt x="16" y="388"/>
                  <a:pt x="22" y="388"/>
                </a:cubicBezTo>
                <a:cubicBezTo>
                  <a:pt x="28" y="388"/>
                  <a:pt x="33" y="386"/>
                  <a:pt x="36" y="382"/>
                </a:cubicBezTo>
                <a:cubicBezTo>
                  <a:pt x="39" y="378"/>
                  <a:pt x="41" y="373"/>
                  <a:pt x="41" y="365"/>
                </a:cubicBezTo>
                <a:cubicBezTo>
                  <a:pt x="41" y="352"/>
                  <a:pt x="41" y="352"/>
                  <a:pt x="41" y="352"/>
                </a:cubicBezTo>
                <a:cubicBezTo>
                  <a:pt x="56" y="352"/>
                  <a:pt x="56" y="352"/>
                  <a:pt x="56" y="352"/>
                </a:cubicBezTo>
                <a:cubicBezTo>
                  <a:pt x="56" y="380"/>
                  <a:pt x="56" y="380"/>
                  <a:pt x="56" y="380"/>
                </a:cubicBezTo>
                <a:cubicBezTo>
                  <a:pt x="68" y="380"/>
                  <a:pt x="68" y="380"/>
                  <a:pt x="68" y="380"/>
                </a:cubicBezTo>
                <a:cubicBezTo>
                  <a:pt x="68" y="337"/>
                  <a:pt x="68" y="337"/>
                  <a:pt x="68" y="337"/>
                </a:cubicBezTo>
                <a:lnTo>
                  <a:pt x="1" y="337"/>
                </a:lnTo>
                <a:close/>
                <a:moveTo>
                  <a:pt x="30" y="362"/>
                </a:moveTo>
                <a:cubicBezTo>
                  <a:pt x="30" y="368"/>
                  <a:pt x="27" y="372"/>
                  <a:pt x="21" y="372"/>
                </a:cubicBezTo>
                <a:cubicBezTo>
                  <a:pt x="15" y="372"/>
                  <a:pt x="12" y="368"/>
                  <a:pt x="12" y="361"/>
                </a:cubicBezTo>
                <a:cubicBezTo>
                  <a:pt x="12" y="352"/>
                  <a:pt x="12" y="352"/>
                  <a:pt x="12" y="352"/>
                </a:cubicBezTo>
                <a:cubicBezTo>
                  <a:pt x="30" y="352"/>
                  <a:pt x="30" y="352"/>
                  <a:pt x="30" y="352"/>
                </a:cubicBezTo>
                <a:lnTo>
                  <a:pt x="30" y="362"/>
                </a:lnTo>
                <a:close/>
                <a:moveTo>
                  <a:pt x="59" y="403"/>
                </a:moveTo>
                <a:cubicBezTo>
                  <a:pt x="53" y="397"/>
                  <a:pt x="44" y="394"/>
                  <a:pt x="34" y="394"/>
                </a:cubicBezTo>
                <a:cubicBezTo>
                  <a:pt x="24" y="394"/>
                  <a:pt x="15" y="397"/>
                  <a:pt x="9" y="403"/>
                </a:cubicBezTo>
                <a:cubicBezTo>
                  <a:pt x="3" y="409"/>
                  <a:pt x="0" y="416"/>
                  <a:pt x="0" y="426"/>
                </a:cubicBezTo>
                <a:cubicBezTo>
                  <a:pt x="0" y="436"/>
                  <a:pt x="3" y="444"/>
                  <a:pt x="10" y="450"/>
                </a:cubicBezTo>
                <a:cubicBezTo>
                  <a:pt x="16" y="456"/>
                  <a:pt x="24" y="459"/>
                  <a:pt x="35" y="459"/>
                </a:cubicBezTo>
                <a:cubicBezTo>
                  <a:pt x="45" y="459"/>
                  <a:pt x="53" y="456"/>
                  <a:pt x="60" y="450"/>
                </a:cubicBezTo>
                <a:cubicBezTo>
                  <a:pt x="66" y="444"/>
                  <a:pt x="69" y="437"/>
                  <a:pt x="69" y="427"/>
                </a:cubicBezTo>
                <a:cubicBezTo>
                  <a:pt x="69" y="417"/>
                  <a:pt x="66" y="409"/>
                  <a:pt x="59" y="403"/>
                </a:cubicBezTo>
                <a:close/>
                <a:moveTo>
                  <a:pt x="50" y="439"/>
                </a:moveTo>
                <a:cubicBezTo>
                  <a:pt x="46" y="442"/>
                  <a:pt x="41" y="443"/>
                  <a:pt x="34" y="443"/>
                </a:cubicBezTo>
                <a:cubicBezTo>
                  <a:pt x="27" y="443"/>
                  <a:pt x="22" y="442"/>
                  <a:pt x="19" y="439"/>
                </a:cubicBezTo>
                <a:cubicBezTo>
                  <a:pt x="15" y="436"/>
                  <a:pt x="13" y="432"/>
                  <a:pt x="13" y="426"/>
                </a:cubicBezTo>
                <a:cubicBezTo>
                  <a:pt x="13" y="421"/>
                  <a:pt x="15" y="417"/>
                  <a:pt x="19" y="414"/>
                </a:cubicBezTo>
                <a:cubicBezTo>
                  <a:pt x="23" y="411"/>
                  <a:pt x="28" y="409"/>
                  <a:pt x="34" y="409"/>
                </a:cubicBezTo>
                <a:cubicBezTo>
                  <a:pt x="41" y="409"/>
                  <a:pt x="46" y="411"/>
                  <a:pt x="50" y="414"/>
                </a:cubicBezTo>
                <a:cubicBezTo>
                  <a:pt x="54" y="417"/>
                  <a:pt x="56" y="421"/>
                  <a:pt x="56" y="427"/>
                </a:cubicBezTo>
                <a:cubicBezTo>
                  <a:pt x="56" y="432"/>
                  <a:pt x="54" y="436"/>
                  <a:pt x="50" y="439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15" name="Freeform 230">
            <a:extLst>
              <a:ext uri="{FF2B5EF4-FFF2-40B4-BE49-F238E27FC236}">
                <a16:creationId xmlns:a16="http://schemas.microsoft.com/office/drawing/2014/main" id="{6C00860C-7DCF-E996-9B26-8C6F3EA08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9212660" y="1735183"/>
            <a:ext cx="1045498" cy="495776"/>
          </a:xfrm>
          <a:custGeom>
            <a:avLst/>
            <a:gdLst>
              <a:gd name="T0" fmla="*/ 38 w 344"/>
              <a:gd name="T1" fmla="*/ 56 h 163"/>
              <a:gd name="T2" fmla="*/ 50 w 344"/>
              <a:gd name="T3" fmla="*/ 114 h 163"/>
              <a:gd name="T4" fmla="*/ 20 w 344"/>
              <a:gd name="T5" fmla="*/ 136 h 163"/>
              <a:gd name="T6" fmla="*/ 0 w 344"/>
              <a:gd name="T7" fmla="*/ 54 h 163"/>
              <a:gd name="T8" fmla="*/ 38 w 344"/>
              <a:gd name="T9" fmla="*/ 29 h 163"/>
              <a:gd name="T10" fmla="*/ 16 w 344"/>
              <a:gd name="T11" fmla="*/ 7 h 163"/>
              <a:gd name="T12" fmla="*/ 93 w 344"/>
              <a:gd name="T13" fmla="*/ 23 h 163"/>
              <a:gd name="T14" fmla="*/ 76 w 344"/>
              <a:gd name="T15" fmla="*/ 14 h 163"/>
              <a:gd name="T16" fmla="*/ 45 w 344"/>
              <a:gd name="T17" fmla="*/ 97 h 163"/>
              <a:gd name="T18" fmla="*/ 61 w 344"/>
              <a:gd name="T19" fmla="*/ 136 h 163"/>
              <a:gd name="T20" fmla="*/ 94 w 344"/>
              <a:gd name="T21" fmla="*/ 107 h 163"/>
              <a:gd name="T22" fmla="*/ 71 w 344"/>
              <a:gd name="T23" fmla="*/ 150 h 163"/>
              <a:gd name="T24" fmla="*/ 94 w 344"/>
              <a:gd name="T25" fmla="*/ 161 h 163"/>
              <a:gd name="T26" fmla="*/ 107 w 344"/>
              <a:gd name="T27" fmla="*/ 23 h 163"/>
              <a:gd name="T28" fmla="*/ 94 w 344"/>
              <a:gd name="T29" fmla="*/ 98 h 163"/>
              <a:gd name="T30" fmla="*/ 94 w 344"/>
              <a:gd name="T31" fmla="*/ 73 h 163"/>
              <a:gd name="T32" fmla="*/ 94 w 344"/>
              <a:gd name="T33" fmla="*/ 47 h 163"/>
              <a:gd name="T34" fmla="*/ 137 w 344"/>
              <a:gd name="T35" fmla="*/ 2 h 163"/>
              <a:gd name="T36" fmla="*/ 146 w 344"/>
              <a:gd name="T37" fmla="*/ 46 h 163"/>
              <a:gd name="T38" fmla="*/ 163 w 344"/>
              <a:gd name="T39" fmla="*/ 52 h 163"/>
              <a:gd name="T40" fmla="*/ 132 w 344"/>
              <a:gd name="T41" fmla="*/ 162 h 163"/>
              <a:gd name="T42" fmla="*/ 113 w 344"/>
              <a:gd name="T43" fmla="*/ 145 h 163"/>
              <a:gd name="T44" fmla="*/ 126 w 344"/>
              <a:gd name="T45" fmla="*/ 52 h 163"/>
              <a:gd name="T46" fmla="*/ 123 w 344"/>
              <a:gd name="T47" fmla="*/ 85 h 163"/>
              <a:gd name="T48" fmla="*/ 122 w 344"/>
              <a:gd name="T49" fmla="*/ 110 h 163"/>
              <a:gd name="T50" fmla="*/ 113 w 344"/>
              <a:gd name="T51" fmla="*/ 70 h 163"/>
              <a:gd name="T52" fmla="*/ 217 w 344"/>
              <a:gd name="T53" fmla="*/ 56 h 163"/>
              <a:gd name="T54" fmla="*/ 229 w 344"/>
              <a:gd name="T55" fmla="*/ 114 h 163"/>
              <a:gd name="T56" fmla="*/ 199 w 344"/>
              <a:gd name="T57" fmla="*/ 136 h 163"/>
              <a:gd name="T58" fmla="*/ 179 w 344"/>
              <a:gd name="T59" fmla="*/ 54 h 163"/>
              <a:gd name="T60" fmla="*/ 217 w 344"/>
              <a:gd name="T61" fmla="*/ 29 h 163"/>
              <a:gd name="T62" fmla="*/ 195 w 344"/>
              <a:gd name="T63" fmla="*/ 7 h 163"/>
              <a:gd name="T64" fmla="*/ 272 w 344"/>
              <a:gd name="T65" fmla="*/ 23 h 163"/>
              <a:gd name="T66" fmla="*/ 255 w 344"/>
              <a:gd name="T67" fmla="*/ 14 h 163"/>
              <a:gd name="T68" fmla="*/ 224 w 344"/>
              <a:gd name="T69" fmla="*/ 97 h 163"/>
              <a:gd name="T70" fmla="*/ 240 w 344"/>
              <a:gd name="T71" fmla="*/ 136 h 163"/>
              <a:gd name="T72" fmla="*/ 273 w 344"/>
              <a:gd name="T73" fmla="*/ 107 h 163"/>
              <a:gd name="T74" fmla="*/ 250 w 344"/>
              <a:gd name="T75" fmla="*/ 150 h 163"/>
              <a:gd name="T76" fmla="*/ 273 w 344"/>
              <a:gd name="T77" fmla="*/ 161 h 163"/>
              <a:gd name="T78" fmla="*/ 286 w 344"/>
              <a:gd name="T79" fmla="*/ 23 h 163"/>
              <a:gd name="T80" fmla="*/ 273 w 344"/>
              <a:gd name="T81" fmla="*/ 98 h 163"/>
              <a:gd name="T82" fmla="*/ 273 w 344"/>
              <a:gd name="T83" fmla="*/ 73 h 163"/>
              <a:gd name="T84" fmla="*/ 273 w 344"/>
              <a:gd name="T85" fmla="*/ 47 h 163"/>
              <a:gd name="T86" fmla="*/ 316 w 344"/>
              <a:gd name="T87" fmla="*/ 2 h 163"/>
              <a:gd name="T88" fmla="*/ 325 w 344"/>
              <a:gd name="T89" fmla="*/ 46 h 163"/>
              <a:gd name="T90" fmla="*/ 342 w 344"/>
              <a:gd name="T91" fmla="*/ 52 h 163"/>
              <a:gd name="T92" fmla="*/ 311 w 344"/>
              <a:gd name="T93" fmla="*/ 162 h 163"/>
              <a:gd name="T94" fmla="*/ 292 w 344"/>
              <a:gd name="T95" fmla="*/ 145 h 163"/>
              <a:gd name="T96" fmla="*/ 305 w 344"/>
              <a:gd name="T97" fmla="*/ 52 h 163"/>
              <a:gd name="T98" fmla="*/ 302 w 344"/>
              <a:gd name="T99" fmla="*/ 85 h 163"/>
              <a:gd name="T100" fmla="*/ 301 w 344"/>
              <a:gd name="T101" fmla="*/ 110 h 163"/>
              <a:gd name="T102" fmla="*/ 292 w 344"/>
              <a:gd name="T103" fmla="*/ 70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344" h="163">
                <a:moveTo>
                  <a:pt x="0" y="54"/>
                </a:moveTo>
                <a:cubicBezTo>
                  <a:pt x="5" y="56"/>
                  <a:pt x="11" y="56"/>
                  <a:pt x="20" y="56"/>
                </a:cubicBezTo>
                <a:cubicBezTo>
                  <a:pt x="22" y="56"/>
                  <a:pt x="22" y="56"/>
                  <a:pt x="22" y="56"/>
                </a:cubicBezTo>
                <a:cubicBezTo>
                  <a:pt x="29" y="48"/>
                  <a:pt x="29" y="48"/>
                  <a:pt x="29" y="48"/>
                </a:cubicBezTo>
                <a:cubicBezTo>
                  <a:pt x="33" y="51"/>
                  <a:pt x="36" y="54"/>
                  <a:pt x="38" y="56"/>
                </a:cubicBezTo>
                <a:cubicBezTo>
                  <a:pt x="38" y="57"/>
                  <a:pt x="39" y="58"/>
                  <a:pt x="39" y="58"/>
                </a:cubicBezTo>
                <a:cubicBezTo>
                  <a:pt x="39" y="59"/>
                  <a:pt x="36" y="61"/>
                  <a:pt x="31" y="64"/>
                </a:cubicBezTo>
                <a:cubicBezTo>
                  <a:pt x="31" y="130"/>
                  <a:pt x="31" y="130"/>
                  <a:pt x="31" y="130"/>
                </a:cubicBezTo>
                <a:cubicBezTo>
                  <a:pt x="33" y="128"/>
                  <a:pt x="35" y="127"/>
                  <a:pt x="37" y="126"/>
                </a:cubicBezTo>
                <a:cubicBezTo>
                  <a:pt x="42" y="121"/>
                  <a:pt x="47" y="118"/>
                  <a:pt x="50" y="114"/>
                </a:cubicBezTo>
                <a:cubicBezTo>
                  <a:pt x="51" y="117"/>
                  <a:pt x="51" y="117"/>
                  <a:pt x="51" y="117"/>
                </a:cubicBezTo>
                <a:cubicBezTo>
                  <a:pt x="49" y="121"/>
                  <a:pt x="46" y="125"/>
                  <a:pt x="43" y="128"/>
                </a:cubicBezTo>
                <a:cubicBezTo>
                  <a:pt x="40" y="133"/>
                  <a:pt x="37" y="137"/>
                  <a:pt x="33" y="141"/>
                </a:cubicBezTo>
                <a:cubicBezTo>
                  <a:pt x="33" y="146"/>
                  <a:pt x="32" y="149"/>
                  <a:pt x="31" y="149"/>
                </a:cubicBezTo>
                <a:cubicBezTo>
                  <a:pt x="30" y="149"/>
                  <a:pt x="27" y="145"/>
                  <a:pt x="20" y="136"/>
                </a:cubicBezTo>
                <a:cubicBezTo>
                  <a:pt x="22" y="136"/>
                  <a:pt x="23" y="135"/>
                  <a:pt x="24" y="134"/>
                </a:cubicBezTo>
                <a:cubicBezTo>
                  <a:pt x="24" y="61"/>
                  <a:pt x="24" y="61"/>
                  <a:pt x="24" y="61"/>
                </a:cubicBezTo>
                <a:cubicBezTo>
                  <a:pt x="20" y="61"/>
                  <a:pt x="20" y="61"/>
                  <a:pt x="20" y="61"/>
                </a:cubicBezTo>
                <a:cubicBezTo>
                  <a:pt x="11" y="61"/>
                  <a:pt x="5" y="61"/>
                  <a:pt x="3" y="62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lose/>
                <a:moveTo>
                  <a:pt x="18" y="5"/>
                </a:moveTo>
                <a:cubicBezTo>
                  <a:pt x="23" y="7"/>
                  <a:pt x="27" y="11"/>
                  <a:pt x="30" y="15"/>
                </a:cubicBezTo>
                <a:cubicBezTo>
                  <a:pt x="33" y="18"/>
                  <a:pt x="35" y="20"/>
                  <a:pt x="36" y="23"/>
                </a:cubicBezTo>
                <a:cubicBezTo>
                  <a:pt x="37" y="25"/>
                  <a:pt x="38" y="27"/>
                  <a:pt x="38" y="29"/>
                </a:cubicBezTo>
                <a:cubicBezTo>
                  <a:pt x="38" y="33"/>
                  <a:pt x="36" y="34"/>
                  <a:pt x="33" y="34"/>
                </a:cubicBezTo>
                <a:cubicBezTo>
                  <a:pt x="32" y="34"/>
                  <a:pt x="31" y="34"/>
                  <a:pt x="31" y="34"/>
                </a:cubicBezTo>
                <a:cubicBezTo>
                  <a:pt x="31" y="33"/>
                  <a:pt x="30" y="32"/>
                  <a:pt x="29" y="29"/>
                </a:cubicBezTo>
                <a:cubicBezTo>
                  <a:pt x="27" y="25"/>
                  <a:pt x="26" y="20"/>
                  <a:pt x="24" y="17"/>
                </a:cubicBezTo>
                <a:cubicBezTo>
                  <a:pt x="22" y="14"/>
                  <a:pt x="19" y="11"/>
                  <a:pt x="16" y="7"/>
                </a:cubicBezTo>
                <a:cubicBezTo>
                  <a:pt x="18" y="5"/>
                  <a:pt x="18" y="5"/>
                  <a:pt x="18" y="5"/>
                </a:cubicBezTo>
                <a:cubicBezTo>
                  <a:pt x="18" y="5"/>
                  <a:pt x="18" y="5"/>
                  <a:pt x="18" y="5"/>
                </a:cubicBezTo>
                <a:close/>
                <a:moveTo>
                  <a:pt x="107" y="23"/>
                </a:moveTo>
                <a:cubicBezTo>
                  <a:pt x="106" y="20"/>
                  <a:pt x="103" y="18"/>
                  <a:pt x="98" y="16"/>
                </a:cubicBezTo>
                <a:cubicBezTo>
                  <a:pt x="98" y="16"/>
                  <a:pt x="98" y="16"/>
                  <a:pt x="93" y="23"/>
                </a:cubicBezTo>
                <a:cubicBezTo>
                  <a:pt x="93" y="23"/>
                  <a:pt x="93" y="23"/>
                  <a:pt x="76" y="23"/>
                </a:cubicBezTo>
                <a:cubicBezTo>
                  <a:pt x="80" y="19"/>
                  <a:pt x="83" y="14"/>
                  <a:pt x="85" y="9"/>
                </a:cubicBezTo>
                <a:cubicBezTo>
                  <a:pt x="90" y="9"/>
                  <a:pt x="94" y="9"/>
                  <a:pt x="94" y="7"/>
                </a:cubicBezTo>
                <a:cubicBezTo>
                  <a:pt x="94" y="5"/>
                  <a:pt x="88" y="3"/>
                  <a:pt x="77" y="0"/>
                </a:cubicBezTo>
                <a:cubicBezTo>
                  <a:pt x="77" y="6"/>
                  <a:pt x="76" y="10"/>
                  <a:pt x="76" y="14"/>
                </a:cubicBezTo>
                <a:cubicBezTo>
                  <a:pt x="75" y="16"/>
                  <a:pt x="74" y="20"/>
                  <a:pt x="73" y="23"/>
                </a:cubicBezTo>
                <a:cubicBezTo>
                  <a:pt x="73" y="23"/>
                  <a:pt x="73" y="23"/>
                  <a:pt x="70" y="23"/>
                </a:cubicBezTo>
                <a:cubicBezTo>
                  <a:pt x="70" y="23"/>
                  <a:pt x="70" y="23"/>
                  <a:pt x="60" y="18"/>
                </a:cubicBezTo>
                <a:cubicBezTo>
                  <a:pt x="60" y="18"/>
                  <a:pt x="60" y="18"/>
                  <a:pt x="60" y="98"/>
                </a:cubicBezTo>
                <a:cubicBezTo>
                  <a:pt x="54" y="98"/>
                  <a:pt x="49" y="98"/>
                  <a:pt x="45" y="97"/>
                </a:cubicBezTo>
                <a:cubicBezTo>
                  <a:pt x="45" y="97"/>
                  <a:pt x="45" y="97"/>
                  <a:pt x="48" y="105"/>
                </a:cubicBezTo>
                <a:cubicBezTo>
                  <a:pt x="50" y="104"/>
                  <a:pt x="56" y="104"/>
                  <a:pt x="65" y="104"/>
                </a:cubicBezTo>
                <a:cubicBezTo>
                  <a:pt x="65" y="104"/>
                  <a:pt x="65" y="104"/>
                  <a:pt x="87" y="104"/>
                </a:cubicBezTo>
                <a:cubicBezTo>
                  <a:pt x="83" y="111"/>
                  <a:pt x="79" y="116"/>
                  <a:pt x="75" y="122"/>
                </a:cubicBezTo>
                <a:cubicBezTo>
                  <a:pt x="71" y="127"/>
                  <a:pt x="66" y="132"/>
                  <a:pt x="61" y="136"/>
                </a:cubicBezTo>
                <a:cubicBezTo>
                  <a:pt x="56" y="142"/>
                  <a:pt x="49" y="148"/>
                  <a:pt x="40" y="154"/>
                </a:cubicBezTo>
                <a:cubicBezTo>
                  <a:pt x="40" y="154"/>
                  <a:pt x="40" y="154"/>
                  <a:pt x="42" y="156"/>
                </a:cubicBezTo>
                <a:cubicBezTo>
                  <a:pt x="51" y="151"/>
                  <a:pt x="60" y="145"/>
                  <a:pt x="66" y="141"/>
                </a:cubicBezTo>
                <a:cubicBezTo>
                  <a:pt x="72" y="135"/>
                  <a:pt x="78" y="129"/>
                  <a:pt x="84" y="123"/>
                </a:cubicBezTo>
                <a:cubicBezTo>
                  <a:pt x="87" y="119"/>
                  <a:pt x="91" y="113"/>
                  <a:pt x="94" y="107"/>
                </a:cubicBezTo>
                <a:cubicBezTo>
                  <a:pt x="94" y="107"/>
                  <a:pt x="94" y="107"/>
                  <a:pt x="94" y="143"/>
                </a:cubicBezTo>
                <a:cubicBezTo>
                  <a:pt x="94" y="145"/>
                  <a:pt x="94" y="148"/>
                  <a:pt x="92" y="148"/>
                </a:cubicBezTo>
                <a:cubicBezTo>
                  <a:pt x="92" y="149"/>
                  <a:pt x="89" y="149"/>
                  <a:pt x="87" y="149"/>
                </a:cubicBezTo>
                <a:cubicBezTo>
                  <a:pt x="82" y="149"/>
                  <a:pt x="77" y="148"/>
                  <a:pt x="71" y="146"/>
                </a:cubicBezTo>
                <a:cubicBezTo>
                  <a:pt x="71" y="146"/>
                  <a:pt x="71" y="146"/>
                  <a:pt x="71" y="150"/>
                </a:cubicBezTo>
                <a:cubicBezTo>
                  <a:pt x="75" y="151"/>
                  <a:pt x="78" y="152"/>
                  <a:pt x="81" y="153"/>
                </a:cubicBezTo>
                <a:cubicBezTo>
                  <a:pt x="83" y="154"/>
                  <a:pt x="85" y="155"/>
                  <a:pt x="87" y="156"/>
                </a:cubicBezTo>
                <a:cubicBezTo>
                  <a:pt x="87" y="157"/>
                  <a:pt x="87" y="158"/>
                  <a:pt x="87" y="159"/>
                </a:cubicBezTo>
                <a:cubicBezTo>
                  <a:pt x="87" y="159"/>
                  <a:pt x="87" y="159"/>
                  <a:pt x="88" y="163"/>
                </a:cubicBezTo>
                <a:cubicBezTo>
                  <a:pt x="89" y="163"/>
                  <a:pt x="92" y="162"/>
                  <a:pt x="94" y="161"/>
                </a:cubicBezTo>
                <a:cubicBezTo>
                  <a:pt x="96" y="159"/>
                  <a:pt x="98" y="158"/>
                  <a:pt x="99" y="156"/>
                </a:cubicBezTo>
                <a:cubicBezTo>
                  <a:pt x="101" y="154"/>
                  <a:pt x="102" y="151"/>
                  <a:pt x="102" y="147"/>
                </a:cubicBezTo>
                <a:cubicBezTo>
                  <a:pt x="102" y="147"/>
                  <a:pt x="102" y="147"/>
                  <a:pt x="102" y="31"/>
                </a:cubicBezTo>
                <a:cubicBezTo>
                  <a:pt x="107" y="28"/>
                  <a:pt x="109" y="26"/>
                  <a:pt x="109" y="25"/>
                </a:cubicBezTo>
                <a:cubicBezTo>
                  <a:pt x="109" y="25"/>
                  <a:pt x="109" y="24"/>
                  <a:pt x="107" y="23"/>
                </a:cubicBezTo>
                <a:close/>
                <a:moveTo>
                  <a:pt x="94" y="98"/>
                </a:moveTo>
                <a:cubicBezTo>
                  <a:pt x="94" y="98"/>
                  <a:pt x="94" y="98"/>
                  <a:pt x="68" y="98"/>
                </a:cubicBezTo>
                <a:cubicBezTo>
                  <a:pt x="68" y="78"/>
                  <a:pt x="68" y="78"/>
                  <a:pt x="68" y="78"/>
                </a:cubicBezTo>
                <a:cubicBezTo>
                  <a:pt x="68" y="78"/>
                  <a:pt x="68" y="78"/>
                  <a:pt x="94" y="78"/>
                </a:cubicBezTo>
                <a:cubicBezTo>
                  <a:pt x="94" y="78"/>
                  <a:pt x="94" y="78"/>
                  <a:pt x="94" y="98"/>
                </a:cubicBezTo>
                <a:close/>
                <a:moveTo>
                  <a:pt x="94" y="73"/>
                </a:moveTo>
                <a:cubicBezTo>
                  <a:pt x="94" y="73"/>
                  <a:pt x="94" y="73"/>
                  <a:pt x="68" y="73"/>
                </a:cubicBezTo>
                <a:cubicBezTo>
                  <a:pt x="68" y="52"/>
                  <a:pt x="68" y="52"/>
                  <a:pt x="68" y="52"/>
                </a:cubicBezTo>
                <a:cubicBezTo>
                  <a:pt x="68" y="52"/>
                  <a:pt x="68" y="52"/>
                  <a:pt x="94" y="52"/>
                </a:cubicBezTo>
                <a:cubicBezTo>
                  <a:pt x="94" y="52"/>
                  <a:pt x="94" y="52"/>
                  <a:pt x="94" y="73"/>
                </a:cubicBezTo>
                <a:close/>
                <a:moveTo>
                  <a:pt x="94" y="47"/>
                </a:moveTo>
                <a:cubicBezTo>
                  <a:pt x="94" y="47"/>
                  <a:pt x="94" y="47"/>
                  <a:pt x="68" y="47"/>
                </a:cubicBezTo>
                <a:cubicBezTo>
                  <a:pt x="68" y="28"/>
                  <a:pt x="68" y="28"/>
                  <a:pt x="68" y="28"/>
                </a:cubicBezTo>
                <a:cubicBezTo>
                  <a:pt x="68" y="28"/>
                  <a:pt x="68" y="28"/>
                  <a:pt x="94" y="28"/>
                </a:cubicBezTo>
                <a:cubicBezTo>
                  <a:pt x="94" y="28"/>
                  <a:pt x="94" y="28"/>
                  <a:pt x="94" y="47"/>
                </a:cubicBezTo>
                <a:close/>
                <a:moveTo>
                  <a:pt x="105" y="44"/>
                </a:moveTo>
                <a:cubicBezTo>
                  <a:pt x="110" y="45"/>
                  <a:pt x="117" y="46"/>
                  <a:pt x="126" y="46"/>
                </a:cubicBezTo>
                <a:cubicBezTo>
                  <a:pt x="138" y="46"/>
                  <a:pt x="138" y="46"/>
                  <a:pt x="138" y="46"/>
                </a:cubicBezTo>
                <a:cubicBezTo>
                  <a:pt x="138" y="16"/>
                  <a:pt x="138" y="16"/>
                  <a:pt x="138" y="16"/>
                </a:cubicBezTo>
                <a:cubicBezTo>
                  <a:pt x="138" y="9"/>
                  <a:pt x="137" y="5"/>
                  <a:pt x="137" y="2"/>
                </a:cubicBezTo>
                <a:cubicBezTo>
                  <a:pt x="143" y="3"/>
                  <a:pt x="149" y="5"/>
                  <a:pt x="154" y="7"/>
                </a:cubicBezTo>
                <a:cubicBezTo>
                  <a:pt x="155" y="7"/>
                  <a:pt x="156" y="7"/>
                  <a:pt x="156" y="8"/>
                </a:cubicBezTo>
                <a:cubicBezTo>
                  <a:pt x="156" y="9"/>
                  <a:pt x="155" y="10"/>
                  <a:pt x="154" y="11"/>
                </a:cubicBezTo>
                <a:cubicBezTo>
                  <a:pt x="151" y="12"/>
                  <a:pt x="149" y="12"/>
                  <a:pt x="146" y="13"/>
                </a:cubicBezTo>
                <a:cubicBezTo>
                  <a:pt x="146" y="46"/>
                  <a:pt x="146" y="46"/>
                  <a:pt x="146" y="46"/>
                </a:cubicBezTo>
                <a:cubicBezTo>
                  <a:pt x="147" y="46"/>
                  <a:pt x="147" y="46"/>
                  <a:pt x="147" y="46"/>
                </a:cubicBezTo>
                <a:cubicBezTo>
                  <a:pt x="154" y="38"/>
                  <a:pt x="154" y="38"/>
                  <a:pt x="154" y="38"/>
                </a:cubicBezTo>
                <a:cubicBezTo>
                  <a:pt x="158" y="41"/>
                  <a:pt x="161" y="44"/>
                  <a:pt x="164" y="47"/>
                </a:cubicBezTo>
                <a:cubicBezTo>
                  <a:pt x="165" y="47"/>
                  <a:pt x="165" y="47"/>
                  <a:pt x="165" y="48"/>
                </a:cubicBezTo>
                <a:cubicBezTo>
                  <a:pt x="165" y="50"/>
                  <a:pt x="165" y="52"/>
                  <a:pt x="163" y="52"/>
                </a:cubicBezTo>
                <a:cubicBezTo>
                  <a:pt x="146" y="52"/>
                  <a:pt x="146" y="52"/>
                  <a:pt x="146" y="52"/>
                </a:cubicBezTo>
                <a:cubicBezTo>
                  <a:pt x="146" y="146"/>
                  <a:pt x="146" y="146"/>
                  <a:pt x="146" y="146"/>
                </a:cubicBezTo>
                <a:cubicBezTo>
                  <a:pt x="146" y="150"/>
                  <a:pt x="145" y="153"/>
                  <a:pt x="143" y="155"/>
                </a:cubicBezTo>
                <a:cubicBezTo>
                  <a:pt x="142" y="157"/>
                  <a:pt x="141" y="159"/>
                  <a:pt x="138" y="160"/>
                </a:cubicBezTo>
                <a:cubicBezTo>
                  <a:pt x="136" y="161"/>
                  <a:pt x="134" y="162"/>
                  <a:pt x="132" y="162"/>
                </a:cubicBezTo>
                <a:cubicBezTo>
                  <a:pt x="132" y="159"/>
                  <a:pt x="132" y="159"/>
                  <a:pt x="132" y="159"/>
                </a:cubicBezTo>
                <a:cubicBezTo>
                  <a:pt x="132" y="157"/>
                  <a:pt x="131" y="156"/>
                  <a:pt x="130" y="156"/>
                </a:cubicBezTo>
                <a:cubicBezTo>
                  <a:pt x="130" y="154"/>
                  <a:pt x="127" y="153"/>
                  <a:pt x="124" y="152"/>
                </a:cubicBezTo>
                <a:cubicBezTo>
                  <a:pt x="121" y="151"/>
                  <a:pt x="117" y="150"/>
                  <a:pt x="113" y="150"/>
                </a:cubicBezTo>
                <a:cubicBezTo>
                  <a:pt x="113" y="145"/>
                  <a:pt x="113" y="145"/>
                  <a:pt x="113" y="145"/>
                </a:cubicBezTo>
                <a:cubicBezTo>
                  <a:pt x="119" y="148"/>
                  <a:pt x="125" y="148"/>
                  <a:pt x="131" y="148"/>
                </a:cubicBezTo>
                <a:cubicBezTo>
                  <a:pt x="134" y="148"/>
                  <a:pt x="135" y="148"/>
                  <a:pt x="136" y="148"/>
                </a:cubicBezTo>
                <a:cubicBezTo>
                  <a:pt x="137" y="147"/>
                  <a:pt x="138" y="145"/>
                  <a:pt x="138" y="142"/>
                </a:cubicBezTo>
                <a:cubicBezTo>
                  <a:pt x="138" y="52"/>
                  <a:pt x="138" y="52"/>
                  <a:pt x="138" y="52"/>
                </a:cubicBezTo>
                <a:cubicBezTo>
                  <a:pt x="126" y="52"/>
                  <a:pt x="126" y="52"/>
                  <a:pt x="126" y="52"/>
                </a:cubicBezTo>
                <a:cubicBezTo>
                  <a:pt x="118" y="52"/>
                  <a:pt x="112" y="52"/>
                  <a:pt x="109" y="52"/>
                </a:cubicBezTo>
                <a:cubicBezTo>
                  <a:pt x="105" y="44"/>
                  <a:pt x="105" y="44"/>
                  <a:pt x="105" y="44"/>
                </a:cubicBezTo>
                <a:cubicBezTo>
                  <a:pt x="105" y="44"/>
                  <a:pt x="105" y="44"/>
                  <a:pt x="105" y="44"/>
                </a:cubicBezTo>
                <a:close/>
                <a:moveTo>
                  <a:pt x="113" y="70"/>
                </a:moveTo>
                <a:cubicBezTo>
                  <a:pt x="117" y="75"/>
                  <a:pt x="121" y="80"/>
                  <a:pt x="123" y="85"/>
                </a:cubicBezTo>
                <a:cubicBezTo>
                  <a:pt x="125" y="88"/>
                  <a:pt x="127" y="92"/>
                  <a:pt x="127" y="96"/>
                </a:cubicBezTo>
                <a:cubicBezTo>
                  <a:pt x="129" y="99"/>
                  <a:pt x="130" y="101"/>
                  <a:pt x="130" y="104"/>
                </a:cubicBezTo>
                <a:cubicBezTo>
                  <a:pt x="130" y="105"/>
                  <a:pt x="129" y="107"/>
                  <a:pt x="128" y="108"/>
                </a:cubicBezTo>
                <a:cubicBezTo>
                  <a:pt x="127" y="110"/>
                  <a:pt x="126" y="110"/>
                  <a:pt x="125" y="110"/>
                </a:cubicBezTo>
                <a:cubicBezTo>
                  <a:pt x="124" y="110"/>
                  <a:pt x="123" y="110"/>
                  <a:pt x="122" y="110"/>
                </a:cubicBezTo>
                <a:cubicBezTo>
                  <a:pt x="121" y="108"/>
                  <a:pt x="121" y="107"/>
                  <a:pt x="121" y="105"/>
                </a:cubicBezTo>
                <a:cubicBezTo>
                  <a:pt x="120" y="97"/>
                  <a:pt x="119" y="91"/>
                  <a:pt x="118" y="87"/>
                </a:cubicBezTo>
                <a:cubicBezTo>
                  <a:pt x="116" y="83"/>
                  <a:pt x="114" y="78"/>
                  <a:pt x="111" y="72"/>
                </a:cubicBezTo>
                <a:cubicBezTo>
                  <a:pt x="113" y="70"/>
                  <a:pt x="113" y="70"/>
                  <a:pt x="113" y="70"/>
                </a:cubicBezTo>
                <a:cubicBezTo>
                  <a:pt x="113" y="70"/>
                  <a:pt x="113" y="70"/>
                  <a:pt x="113" y="70"/>
                </a:cubicBezTo>
                <a:close/>
                <a:moveTo>
                  <a:pt x="179" y="54"/>
                </a:moveTo>
                <a:cubicBezTo>
                  <a:pt x="184" y="56"/>
                  <a:pt x="190" y="56"/>
                  <a:pt x="199" y="56"/>
                </a:cubicBezTo>
                <a:cubicBezTo>
                  <a:pt x="201" y="56"/>
                  <a:pt x="201" y="56"/>
                  <a:pt x="201" y="56"/>
                </a:cubicBezTo>
                <a:cubicBezTo>
                  <a:pt x="208" y="48"/>
                  <a:pt x="208" y="48"/>
                  <a:pt x="208" y="48"/>
                </a:cubicBezTo>
                <a:cubicBezTo>
                  <a:pt x="212" y="51"/>
                  <a:pt x="215" y="54"/>
                  <a:pt x="217" y="56"/>
                </a:cubicBezTo>
                <a:cubicBezTo>
                  <a:pt x="217" y="57"/>
                  <a:pt x="218" y="58"/>
                  <a:pt x="218" y="58"/>
                </a:cubicBezTo>
                <a:cubicBezTo>
                  <a:pt x="218" y="59"/>
                  <a:pt x="215" y="61"/>
                  <a:pt x="210" y="64"/>
                </a:cubicBezTo>
                <a:cubicBezTo>
                  <a:pt x="210" y="130"/>
                  <a:pt x="210" y="130"/>
                  <a:pt x="210" y="130"/>
                </a:cubicBezTo>
                <a:cubicBezTo>
                  <a:pt x="213" y="128"/>
                  <a:pt x="214" y="127"/>
                  <a:pt x="215" y="126"/>
                </a:cubicBezTo>
                <a:cubicBezTo>
                  <a:pt x="222" y="121"/>
                  <a:pt x="226" y="118"/>
                  <a:pt x="229" y="114"/>
                </a:cubicBezTo>
                <a:cubicBezTo>
                  <a:pt x="230" y="117"/>
                  <a:pt x="230" y="117"/>
                  <a:pt x="230" y="117"/>
                </a:cubicBezTo>
                <a:cubicBezTo>
                  <a:pt x="228" y="121"/>
                  <a:pt x="225" y="125"/>
                  <a:pt x="222" y="128"/>
                </a:cubicBezTo>
                <a:cubicBezTo>
                  <a:pt x="219" y="133"/>
                  <a:pt x="215" y="137"/>
                  <a:pt x="212" y="141"/>
                </a:cubicBezTo>
                <a:cubicBezTo>
                  <a:pt x="212" y="146"/>
                  <a:pt x="211" y="149"/>
                  <a:pt x="210" y="149"/>
                </a:cubicBezTo>
                <a:cubicBezTo>
                  <a:pt x="209" y="149"/>
                  <a:pt x="206" y="145"/>
                  <a:pt x="199" y="136"/>
                </a:cubicBezTo>
                <a:cubicBezTo>
                  <a:pt x="201" y="136"/>
                  <a:pt x="202" y="135"/>
                  <a:pt x="203" y="134"/>
                </a:cubicBezTo>
                <a:cubicBezTo>
                  <a:pt x="203" y="61"/>
                  <a:pt x="203" y="61"/>
                  <a:pt x="203" y="61"/>
                </a:cubicBezTo>
                <a:cubicBezTo>
                  <a:pt x="199" y="61"/>
                  <a:pt x="199" y="61"/>
                  <a:pt x="199" y="61"/>
                </a:cubicBezTo>
                <a:cubicBezTo>
                  <a:pt x="190" y="61"/>
                  <a:pt x="184" y="61"/>
                  <a:pt x="182" y="62"/>
                </a:cubicBezTo>
                <a:cubicBezTo>
                  <a:pt x="179" y="54"/>
                  <a:pt x="179" y="54"/>
                  <a:pt x="179" y="54"/>
                </a:cubicBezTo>
                <a:cubicBezTo>
                  <a:pt x="179" y="54"/>
                  <a:pt x="179" y="54"/>
                  <a:pt x="179" y="54"/>
                </a:cubicBezTo>
                <a:close/>
                <a:moveTo>
                  <a:pt x="197" y="5"/>
                </a:moveTo>
                <a:cubicBezTo>
                  <a:pt x="202" y="7"/>
                  <a:pt x="206" y="11"/>
                  <a:pt x="209" y="15"/>
                </a:cubicBezTo>
                <a:cubicBezTo>
                  <a:pt x="212" y="18"/>
                  <a:pt x="214" y="20"/>
                  <a:pt x="215" y="23"/>
                </a:cubicBezTo>
                <a:cubicBezTo>
                  <a:pt x="216" y="25"/>
                  <a:pt x="217" y="27"/>
                  <a:pt x="217" y="29"/>
                </a:cubicBezTo>
                <a:cubicBezTo>
                  <a:pt x="217" y="33"/>
                  <a:pt x="215" y="34"/>
                  <a:pt x="212" y="34"/>
                </a:cubicBezTo>
                <a:cubicBezTo>
                  <a:pt x="211" y="34"/>
                  <a:pt x="210" y="34"/>
                  <a:pt x="210" y="34"/>
                </a:cubicBezTo>
                <a:cubicBezTo>
                  <a:pt x="209" y="33"/>
                  <a:pt x="209" y="32"/>
                  <a:pt x="208" y="29"/>
                </a:cubicBezTo>
                <a:cubicBezTo>
                  <a:pt x="206" y="25"/>
                  <a:pt x="205" y="20"/>
                  <a:pt x="203" y="17"/>
                </a:cubicBezTo>
                <a:cubicBezTo>
                  <a:pt x="201" y="14"/>
                  <a:pt x="198" y="11"/>
                  <a:pt x="195" y="7"/>
                </a:cubicBezTo>
                <a:cubicBezTo>
                  <a:pt x="197" y="5"/>
                  <a:pt x="197" y="5"/>
                  <a:pt x="197" y="5"/>
                </a:cubicBezTo>
                <a:cubicBezTo>
                  <a:pt x="197" y="5"/>
                  <a:pt x="197" y="5"/>
                  <a:pt x="197" y="5"/>
                </a:cubicBezTo>
                <a:close/>
                <a:moveTo>
                  <a:pt x="286" y="23"/>
                </a:moveTo>
                <a:cubicBezTo>
                  <a:pt x="285" y="20"/>
                  <a:pt x="282" y="18"/>
                  <a:pt x="277" y="16"/>
                </a:cubicBezTo>
                <a:cubicBezTo>
                  <a:pt x="277" y="16"/>
                  <a:pt x="277" y="16"/>
                  <a:pt x="272" y="23"/>
                </a:cubicBezTo>
                <a:cubicBezTo>
                  <a:pt x="272" y="23"/>
                  <a:pt x="272" y="23"/>
                  <a:pt x="255" y="23"/>
                </a:cubicBezTo>
                <a:cubicBezTo>
                  <a:pt x="259" y="19"/>
                  <a:pt x="261" y="14"/>
                  <a:pt x="263" y="9"/>
                </a:cubicBezTo>
                <a:cubicBezTo>
                  <a:pt x="269" y="9"/>
                  <a:pt x="273" y="9"/>
                  <a:pt x="273" y="7"/>
                </a:cubicBezTo>
                <a:cubicBezTo>
                  <a:pt x="273" y="5"/>
                  <a:pt x="267" y="3"/>
                  <a:pt x="256" y="0"/>
                </a:cubicBezTo>
                <a:cubicBezTo>
                  <a:pt x="256" y="6"/>
                  <a:pt x="255" y="10"/>
                  <a:pt x="255" y="14"/>
                </a:cubicBezTo>
                <a:cubicBezTo>
                  <a:pt x="254" y="16"/>
                  <a:pt x="253" y="20"/>
                  <a:pt x="251" y="23"/>
                </a:cubicBezTo>
                <a:cubicBezTo>
                  <a:pt x="251" y="23"/>
                  <a:pt x="251" y="23"/>
                  <a:pt x="249" y="23"/>
                </a:cubicBezTo>
                <a:cubicBezTo>
                  <a:pt x="249" y="23"/>
                  <a:pt x="249" y="23"/>
                  <a:pt x="239" y="18"/>
                </a:cubicBezTo>
                <a:cubicBezTo>
                  <a:pt x="239" y="18"/>
                  <a:pt x="239" y="18"/>
                  <a:pt x="239" y="98"/>
                </a:cubicBezTo>
                <a:cubicBezTo>
                  <a:pt x="233" y="98"/>
                  <a:pt x="228" y="98"/>
                  <a:pt x="224" y="97"/>
                </a:cubicBezTo>
                <a:cubicBezTo>
                  <a:pt x="224" y="97"/>
                  <a:pt x="224" y="97"/>
                  <a:pt x="227" y="105"/>
                </a:cubicBezTo>
                <a:cubicBezTo>
                  <a:pt x="229" y="104"/>
                  <a:pt x="235" y="104"/>
                  <a:pt x="244" y="104"/>
                </a:cubicBezTo>
                <a:cubicBezTo>
                  <a:pt x="244" y="104"/>
                  <a:pt x="244" y="104"/>
                  <a:pt x="266" y="104"/>
                </a:cubicBezTo>
                <a:cubicBezTo>
                  <a:pt x="262" y="111"/>
                  <a:pt x="258" y="116"/>
                  <a:pt x="254" y="122"/>
                </a:cubicBezTo>
                <a:cubicBezTo>
                  <a:pt x="250" y="127"/>
                  <a:pt x="245" y="132"/>
                  <a:pt x="240" y="136"/>
                </a:cubicBezTo>
                <a:cubicBezTo>
                  <a:pt x="235" y="142"/>
                  <a:pt x="228" y="148"/>
                  <a:pt x="219" y="154"/>
                </a:cubicBezTo>
                <a:cubicBezTo>
                  <a:pt x="219" y="154"/>
                  <a:pt x="219" y="154"/>
                  <a:pt x="221" y="156"/>
                </a:cubicBezTo>
                <a:cubicBezTo>
                  <a:pt x="230" y="151"/>
                  <a:pt x="239" y="145"/>
                  <a:pt x="245" y="141"/>
                </a:cubicBezTo>
                <a:cubicBezTo>
                  <a:pt x="251" y="135"/>
                  <a:pt x="257" y="129"/>
                  <a:pt x="262" y="123"/>
                </a:cubicBezTo>
                <a:cubicBezTo>
                  <a:pt x="266" y="119"/>
                  <a:pt x="270" y="113"/>
                  <a:pt x="273" y="107"/>
                </a:cubicBezTo>
                <a:cubicBezTo>
                  <a:pt x="273" y="107"/>
                  <a:pt x="273" y="107"/>
                  <a:pt x="273" y="143"/>
                </a:cubicBezTo>
                <a:cubicBezTo>
                  <a:pt x="273" y="145"/>
                  <a:pt x="273" y="148"/>
                  <a:pt x="271" y="148"/>
                </a:cubicBezTo>
                <a:cubicBezTo>
                  <a:pt x="271" y="149"/>
                  <a:pt x="268" y="149"/>
                  <a:pt x="266" y="149"/>
                </a:cubicBezTo>
                <a:cubicBezTo>
                  <a:pt x="261" y="149"/>
                  <a:pt x="255" y="148"/>
                  <a:pt x="250" y="146"/>
                </a:cubicBezTo>
                <a:cubicBezTo>
                  <a:pt x="250" y="146"/>
                  <a:pt x="250" y="146"/>
                  <a:pt x="250" y="150"/>
                </a:cubicBezTo>
                <a:cubicBezTo>
                  <a:pt x="254" y="151"/>
                  <a:pt x="257" y="152"/>
                  <a:pt x="260" y="153"/>
                </a:cubicBezTo>
                <a:cubicBezTo>
                  <a:pt x="262" y="154"/>
                  <a:pt x="264" y="155"/>
                  <a:pt x="266" y="156"/>
                </a:cubicBezTo>
                <a:cubicBezTo>
                  <a:pt x="266" y="157"/>
                  <a:pt x="266" y="158"/>
                  <a:pt x="266" y="159"/>
                </a:cubicBezTo>
                <a:cubicBezTo>
                  <a:pt x="266" y="159"/>
                  <a:pt x="266" y="159"/>
                  <a:pt x="267" y="163"/>
                </a:cubicBezTo>
                <a:cubicBezTo>
                  <a:pt x="268" y="163"/>
                  <a:pt x="271" y="162"/>
                  <a:pt x="273" y="161"/>
                </a:cubicBezTo>
                <a:cubicBezTo>
                  <a:pt x="275" y="159"/>
                  <a:pt x="277" y="158"/>
                  <a:pt x="278" y="156"/>
                </a:cubicBezTo>
                <a:cubicBezTo>
                  <a:pt x="280" y="154"/>
                  <a:pt x="281" y="151"/>
                  <a:pt x="281" y="147"/>
                </a:cubicBezTo>
                <a:cubicBezTo>
                  <a:pt x="281" y="147"/>
                  <a:pt x="281" y="147"/>
                  <a:pt x="281" y="31"/>
                </a:cubicBezTo>
                <a:cubicBezTo>
                  <a:pt x="286" y="28"/>
                  <a:pt x="288" y="26"/>
                  <a:pt x="288" y="25"/>
                </a:cubicBezTo>
                <a:cubicBezTo>
                  <a:pt x="288" y="25"/>
                  <a:pt x="288" y="24"/>
                  <a:pt x="286" y="23"/>
                </a:cubicBezTo>
                <a:close/>
                <a:moveTo>
                  <a:pt x="273" y="98"/>
                </a:moveTo>
                <a:cubicBezTo>
                  <a:pt x="273" y="98"/>
                  <a:pt x="273" y="98"/>
                  <a:pt x="247" y="98"/>
                </a:cubicBezTo>
                <a:cubicBezTo>
                  <a:pt x="247" y="78"/>
                  <a:pt x="247" y="78"/>
                  <a:pt x="247" y="78"/>
                </a:cubicBezTo>
                <a:cubicBezTo>
                  <a:pt x="247" y="78"/>
                  <a:pt x="247" y="78"/>
                  <a:pt x="273" y="78"/>
                </a:cubicBezTo>
                <a:cubicBezTo>
                  <a:pt x="273" y="78"/>
                  <a:pt x="273" y="78"/>
                  <a:pt x="273" y="98"/>
                </a:cubicBezTo>
                <a:close/>
                <a:moveTo>
                  <a:pt x="273" y="73"/>
                </a:moveTo>
                <a:cubicBezTo>
                  <a:pt x="273" y="73"/>
                  <a:pt x="273" y="73"/>
                  <a:pt x="247" y="73"/>
                </a:cubicBezTo>
                <a:cubicBezTo>
                  <a:pt x="247" y="52"/>
                  <a:pt x="247" y="52"/>
                  <a:pt x="247" y="52"/>
                </a:cubicBezTo>
                <a:cubicBezTo>
                  <a:pt x="247" y="52"/>
                  <a:pt x="247" y="52"/>
                  <a:pt x="273" y="52"/>
                </a:cubicBezTo>
                <a:cubicBezTo>
                  <a:pt x="273" y="52"/>
                  <a:pt x="273" y="52"/>
                  <a:pt x="273" y="73"/>
                </a:cubicBezTo>
                <a:close/>
                <a:moveTo>
                  <a:pt x="273" y="47"/>
                </a:moveTo>
                <a:cubicBezTo>
                  <a:pt x="273" y="47"/>
                  <a:pt x="273" y="47"/>
                  <a:pt x="247" y="47"/>
                </a:cubicBezTo>
                <a:cubicBezTo>
                  <a:pt x="247" y="28"/>
                  <a:pt x="247" y="28"/>
                  <a:pt x="247" y="28"/>
                </a:cubicBezTo>
                <a:cubicBezTo>
                  <a:pt x="247" y="28"/>
                  <a:pt x="247" y="28"/>
                  <a:pt x="273" y="28"/>
                </a:cubicBezTo>
                <a:cubicBezTo>
                  <a:pt x="273" y="28"/>
                  <a:pt x="273" y="28"/>
                  <a:pt x="273" y="47"/>
                </a:cubicBezTo>
                <a:close/>
                <a:moveTo>
                  <a:pt x="284" y="44"/>
                </a:moveTo>
                <a:cubicBezTo>
                  <a:pt x="289" y="45"/>
                  <a:pt x="296" y="46"/>
                  <a:pt x="305" y="46"/>
                </a:cubicBezTo>
                <a:cubicBezTo>
                  <a:pt x="317" y="46"/>
                  <a:pt x="317" y="46"/>
                  <a:pt x="317" y="46"/>
                </a:cubicBezTo>
                <a:cubicBezTo>
                  <a:pt x="317" y="16"/>
                  <a:pt x="317" y="16"/>
                  <a:pt x="317" y="16"/>
                </a:cubicBezTo>
                <a:cubicBezTo>
                  <a:pt x="317" y="9"/>
                  <a:pt x="316" y="5"/>
                  <a:pt x="316" y="2"/>
                </a:cubicBezTo>
                <a:cubicBezTo>
                  <a:pt x="322" y="3"/>
                  <a:pt x="328" y="5"/>
                  <a:pt x="333" y="7"/>
                </a:cubicBezTo>
                <a:cubicBezTo>
                  <a:pt x="334" y="7"/>
                  <a:pt x="335" y="7"/>
                  <a:pt x="335" y="8"/>
                </a:cubicBezTo>
                <a:cubicBezTo>
                  <a:pt x="335" y="9"/>
                  <a:pt x="334" y="10"/>
                  <a:pt x="333" y="11"/>
                </a:cubicBezTo>
                <a:cubicBezTo>
                  <a:pt x="330" y="12"/>
                  <a:pt x="328" y="12"/>
                  <a:pt x="325" y="13"/>
                </a:cubicBezTo>
                <a:cubicBezTo>
                  <a:pt x="325" y="46"/>
                  <a:pt x="325" y="46"/>
                  <a:pt x="325" y="46"/>
                </a:cubicBezTo>
                <a:cubicBezTo>
                  <a:pt x="326" y="46"/>
                  <a:pt x="326" y="46"/>
                  <a:pt x="326" y="46"/>
                </a:cubicBezTo>
                <a:cubicBezTo>
                  <a:pt x="333" y="38"/>
                  <a:pt x="333" y="38"/>
                  <a:pt x="333" y="38"/>
                </a:cubicBezTo>
                <a:cubicBezTo>
                  <a:pt x="336" y="41"/>
                  <a:pt x="340" y="44"/>
                  <a:pt x="343" y="47"/>
                </a:cubicBezTo>
                <a:cubicBezTo>
                  <a:pt x="344" y="47"/>
                  <a:pt x="344" y="47"/>
                  <a:pt x="344" y="48"/>
                </a:cubicBezTo>
                <a:cubicBezTo>
                  <a:pt x="344" y="50"/>
                  <a:pt x="344" y="52"/>
                  <a:pt x="342" y="52"/>
                </a:cubicBezTo>
                <a:cubicBezTo>
                  <a:pt x="325" y="52"/>
                  <a:pt x="325" y="52"/>
                  <a:pt x="325" y="52"/>
                </a:cubicBezTo>
                <a:cubicBezTo>
                  <a:pt x="325" y="146"/>
                  <a:pt x="325" y="146"/>
                  <a:pt x="325" y="146"/>
                </a:cubicBezTo>
                <a:cubicBezTo>
                  <a:pt x="325" y="150"/>
                  <a:pt x="324" y="153"/>
                  <a:pt x="322" y="155"/>
                </a:cubicBezTo>
                <a:cubicBezTo>
                  <a:pt x="321" y="157"/>
                  <a:pt x="320" y="159"/>
                  <a:pt x="317" y="160"/>
                </a:cubicBezTo>
                <a:cubicBezTo>
                  <a:pt x="315" y="161"/>
                  <a:pt x="313" y="162"/>
                  <a:pt x="311" y="162"/>
                </a:cubicBezTo>
                <a:cubicBezTo>
                  <a:pt x="311" y="159"/>
                  <a:pt x="311" y="159"/>
                  <a:pt x="311" y="159"/>
                </a:cubicBezTo>
                <a:cubicBezTo>
                  <a:pt x="311" y="157"/>
                  <a:pt x="310" y="156"/>
                  <a:pt x="309" y="156"/>
                </a:cubicBezTo>
                <a:cubicBezTo>
                  <a:pt x="308" y="154"/>
                  <a:pt x="306" y="153"/>
                  <a:pt x="303" y="152"/>
                </a:cubicBezTo>
                <a:cubicBezTo>
                  <a:pt x="300" y="151"/>
                  <a:pt x="296" y="150"/>
                  <a:pt x="292" y="150"/>
                </a:cubicBezTo>
                <a:cubicBezTo>
                  <a:pt x="292" y="145"/>
                  <a:pt x="292" y="145"/>
                  <a:pt x="292" y="145"/>
                </a:cubicBezTo>
                <a:cubicBezTo>
                  <a:pt x="298" y="148"/>
                  <a:pt x="304" y="148"/>
                  <a:pt x="309" y="148"/>
                </a:cubicBezTo>
                <a:cubicBezTo>
                  <a:pt x="313" y="148"/>
                  <a:pt x="314" y="148"/>
                  <a:pt x="315" y="148"/>
                </a:cubicBezTo>
                <a:cubicBezTo>
                  <a:pt x="316" y="147"/>
                  <a:pt x="317" y="145"/>
                  <a:pt x="317" y="142"/>
                </a:cubicBezTo>
                <a:cubicBezTo>
                  <a:pt x="317" y="52"/>
                  <a:pt x="317" y="52"/>
                  <a:pt x="317" y="52"/>
                </a:cubicBezTo>
                <a:cubicBezTo>
                  <a:pt x="305" y="52"/>
                  <a:pt x="305" y="52"/>
                  <a:pt x="305" y="52"/>
                </a:cubicBezTo>
                <a:cubicBezTo>
                  <a:pt x="297" y="52"/>
                  <a:pt x="291" y="52"/>
                  <a:pt x="288" y="52"/>
                </a:cubicBezTo>
                <a:cubicBezTo>
                  <a:pt x="284" y="44"/>
                  <a:pt x="284" y="44"/>
                  <a:pt x="284" y="44"/>
                </a:cubicBezTo>
                <a:cubicBezTo>
                  <a:pt x="284" y="44"/>
                  <a:pt x="284" y="44"/>
                  <a:pt x="284" y="44"/>
                </a:cubicBezTo>
                <a:close/>
                <a:moveTo>
                  <a:pt x="292" y="70"/>
                </a:moveTo>
                <a:cubicBezTo>
                  <a:pt x="296" y="75"/>
                  <a:pt x="300" y="80"/>
                  <a:pt x="302" y="85"/>
                </a:cubicBezTo>
                <a:cubicBezTo>
                  <a:pt x="304" y="88"/>
                  <a:pt x="306" y="92"/>
                  <a:pt x="306" y="96"/>
                </a:cubicBezTo>
                <a:cubicBezTo>
                  <a:pt x="308" y="99"/>
                  <a:pt x="308" y="101"/>
                  <a:pt x="308" y="104"/>
                </a:cubicBezTo>
                <a:cubicBezTo>
                  <a:pt x="308" y="105"/>
                  <a:pt x="308" y="107"/>
                  <a:pt x="307" y="108"/>
                </a:cubicBezTo>
                <a:cubicBezTo>
                  <a:pt x="306" y="110"/>
                  <a:pt x="305" y="110"/>
                  <a:pt x="304" y="110"/>
                </a:cubicBezTo>
                <a:cubicBezTo>
                  <a:pt x="303" y="110"/>
                  <a:pt x="302" y="110"/>
                  <a:pt x="301" y="110"/>
                </a:cubicBezTo>
                <a:cubicBezTo>
                  <a:pt x="300" y="108"/>
                  <a:pt x="300" y="107"/>
                  <a:pt x="300" y="105"/>
                </a:cubicBezTo>
                <a:cubicBezTo>
                  <a:pt x="299" y="97"/>
                  <a:pt x="298" y="91"/>
                  <a:pt x="297" y="87"/>
                </a:cubicBezTo>
                <a:cubicBezTo>
                  <a:pt x="295" y="83"/>
                  <a:pt x="293" y="78"/>
                  <a:pt x="290" y="72"/>
                </a:cubicBezTo>
                <a:cubicBezTo>
                  <a:pt x="292" y="70"/>
                  <a:pt x="292" y="70"/>
                  <a:pt x="292" y="70"/>
                </a:cubicBezTo>
                <a:cubicBezTo>
                  <a:pt x="292" y="70"/>
                  <a:pt x="292" y="70"/>
                  <a:pt x="292" y="7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16" name="Freeform 231">
            <a:extLst>
              <a:ext uri="{FF2B5EF4-FFF2-40B4-BE49-F238E27FC236}">
                <a16:creationId xmlns:a16="http://schemas.microsoft.com/office/drawing/2014/main" id="{C26B8CDC-01BB-7371-0A30-9102F8850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9231197" y="2608377"/>
            <a:ext cx="1791752" cy="319999"/>
          </a:xfrm>
          <a:custGeom>
            <a:avLst/>
            <a:gdLst>
              <a:gd name="T0" fmla="*/ 22 w 632"/>
              <a:gd name="T1" fmla="*/ 21 h 113"/>
              <a:gd name="T2" fmla="*/ 50 w 632"/>
              <a:gd name="T3" fmla="*/ 21 h 113"/>
              <a:gd name="T4" fmla="*/ 99 w 632"/>
              <a:gd name="T5" fmla="*/ 15 h 113"/>
              <a:gd name="T6" fmla="*/ 97 w 632"/>
              <a:gd name="T7" fmla="*/ 49 h 113"/>
              <a:gd name="T8" fmla="*/ 101 w 632"/>
              <a:gd name="T9" fmla="*/ 84 h 113"/>
              <a:gd name="T10" fmla="*/ 118 w 632"/>
              <a:gd name="T11" fmla="*/ 82 h 113"/>
              <a:gd name="T12" fmla="*/ 145 w 632"/>
              <a:gd name="T13" fmla="*/ 82 h 113"/>
              <a:gd name="T14" fmla="*/ 140 w 632"/>
              <a:gd name="T15" fmla="*/ 59 h 113"/>
              <a:gd name="T16" fmla="*/ 115 w 632"/>
              <a:gd name="T17" fmla="*/ 40 h 113"/>
              <a:gd name="T18" fmla="*/ 129 w 632"/>
              <a:gd name="T19" fmla="*/ 15 h 113"/>
              <a:gd name="T20" fmla="*/ 138 w 632"/>
              <a:gd name="T21" fmla="*/ 20 h 113"/>
              <a:gd name="T22" fmla="*/ 121 w 632"/>
              <a:gd name="T23" fmla="*/ 32 h 113"/>
              <a:gd name="T24" fmla="*/ 138 w 632"/>
              <a:gd name="T25" fmla="*/ 50 h 113"/>
              <a:gd name="T26" fmla="*/ 157 w 632"/>
              <a:gd name="T27" fmla="*/ 71 h 113"/>
              <a:gd name="T28" fmla="*/ 132 w 632"/>
              <a:gd name="T29" fmla="*/ 91 h 113"/>
              <a:gd name="T30" fmla="*/ 114 w 632"/>
              <a:gd name="T31" fmla="*/ 87 h 113"/>
              <a:gd name="T32" fmla="*/ 129 w 632"/>
              <a:gd name="T33" fmla="*/ 113 h 113"/>
              <a:gd name="T34" fmla="*/ 134 w 632"/>
              <a:gd name="T35" fmla="*/ 100 h 113"/>
              <a:gd name="T36" fmla="*/ 136 w 632"/>
              <a:gd name="T37" fmla="*/ 90 h 113"/>
              <a:gd name="T38" fmla="*/ 172 w 632"/>
              <a:gd name="T39" fmla="*/ 90 h 113"/>
              <a:gd name="T40" fmla="*/ 179 w 632"/>
              <a:gd name="T41" fmla="*/ 21 h 113"/>
              <a:gd name="T42" fmla="*/ 179 w 632"/>
              <a:gd name="T43" fmla="*/ 55 h 113"/>
              <a:gd name="T44" fmla="*/ 172 w 632"/>
              <a:gd name="T45" fmla="*/ 90 h 113"/>
              <a:gd name="T46" fmla="*/ 233 w 632"/>
              <a:gd name="T47" fmla="*/ 53 h 113"/>
              <a:gd name="T48" fmla="*/ 233 w 632"/>
              <a:gd name="T49" fmla="*/ 15 h 113"/>
              <a:gd name="T50" fmla="*/ 235 w 632"/>
              <a:gd name="T51" fmla="*/ 48 h 113"/>
              <a:gd name="T52" fmla="*/ 275 w 632"/>
              <a:gd name="T53" fmla="*/ 90 h 113"/>
              <a:gd name="T54" fmla="*/ 293 w 632"/>
              <a:gd name="T55" fmla="*/ 53 h 113"/>
              <a:gd name="T56" fmla="*/ 286 w 632"/>
              <a:gd name="T57" fmla="*/ 15 h 113"/>
              <a:gd name="T58" fmla="*/ 294 w 632"/>
              <a:gd name="T59" fmla="*/ 49 h 113"/>
              <a:gd name="T60" fmla="*/ 300 w 632"/>
              <a:gd name="T61" fmla="*/ 51 h 113"/>
              <a:gd name="T62" fmla="*/ 371 w 632"/>
              <a:gd name="T63" fmla="*/ 91 h 113"/>
              <a:gd name="T64" fmla="*/ 351 w 632"/>
              <a:gd name="T65" fmla="*/ 60 h 113"/>
              <a:gd name="T66" fmla="*/ 392 w 632"/>
              <a:gd name="T67" fmla="*/ 15 h 113"/>
              <a:gd name="T68" fmla="*/ 361 w 632"/>
              <a:gd name="T69" fmla="*/ 8 h 113"/>
              <a:gd name="T70" fmla="*/ 360 w 632"/>
              <a:gd name="T71" fmla="*/ 1 h 113"/>
              <a:gd name="T72" fmla="*/ 367 w 632"/>
              <a:gd name="T73" fmla="*/ 2 h 113"/>
              <a:gd name="T74" fmla="*/ 382 w 632"/>
              <a:gd name="T75" fmla="*/ 9 h 113"/>
              <a:gd name="T76" fmla="*/ 381 w 632"/>
              <a:gd name="T77" fmla="*/ 0 h 113"/>
              <a:gd name="T78" fmla="*/ 382 w 632"/>
              <a:gd name="T79" fmla="*/ 9 h 113"/>
              <a:gd name="T80" fmla="*/ 446 w 632"/>
              <a:gd name="T81" fmla="*/ 57 h 113"/>
              <a:gd name="T82" fmla="*/ 456 w 632"/>
              <a:gd name="T83" fmla="*/ 48 h 113"/>
              <a:gd name="T84" fmla="*/ 454 w 632"/>
              <a:gd name="T85" fmla="*/ 20 h 113"/>
              <a:gd name="T86" fmla="*/ 417 w 632"/>
              <a:gd name="T87" fmla="*/ 90 h 113"/>
              <a:gd name="T88" fmla="*/ 437 w 632"/>
              <a:gd name="T89" fmla="*/ 58 h 113"/>
              <a:gd name="T90" fmla="*/ 458 w 632"/>
              <a:gd name="T91" fmla="*/ 90 h 113"/>
              <a:gd name="T92" fmla="*/ 424 w 632"/>
              <a:gd name="T93" fmla="*/ 51 h 113"/>
              <a:gd name="T94" fmla="*/ 454 w 632"/>
              <a:gd name="T95" fmla="*/ 35 h 113"/>
              <a:gd name="T96" fmla="*/ 437 w 632"/>
              <a:gd name="T97" fmla="*/ 51 h 113"/>
              <a:gd name="T98" fmla="*/ 486 w 632"/>
              <a:gd name="T99" fmla="*/ 84 h 113"/>
              <a:gd name="T100" fmla="*/ 529 w 632"/>
              <a:gd name="T101" fmla="*/ 90 h 113"/>
              <a:gd name="T102" fmla="*/ 536 w 632"/>
              <a:gd name="T103" fmla="*/ 21 h 113"/>
              <a:gd name="T104" fmla="*/ 536 w 632"/>
              <a:gd name="T105" fmla="*/ 55 h 113"/>
              <a:gd name="T106" fmla="*/ 529 w 632"/>
              <a:gd name="T107" fmla="*/ 90 h 113"/>
              <a:gd name="T108" fmla="*/ 613 w 632"/>
              <a:gd name="T109" fmla="*/ 57 h 113"/>
              <a:gd name="T110" fmla="*/ 622 w 632"/>
              <a:gd name="T111" fmla="*/ 48 h 113"/>
              <a:gd name="T112" fmla="*/ 620 w 632"/>
              <a:gd name="T113" fmla="*/ 20 h 113"/>
              <a:gd name="T114" fmla="*/ 583 w 632"/>
              <a:gd name="T115" fmla="*/ 90 h 113"/>
              <a:gd name="T116" fmla="*/ 603 w 632"/>
              <a:gd name="T117" fmla="*/ 58 h 113"/>
              <a:gd name="T118" fmla="*/ 624 w 632"/>
              <a:gd name="T119" fmla="*/ 90 h 113"/>
              <a:gd name="T120" fmla="*/ 590 w 632"/>
              <a:gd name="T121" fmla="*/ 51 h 113"/>
              <a:gd name="T122" fmla="*/ 620 w 632"/>
              <a:gd name="T123" fmla="*/ 35 h 113"/>
              <a:gd name="T124" fmla="*/ 603 w 632"/>
              <a:gd name="T125" fmla="*/ 51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632" h="113">
                <a:moveTo>
                  <a:pt x="29" y="21"/>
                </a:moveTo>
                <a:cubicBezTo>
                  <a:pt x="29" y="90"/>
                  <a:pt x="29" y="90"/>
                  <a:pt x="29" y="90"/>
                </a:cubicBezTo>
                <a:cubicBezTo>
                  <a:pt x="22" y="90"/>
                  <a:pt x="22" y="90"/>
                  <a:pt x="22" y="90"/>
                </a:cubicBezTo>
                <a:cubicBezTo>
                  <a:pt x="22" y="21"/>
                  <a:pt x="22" y="21"/>
                  <a:pt x="22" y="21"/>
                </a:cubicBezTo>
                <a:cubicBezTo>
                  <a:pt x="0" y="21"/>
                  <a:pt x="0" y="21"/>
                  <a:pt x="0" y="21"/>
                </a:cubicBezTo>
                <a:cubicBezTo>
                  <a:pt x="0" y="15"/>
                  <a:pt x="0" y="15"/>
                  <a:pt x="0" y="15"/>
                </a:cubicBezTo>
                <a:cubicBezTo>
                  <a:pt x="50" y="15"/>
                  <a:pt x="50" y="15"/>
                  <a:pt x="50" y="15"/>
                </a:cubicBezTo>
                <a:cubicBezTo>
                  <a:pt x="50" y="21"/>
                  <a:pt x="50" y="21"/>
                  <a:pt x="50" y="21"/>
                </a:cubicBezTo>
                <a:lnTo>
                  <a:pt x="29" y="21"/>
                </a:lnTo>
                <a:close/>
                <a:moveTo>
                  <a:pt x="63" y="90"/>
                </a:moveTo>
                <a:cubicBezTo>
                  <a:pt x="63" y="15"/>
                  <a:pt x="63" y="15"/>
                  <a:pt x="63" y="15"/>
                </a:cubicBezTo>
                <a:cubicBezTo>
                  <a:pt x="99" y="15"/>
                  <a:pt x="99" y="15"/>
                  <a:pt x="99" y="15"/>
                </a:cubicBezTo>
                <a:cubicBezTo>
                  <a:pt x="99" y="21"/>
                  <a:pt x="99" y="21"/>
                  <a:pt x="99" y="21"/>
                </a:cubicBezTo>
                <a:cubicBezTo>
                  <a:pt x="70" y="21"/>
                  <a:pt x="70" y="21"/>
                  <a:pt x="70" y="21"/>
                </a:cubicBezTo>
                <a:cubicBezTo>
                  <a:pt x="70" y="49"/>
                  <a:pt x="70" y="49"/>
                  <a:pt x="70" y="49"/>
                </a:cubicBezTo>
                <a:cubicBezTo>
                  <a:pt x="97" y="49"/>
                  <a:pt x="97" y="49"/>
                  <a:pt x="97" y="49"/>
                </a:cubicBezTo>
                <a:cubicBezTo>
                  <a:pt x="97" y="55"/>
                  <a:pt x="97" y="55"/>
                  <a:pt x="97" y="55"/>
                </a:cubicBezTo>
                <a:cubicBezTo>
                  <a:pt x="70" y="55"/>
                  <a:pt x="70" y="55"/>
                  <a:pt x="70" y="55"/>
                </a:cubicBezTo>
                <a:cubicBezTo>
                  <a:pt x="70" y="84"/>
                  <a:pt x="70" y="84"/>
                  <a:pt x="70" y="84"/>
                </a:cubicBezTo>
                <a:cubicBezTo>
                  <a:pt x="101" y="84"/>
                  <a:pt x="101" y="84"/>
                  <a:pt x="101" y="84"/>
                </a:cubicBezTo>
                <a:cubicBezTo>
                  <a:pt x="101" y="90"/>
                  <a:pt x="101" y="90"/>
                  <a:pt x="101" y="90"/>
                </a:cubicBezTo>
                <a:lnTo>
                  <a:pt x="63" y="90"/>
                </a:lnTo>
                <a:close/>
                <a:moveTo>
                  <a:pt x="114" y="79"/>
                </a:moveTo>
                <a:cubicBezTo>
                  <a:pt x="115" y="80"/>
                  <a:pt x="117" y="81"/>
                  <a:pt x="118" y="82"/>
                </a:cubicBezTo>
                <a:cubicBezTo>
                  <a:pt x="120" y="82"/>
                  <a:pt x="121" y="83"/>
                  <a:pt x="123" y="84"/>
                </a:cubicBezTo>
                <a:cubicBezTo>
                  <a:pt x="124" y="84"/>
                  <a:pt x="126" y="84"/>
                  <a:pt x="128" y="85"/>
                </a:cubicBezTo>
                <a:cubicBezTo>
                  <a:pt x="129" y="85"/>
                  <a:pt x="131" y="85"/>
                  <a:pt x="132" y="85"/>
                </a:cubicBezTo>
                <a:cubicBezTo>
                  <a:pt x="138" y="85"/>
                  <a:pt x="142" y="84"/>
                  <a:pt x="145" y="82"/>
                </a:cubicBezTo>
                <a:cubicBezTo>
                  <a:pt x="148" y="80"/>
                  <a:pt x="149" y="76"/>
                  <a:pt x="149" y="72"/>
                </a:cubicBezTo>
                <a:cubicBezTo>
                  <a:pt x="149" y="70"/>
                  <a:pt x="149" y="68"/>
                  <a:pt x="148" y="67"/>
                </a:cubicBezTo>
                <a:cubicBezTo>
                  <a:pt x="148" y="66"/>
                  <a:pt x="147" y="64"/>
                  <a:pt x="145" y="63"/>
                </a:cubicBezTo>
                <a:cubicBezTo>
                  <a:pt x="144" y="62"/>
                  <a:pt x="142" y="60"/>
                  <a:pt x="140" y="59"/>
                </a:cubicBezTo>
                <a:cubicBezTo>
                  <a:pt x="138" y="58"/>
                  <a:pt x="135" y="56"/>
                  <a:pt x="132" y="55"/>
                </a:cubicBezTo>
                <a:cubicBezTo>
                  <a:pt x="129" y="53"/>
                  <a:pt x="126" y="51"/>
                  <a:pt x="124" y="50"/>
                </a:cubicBezTo>
                <a:cubicBezTo>
                  <a:pt x="122" y="48"/>
                  <a:pt x="120" y="47"/>
                  <a:pt x="118" y="45"/>
                </a:cubicBezTo>
                <a:cubicBezTo>
                  <a:pt x="117" y="43"/>
                  <a:pt x="116" y="42"/>
                  <a:pt x="115" y="40"/>
                </a:cubicBezTo>
                <a:cubicBezTo>
                  <a:pt x="115" y="38"/>
                  <a:pt x="114" y="36"/>
                  <a:pt x="114" y="33"/>
                </a:cubicBezTo>
                <a:cubicBezTo>
                  <a:pt x="114" y="30"/>
                  <a:pt x="115" y="27"/>
                  <a:pt x="116" y="25"/>
                </a:cubicBezTo>
                <a:cubicBezTo>
                  <a:pt x="117" y="23"/>
                  <a:pt x="119" y="20"/>
                  <a:pt x="121" y="19"/>
                </a:cubicBezTo>
                <a:cubicBezTo>
                  <a:pt x="124" y="17"/>
                  <a:pt x="126" y="16"/>
                  <a:pt x="129" y="15"/>
                </a:cubicBezTo>
                <a:cubicBezTo>
                  <a:pt x="132" y="14"/>
                  <a:pt x="135" y="14"/>
                  <a:pt x="139" y="14"/>
                </a:cubicBezTo>
                <a:cubicBezTo>
                  <a:pt x="145" y="14"/>
                  <a:pt x="149" y="14"/>
                  <a:pt x="153" y="16"/>
                </a:cubicBezTo>
                <a:cubicBezTo>
                  <a:pt x="153" y="24"/>
                  <a:pt x="153" y="24"/>
                  <a:pt x="153" y="24"/>
                </a:cubicBezTo>
                <a:cubicBezTo>
                  <a:pt x="149" y="21"/>
                  <a:pt x="144" y="20"/>
                  <a:pt x="138" y="20"/>
                </a:cubicBezTo>
                <a:cubicBezTo>
                  <a:pt x="136" y="20"/>
                  <a:pt x="133" y="20"/>
                  <a:pt x="132" y="21"/>
                </a:cubicBezTo>
                <a:cubicBezTo>
                  <a:pt x="130" y="21"/>
                  <a:pt x="128" y="22"/>
                  <a:pt x="126" y="23"/>
                </a:cubicBezTo>
                <a:cubicBezTo>
                  <a:pt x="125" y="24"/>
                  <a:pt x="124" y="25"/>
                  <a:pt x="123" y="27"/>
                </a:cubicBezTo>
                <a:cubicBezTo>
                  <a:pt x="122" y="29"/>
                  <a:pt x="121" y="30"/>
                  <a:pt x="121" y="32"/>
                </a:cubicBezTo>
                <a:cubicBezTo>
                  <a:pt x="121" y="34"/>
                  <a:pt x="122" y="36"/>
                  <a:pt x="122" y="37"/>
                </a:cubicBezTo>
                <a:cubicBezTo>
                  <a:pt x="123" y="39"/>
                  <a:pt x="124" y="40"/>
                  <a:pt x="125" y="42"/>
                </a:cubicBezTo>
                <a:cubicBezTo>
                  <a:pt x="126" y="43"/>
                  <a:pt x="128" y="44"/>
                  <a:pt x="130" y="45"/>
                </a:cubicBezTo>
                <a:cubicBezTo>
                  <a:pt x="132" y="47"/>
                  <a:pt x="135" y="48"/>
                  <a:pt x="138" y="50"/>
                </a:cubicBezTo>
                <a:cubicBezTo>
                  <a:pt x="141" y="51"/>
                  <a:pt x="144" y="53"/>
                  <a:pt x="146" y="54"/>
                </a:cubicBezTo>
                <a:cubicBezTo>
                  <a:pt x="148" y="56"/>
                  <a:pt x="150" y="58"/>
                  <a:pt x="152" y="59"/>
                </a:cubicBezTo>
                <a:cubicBezTo>
                  <a:pt x="153" y="61"/>
                  <a:pt x="155" y="63"/>
                  <a:pt x="155" y="65"/>
                </a:cubicBezTo>
                <a:cubicBezTo>
                  <a:pt x="156" y="67"/>
                  <a:pt x="157" y="69"/>
                  <a:pt x="157" y="71"/>
                </a:cubicBezTo>
                <a:cubicBezTo>
                  <a:pt x="157" y="75"/>
                  <a:pt x="156" y="78"/>
                  <a:pt x="155" y="80"/>
                </a:cubicBezTo>
                <a:cubicBezTo>
                  <a:pt x="154" y="83"/>
                  <a:pt x="152" y="85"/>
                  <a:pt x="150" y="86"/>
                </a:cubicBezTo>
                <a:cubicBezTo>
                  <a:pt x="147" y="88"/>
                  <a:pt x="145" y="89"/>
                  <a:pt x="142" y="90"/>
                </a:cubicBezTo>
                <a:cubicBezTo>
                  <a:pt x="139" y="91"/>
                  <a:pt x="135" y="91"/>
                  <a:pt x="132" y="91"/>
                </a:cubicBezTo>
                <a:cubicBezTo>
                  <a:pt x="130" y="91"/>
                  <a:pt x="129" y="91"/>
                  <a:pt x="127" y="91"/>
                </a:cubicBezTo>
                <a:cubicBezTo>
                  <a:pt x="126" y="91"/>
                  <a:pt x="124" y="91"/>
                  <a:pt x="122" y="90"/>
                </a:cubicBezTo>
                <a:cubicBezTo>
                  <a:pt x="121" y="90"/>
                  <a:pt x="119" y="89"/>
                  <a:pt x="118" y="89"/>
                </a:cubicBezTo>
                <a:cubicBezTo>
                  <a:pt x="116" y="88"/>
                  <a:pt x="115" y="88"/>
                  <a:pt x="114" y="87"/>
                </a:cubicBezTo>
                <a:lnTo>
                  <a:pt x="114" y="79"/>
                </a:lnTo>
                <a:close/>
                <a:moveTo>
                  <a:pt x="147" y="104"/>
                </a:moveTo>
                <a:cubicBezTo>
                  <a:pt x="147" y="110"/>
                  <a:pt x="142" y="113"/>
                  <a:pt x="133" y="113"/>
                </a:cubicBezTo>
                <a:cubicBezTo>
                  <a:pt x="131" y="113"/>
                  <a:pt x="130" y="113"/>
                  <a:pt x="129" y="113"/>
                </a:cubicBezTo>
                <a:cubicBezTo>
                  <a:pt x="129" y="108"/>
                  <a:pt x="129" y="108"/>
                  <a:pt x="129" y="108"/>
                </a:cubicBezTo>
                <a:cubicBezTo>
                  <a:pt x="131" y="109"/>
                  <a:pt x="132" y="109"/>
                  <a:pt x="133" y="109"/>
                </a:cubicBezTo>
                <a:cubicBezTo>
                  <a:pt x="138" y="109"/>
                  <a:pt x="141" y="107"/>
                  <a:pt x="141" y="104"/>
                </a:cubicBezTo>
                <a:cubicBezTo>
                  <a:pt x="141" y="101"/>
                  <a:pt x="139" y="100"/>
                  <a:pt x="134" y="100"/>
                </a:cubicBezTo>
                <a:cubicBezTo>
                  <a:pt x="133" y="100"/>
                  <a:pt x="133" y="100"/>
                  <a:pt x="132" y="100"/>
                </a:cubicBezTo>
                <a:cubicBezTo>
                  <a:pt x="132" y="100"/>
                  <a:pt x="132" y="100"/>
                  <a:pt x="131" y="100"/>
                </a:cubicBezTo>
                <a:cubicBezTo>
                  <a:pt x="131" y="90"/>
                  <a:pt x="131" y="90"/>
                  <a:pt x="131" y="90"/>
                </a:cubicBezTo>
                <a:cubicBezTo>
                  <a:pt x="136" y="90"/>
                  <a:pt x="136" y="90"/>
                  <a:pt x="136" y="90"/>
                </a:cubicBezTo>
                <a:cubicBezTo>
                  <a:pt x="136" y="96"/>
                  <a:pt x="136" y="96"/>
                  <a:pt x="136" y="96"/>
                </a:cubicBezTo>
                <a:cubicBezTo>
                  <a:pt x="139" y="96"/>
                  <a:pt x="142" y="97"/>
                  <a:pt x="144" y="98"/>
                </a:cubicBezTo>
                <a:cubicBezTo>
                  <a:pt x="146" y="99"/>
                  <a:pt x="147" y="101"/>
                  <a:pt x="147" y="104"/>
                </a:cubicBezTo>
                <a:close/>
                <a:moveTo>
                  <a:pt x="172" y="90"/>
                </a:moveTo>
                <a:cubicBezTo>
                  <a:pt x="172" y="15"/>
                  <a:pt x="172" y="15"/>
                  <a:pt x="172" y="15"/>
                </a:cubicBezTo>
                <a:cubicBezTo>
                  <a:pt x="209" y="15"/>
                  <a:pt x="209" y="15"/>
                  <a:pt x="209" y="15"/>
                </a:cubicBezTo>
                <a:cubicBezTo>
                  <a:pt x="209" y="21"/>
                  <a:pt x="209" y="21"/>
                  <a:pt x="209" y="21"/>
                </a:cubicBezTo>
                <a:cubicBezTo>
                  <a:pt x="179" y="21"/>
                  <a:pt x="179" y="21"/>
                  <a:pt x="179" y="21"/>
                </a:cubicBezTo>
                <a:cubicBezTo>
                  <a:pt x="179" y="49"/>
                  <a:pt x="179" y="49"/>
                  <a:pt x="179" y="49"/>
                </a:cubicBezTo>
                <a:cubicBezTo>
                  <a:pt x="207" y="49"/>
                  <a:pt x="207" y="49"/>
                  <a:pt x="207" y="49"/>
                </a:cubicBezTo>
                <a:cubicBezTo>
                  <a:pt x="207" y="55"/>
                  <a:pt x="207" y="55"/>
                  <a:pt x="207" y="55"/>
                </a:cubicBezTo>
                <a:cubicBezTo>
                  <a:pt x="179" y="55"/>
                  <a:pt x="179" y="55"/>
                  <a:pt x="179" y="55"/>
                </a:cubicBezTo>
                <a:cubicBezTo>
                  <a:pt x="179" y="84"/>
                  <a:pt x="179" y="84"/>
                  <a:pt x="179" y="84"/>
                </a:cubicBezTo>
                <a:cubicBezTo>
                  <a:pt x="211" y="84"/>
                  <a:pt x="211" y="84"/>
                  <a:pt x="211" y="84"/>
                </a:cubicBezTo>
                <a:cubicBezTo>
                  <a:pt x="211" y="90"/>
                  <a:pt x="211" y="90"/>
                  <a:pt x="211" y="90"/>
                </a:cubicBezTo>
                <a:lnTo>
                  <a:pt x="172" y="90"/>
                </a:lnTo>
                <a:close/>
                <a:moveTo>
                  <a:pt x="266" y="90"/>
                </a:moveTo>
                <a:cubicBezTo>
                  <a:pt x="235" y="55"/>
                  <a:pt x="235" y="55"/>
                  <a:pt x="235" y="55"/>
                </a:cubicBezTo>
                <a:cubicBezTo>
                  <a:pt x="234" y="54"/>
                  <a:pt x="234" y="53"/>
                  <a:pt x="233" y="53"/>
                </a:cubicBezTo>
                <a:cubicBezTo>
                  <a:pt x="233" y="53"/>
                  <a:pt x="233" y="53"/>
                  <a:pt x="233" y="53"/>
                </a:cubicBezTo>
                <a:cubicBezTo>
                  <a:pt x="233" y="90"/>
                  <a:pt x="233" y="90"/>
                  <a:pt x="233" y="90"/>
                </a:cubicBezTo>
                <a:cubicBezTo>
                  <a:pt x="226" y="90"/>
                  <a:pt x="226" y="90"/>
                  <a:pt x="226" y="90"/>
                </a:cubicBezTo>
                <a:cubicBezTo>
                  <a:pt x="226" y="15"/>
                  <a:pt x="226" y="15"/>
                  <a:pt x="226" y="15"/>
                </a:cubicBezTo>
                <a:cubicBezTo>
                  <a:pt x="233" y="15"/>
                  <a:pt x="233" y="15"/>
                  <a:pt x="233" y="15"/>
                </a:cubicBezTo>
                <a:cubicBezTo>
                  <a:pt x="233" y="50"/>
                  <a:pt x="233" y="50"/>
                  <a:pt x="233" y="50"/>
                </a:cubicBezTo>
                <a:cubicBezTo>
                  <a:pt x="233" y="50"/>
                  <a:pt x="233" y="50"/>
                  <a:pt x="233" y="50"/>
                </a:cubicBezTo>
                <a:cubicBezTo>
                  <a:pt x="234" y="50"/>
                  <a:pt x="234" y="49"/>
                  <a:pt x="234" y="49"/>
                </a:cubicBezTo>
                <a:cubicBezTo>
                  <a:pt x="235" y="49"/>
                  <a:pt x="235" y="48"/>
                  <a:pt x="235" y="48"/>
                </a:cubicBezTo>
                <a:cubicBezTo>
                  <a:pt x="264" y="15"/>
                  <a:pt x="264" y="15"/>
                  <a:pt x="264" y="15"/>
                </a:cubicBezTo>
                <a:cubicBezTo>
                  <a:pt x="273" y="15"/>
                  <a:pt x="273" y="15"/>
                  <a:pt x="273" y="15"/>
                </a:cubicBezTo>
                <a:cubicBezTo>
                  <a:pt x="241" y="51"/>
                  <a:pt x="241" y="51"/>
                  <a:pt x="241" y="51"/>
                </a:cubicBezTo>
                <a:cubicBezTo>
                  <a:pt x="275" y="90"/>
                  <a:pt x="275" y="90"/>
                  <a:pt x="275" y="90"/>
                </a:cubicBezTo>
                <a:lnTo>
                  <a:pt x="266" y="90"/>
                </a:lnTo>
                <a:close/>
                <a:moveTo>
                  <a:pt x="325" y="90"/>
                </a:moveTo>
                <a:cubicBezTo>
                  <a:pt x="295" y="55"/>
                  <a:pt x="295" y="55"/>
                  <a:pt x="295" y="55"/>
                </a:cubicBezTo>
                <a:cubicBezTo>
                  <a:pt x="294" y="54"/>
                  <a:pt x="293" y="53"/>
                  <a:pt x="293" y="53"/>
                </a:cubicBezTo>
                <a:cubicBezTo>
                  <a:pt x="293" y="53"/>
                  <a:pt x="293" y="53"/>
                  <a:pt x="293" y="53"/>
                </a:cubicBezTo>
                <a:cubicBezTo>
                  <a:pt x="293" y="90"/>
                  <a:pt x="293" y="90"/>
                  <a:pt x="293" y="90"/>
                </a:cubicBezTo>
                <a:cubicBezTo>
                  <a:pt x="286" y="90"/>
                  <a:pt x="286" y="90"/>
                  <a:pt x="286" y="90"/>
                </a:cubicBezTo>
                <a:cubicBezTo>
                  <a:pt x="286" y="15"/>
                  <a:pt x="286" y="15"/>
                  <a:pt x="286" y="15"/>
                </a:cubicBezTo>
                <a:cubicBezTo>
                  <a:pt x="293" y="15"/>
                  <a:pt x="293" y="15"/>
                  <a:pt x="293" y="15"/>
                </a:cubicBezTo>
                <a:cubicBezTo>
                  <a:pt x="293" y="50"/>
                  <a:pt x="293" y="50"/>
                  <a:pt x="293" y="50"/>
                </a:cubicBezTo>
                <a:cubicBezTo>
                  <a:pt x="293" y="50"/>
                  <a:pt x="293" y="50"/>
                  <a:pt x="293" y="50"/>
                </a:cubicBezTo>
                <a:cubicBezTo>
                  <a:pt x="293" y="50"/>
                  <a:pt x="293" y="49"/>
                  <a:pt x="294" y="49"/>
                </a:cubicBezTo>
                <a:cubicBezTo>
                  <a:pt x="294" y="49"/>
                  <a:pt x="294" y="48"/>
                  <a:pt x="295" y="48"/>
                </a:cubicBezTo>
                <a:cubicBezTo>
                  <a:pt x="324" y="15"/>
                  <a:pt x="324" y="15"/>
                  <a:pt x="324" y="15"/>
                </a:cubicBezTo>
                <a:cubicBezTo>
                  <a:pt x="333" y="15"/>
                  <a:pt x="333" y="15"/>
                  <a:pt x="333" y="15"/>
                </a:cubicBezTo>
                <a:cubicBezTo>
                  <a:pt x="300" y="51"/>
                  <a:pt x="300" y="51"/>
                  <a:pt x="300" y="51"/>
                </a:cubicBezTo>
                <a:cubicBezTo>
                  <a:pt x="335" y="90"/>
                  <a:pt x="335" y="90"/>
                  <a:pt x="335" y="90"/>
                </a:cubicBezTo>
                <a:lnTo>
                  <a:pt x="325" y="90"/>
                </a:lnTo>
                <a:close/>
                <a:moveTo>
                  <a:pt x="398" y="60"/>
                </a:moveTo>
                <a:cubicBezTo>
                  <a:pt x="398" y="81"/>
                  <a:pt x="389" y="91"/>
                  <a:pt x="371" y="91"/>
                </a:cubicBezTo>
                <a:cubicBezTo>
                  <a:pt x="353" y="91"/>
                  <a:pt x="344" y="81"/>
                  <a:pt x="344" y="61"/>
                </a:cubicBezTo>
                <a:cubicBezTo>
                  <a:pt x="344" y="15"/>
                  <a:pt x="344" y="15"/>
                  <a:pt x="344" y="15"/>
                </a:cubicBezTo>
                <a:cubicBezTo>
                  <a:pt x="351" y="15"/>
                  <a:pt x="351" y="15"/>
                  <a:pt x="351" y="15"/>
                </a:cubicBezTo>
                <a:cubicBezTo>
                  <a:pt x="351" y="60"/>
                  <a:pt x="351" y="60"/>
                  <a:pt x="351" y="60"/>
                </a:cubicBezTo>
                <a:cubicBezTo>
                  <a:pt x="351" y="69"/>
                  <a:pt x="353" y="75"/>
                  <a:pt x="356" y="79"/>
                </a:cubicBezTo>
                <a:cubicBezTo>
                  <a:pt x="360" y="83"/>
                  <a:pt x="365" y="85"/>
                  <a:pt x="372" y="85"/>
                </a:cubicBezTo>
                <a:cubicBezTo>
                  <a:pt x="385" y="85"/>
                  <a:pt x="392" y="77"/>
                  <a:pt x="392" y="61"/>
                </a:cubicBezTo>
                <a:cubicBezTo>
                  <a:pt x="392" y="15"/>
                  <a:pt x="392" y="15"/>
                  <a:pt x="392" y="15"/>
                </a:cubicBezTo>
                <a:cubicBezTo>
                  <a:pt x="398" y="15"/>
                  <a:pt x="398" y="15"/>
                  <a:pt x="398" y="15"/>
                </a:cubicBezTo>
                <a:lnTo>
                  <a:pt x="398" y="60"/>
                </a:lnTo>
                <a:close/>
                <a:moveTo>
                  <a:pt x="363" y="9"/>
                </a:moveTo>
                <a:cubicBezTo>
                  <a:pt x="362" y="9"/>
                  <a:pt x="362" y="9"/>
                  <a:pt x="361" y="8"/>
                </a:cubicBezTo>
                <a:cubicBezTo>
                  <a:pt x="360" y="8"/>
                  <a:pt x="360" y="8"/>
                  <a:pt x="360" y="7"/>
                </a:cubicBezTo>
                <a:cubicBezTo>
                  <a:pt x="359" y="7"/>
                  <a:pt x="359" y="6"/>
                  <a:pt x="359" y="6"/>
                </a:cubicBezTo>
                <a:cubicBezTo>
                  <a:pt x="358" y="5"/>
                  <a:pt x="358" y="5"/>
                  <a:pt x="358" y="4"/>
                </a:cubicBezTo>
                <a:cubicBezTo>
                  <a:pt x="358" y="3"/>
                  <a:pt x="359" y="2"/>
                  <a:pt x="360" y="1"/>
                </a:cubicBezTo>
                <a:cubicBezTo>
                  <a:pt x="360" y="0"/>
                  <a:pt x="361" y="0"/>
                  <a:pt x="363" y="0"/>
                </a:cubicBezTo>
                <a:cubicBezTo>
                  <a:pt x="363" y="0"/>
                  <a:pt x="364" y="0"/>
                  <a:pt x="364" y="0"/>
                </a:cubicBezTo>
                <a:cubicBezTo>
                  <a:pt x="365" y="0"/>
                  <a:pt x="365" y="1"/>
                  <a:pt x="366" y="1"/>
                </a:cubicBezTo>
                <a:cubicBezTo>
                  <a:pt x="366" y="1"/>
                  <a:pt x="367" y="2"/>
                  <a:pt x="367" y="2"/>
                </a:cubicBezTo>
                <a:cubicBezTo>
                  <a:pt x="367" y="3"/>
                  <a:pt x="367" y="4"/>
                  <a:pt x="367" y="4"/>
                </a:cubicBezTo>
                <a:cubicBezTo>
                  <a:pt x="367" y="5"/>
                  <a:pt x="367" y="6"/>
                  <a:pt x="366" y="7"/>
                </a:cubicBezTo>
                <a:cubicBezTo>
                  <a:pt x="365" y="8"/>
                  <a:pt x="364" y="9"/>
                  <a:pt x="363" y="9"/>
                </a:cubicBezTo>
                <a:close/>
                <a:moveTo>
                  <a:pt x="382" y="9"/>
                </a:moveTo>
                <a:cubicBezTo>
                  <a:pt x="380" y="9"/>
                  <a:pt x="379" y="8"/>
                  <a:pt x="379" y="7"/>
                </a:cubicBezTo>
                <a:cubicBezTo>
                  <a:pt x="378" y="7"/>
                  <a:pt x="377" y="5"/>
                  <a:pt x="377" y="4"/>
                </a:cubicBezTo>
                <a:cubicBezTo>
                  <a:pt x="377" y="3"/>
                  <a:pt x="378" y="2"/>
                  <a:pt x="378" y="1"/>
                </a:cubicBezTo>
                <a:cubicBezTo>
                  <a:pt x="379" y="0"/>
                  <a:pt x="380" y="0"/>
                  <a:pt x="381" y="0"/>
                </a:cubicBezTo>
                <a:cubicBezTo>
                  <a:pt x="383" y="0"/>
                  <a:pt x="384" y="0"/>
                  <a:pt x="385" y="1"/>
                </a:cubicBezTo>
                <a:cubicBezTo>
                  <a:pt x="386" y="2"/>
                  <a:pt x="386" y="3"/>
                  <a:pt x="386" y="4"/>
                </a:cubicBezTo>
                <a:cubicBezTo>
                  <a:pt x="386" y="5"/>
                  <a:pt x="386" y="6"/>
                  <a:pt x="385" y="7"/>
                </a:cubicBezTo>
                <a:cubicBezTo>
                  <a:pt x="384" y="8"/>
                  <a:pt x="383" y="9"/>
                  <a:pt x="382" y="9"/>
                </a:cubicBezTo>
                <a:close/>
                <a:moveTo>
                  <a:pt x="454" y="67"/>
                </a:moveTo>
                <a:cubicBezTo>
                  <a:pt x="453" y="65"/>
                  <a:pt x="452" y="64"/>
                  <a:pt x="451" y="63"/>
                </a:cubicBezTo>
                <a:cubicBezTo>
                  <a:pt x="450" y="61"/>
                  <a:pt x="450" y="60"/>
                  <a:pt x="449" y="59"/>
                </a:cubicBezTo>
                <a:cubicBezTo>
                  <a:pt x="448" y="58"/>
                  <a:pt x="447" y="58"/>
                  <a:pt x="446" y="57"/>
                </a:cubicBezTo>
                <a:cubicBezTo>
                  <a:pt x="446" y="56"/>
                  <a:pt x="445" y="56"/>
                  <a:pt x="444" y="55"/>
                </a:cubicBezTo>
                <a:cubicBezTo>
                  <a:pt x="444" y="55"/>
                  <a:pt x="444" y="55"/>
                  <a:pt x="444" y="55"/>
                </a:cubicBezTo>
                <a:cubicBezTo>
                  <a:pt x="446" y="54"/>
                  <a:pt x="449" y="54"/>
                  <a:pt x="451" y="52"/>
                </a:cubicBezTo>
                <a:cubicBezTo>
                  <a:pt x="453" y="51"/>
                  <a:pt x="455" y="50"/>
                  <a:pt x="456" y="48"/>
                </a:cubicBezTo>
                <a:cubicBezTo>
                  <a:pt x="458" y="46"/>
                  <a:pt x="459" y="44"/>
                  <a:pt x="460" y="42"/>
                </a:cubicBezTo>
                <a:cubicBezTo>
                  <a:pt x="460" y="40"/>
                  <a:pt x="461" y="37"/>
                  <a:pt x="461" y="35"/>
                </a:cubicBezTo>
                <a:cubicBezTo>
                  <a:pt x="461" y="31"/>
                  <a:pt x="460" y="28"/>
                  <a:pt x="459" y="26"/>
                </a:cubicBezTo>
                <a:cubicBezTo>
                  <a:pt x="458" y="23"/>
                  <a:pt x="456" y="21"/>
                  <a:pt x="454" y="20"/>
                </a:cubicBezTo>
                <a:cubicBezTo>
                  <a:pt x="452" y="18"/>
                  <a:pt x="450" y="17"/>
                  <a:pt x="447" y="16"/>
                </a:cubicBezTo>
                <a:cubicBezTo>
                  <a:pt x="444" y="15"/>
                  <a:pt x="442" y="15"/>
                  <a:pt x="439" y="15"/>
                </a:cubicBezTo>
                <a:cubicBezTo>
                  <a:pt x="417" y="15"/>
                  <a:pt x="417" y="15"/>
                  <a:pt x="417" y="15"/>
                </a:cubicBezTo>
                <a:cubicBezTo>
                  <a:pt x="417" y="90"/>
                  <a:pt x="417" y="90"/>
                  <a:pt x="417" y="90"/>
                </a:cubicBezTo>
                <a:cubicBezTo>
                  <a:pt x="424" y="90"/>
                  <a:pt x="424" y="90"/>
                  <a:pt x="424" y="90"/>
                </a:cubicBezTo>
                <a:cubicBezTo>
                  <a:pt x="424" y="57"/>
                  <a:pt x="424" y="57"/>
                  <a:pt x="424" y="57"/>
                </a:cubicBezTo>
                <a:cubicBezTo>
                  <a:pt x="432" y="57"/>
                  <a:pt x="432" y="57"/>
                  <a:pt x="432" y="57"/>
                </a:cubicBezTo>
                <a:cubicBezTo>
                  <a:pt x="434" y="57"/>
                  <a:pt x="435" y="57"/>
                  <a:pt x="437" y="58"/>
                </a:cubicBezTo>
                <a:cubicBezTo>
                  <a:pt x="438" y="58"/>
                  <a:pt x="439" y="59"/>
                  <a:pt x="440" y="60"/>
                </a:cubicBezTo>
                <a:cubicBezTo>
                  <a:pt x="441" y="61"/>
                  <a:pt x="442" y="62"/>
                  <a:pt x="443" y="63"/>
                </a:cubicBezTo>
                <a:cubicBezTo>
                  <a:pt x="445" y="65"/>
                  <a:pt x="446" y="66"/>
                  <a:pt x="447" y="69"/>
                </a:cubicBezTo>
                <a:cubicBezTo>
                  <a:pt x="458" y="90"/>
                  <a:pt x="458" y="90"/>
                  <a:pt x="458" y="90"/>
                </a:cubicBezTo>
                <a:cubicBezTo>
                  <a:pt x="466" y="90"/>
                  <a:pt x="466" y="90"/>
                  <a:pt x="466" y="90"/>
                </a:cubicBezTo>
                <a:lnTo>
                  <a:pt x="454" y="67"/>
                </a:lnTo>
                <a:close/>
                <a:moveTo>
                  <a:pt x="437" y="51"/>
                </a:moveTo>
                <a:cubicBezTo>
                  <a:pt x="424" y="51"/>
                  <a:pt x="424" y="51"/>
                  <a:pt x="424" y="51"/>
                </a:cubicBezTo>
                <a:cubicBezTo>
                  <a:pt x="424" y="21"/>
                  <a:pt x="424" y="21"/>
                  <a:pt x="424" y="21"/>
                </a:cubicBezTo>
                <a:cubicBezTo>
                  <a:pt x="437" y="21"/>
                  <a:pt x="437" y="21"/>
                  <a:pt x="437" y="21"/>
                </a:cubicBezTo>
                <a:cubicBezTo>
                  <a:pt x="442" y="21"/>
                  <a:pt x="447" y="22"/>
                  <a:pt x="449" y="25"/>
                </a:cubicBezTo>
                <a:cubicBezTo>
                  <a:pt x="452" y="27"/>
                  <a:pt x="454" y="31"/>
                  <a:pt x="454" y="35"/>
                </a:cubicBezTo>
                <a:cubicBezTo>
                  <a:pt x="454" y="38"/>
                  <a:pt x="453" y="40"/>
                  <a:pt x="452" y="42"/>
                </a:cubicBezTo>
                <a:cubicBezTo>
                  <a:pt x="452" y="44"/>
                  <a:pt x="450" y="45"/>
                  <a:pt x="449" y="47"/>
                </a:cubicBezTo>
                <a:cubicBezTo>
                  <a:pt x="447" y="48"/>
                  <a:pt x="446" y="49"/>
                  <a:pt x="443" y="50"/>
                </a:cubicBezTo>
                <a:cubicBezTo>
                  <a:pt x="441" y="51"/>
                  <a:pt x="439" y="51"/>
                  <a:pt x="437" y="51"/>
                </a:cubicBezTo>
                <a:close/>
                <a:moveTo>
                  <a:pt x="479" y="90"/>
                </a:moveTo>
                <a:cubicBezTo>
                  <a:pt x="479" y="15"/>
                  <a:pt x="479" y="15"/>
                  <a:pt x="479" y="15"/>
                </a:cubicBezTo>
                <a:cubicBezTo>
                  <a:pt x="486" y="15"/>
                  <a:pt x="486" y="15"/>
                  <a:pt x="486" y="15"/>
                </a:cubicBezTo>
                <a:cubicBezTo>
                  <a:pt x="486" y="84"/>
                  <a:pt x="486" y="84"/>
                  <a:pt x="486" y="84"/>
                </a:cubicBezTo>
                <a:cubicBezTo>
                  <a:pt x="516" y="84"/>
                  <a:pt x="516" y="84"/>
                  <a:pt x="516" y="84"/>
                </a:cubicBezTo>
                <a:cubicBezTo>
                  <a:pt x="516" y="90"/>
                  <a:pt x="516" y="90"/>
                  <a:pt x="516" y="90"/>
                </a:cubicBezTo>
                <a:lnTo>
                  <a:pt x="479" y="90"/>
                </a:lnTo>
                <a:close/>
                <a:moveTo>
                  <a:pt x="529" y="90"/>
                </a:moveTo>
                <a:cubicBezTo>
                  <a:pt x="529" y="15"/>
                  <a:pt x="529" y="15"/>
                  <a:pt x="529" y="15"/>
                </a:cubicBezTo>
                <a:cubicBezTo>
                  <a:pt x="566" y="15"/>
                  <a:pt x="566" y="15"/>
                  <a:pt x="566" y="15"/>
                </a:cubicBezTo>
                <a:cubicBezTo>
                  <a:pt x="566" y="21"/>
                  <a:pt x="566" y="21"/>
                  <a:pt x="566" y="21"/>
                </a:cubicBezTo>
                <a:cubicBezTo>
                  <a:pt x="536" y="21"/>
                  <a:pt x="536" y="21"/>
                  <a:pt x="536" y="21"/>
                </a:cubicBezTo>
                <a:cubicBezTo>
                  <a:pt x="536" y="49"/>
                  <a:pt x="536" y="49"/>
                  <a:pt x="536" y="49"/>
                </a:cubicBezTo>
                <a:cubicBezTo>
                  <a:pt x="564" y="49"/>
                  <a:pt x="564" y="49"/>
                  <a:pt x="564" y="49"/>
                </a:cubicBezTo>
                <a:cubicBezTo>
                  <a:pt x="564" y="55"/>
                  <a:pt x="564" y="55"/>
                  <a:pt x="564" y="55"/>
                </a:cubicBezTo>
                <a:cubicBezTo>
                  <a:pt x="536" y="55"/>
                  <a:pt x="536" y="55"/>
                  <a:pt x="536" y="55"/>
                </a:cubicBezTo>
                <a:cubicBezTo>
                  <a:pt x="536" y="84"/>
                  <a:pt x="536" y="84"/>
                  <a:pt x="536" y="84"/>
                </a:cubicBezTo>
                <a:cubicBezTo>
                  <a:pt x="567" y="84"/>
                  <a:pt x="567" y="84"/>
                  <a:pt x="567" y="84"/>
                </a:cubicBezTo>
                <a:cubicBezTo>
                  <a:pt x="567" y="90"/>
                  <a:pt x="567" y="90"/>
                  <a:pt x="567" y="90"/>
                </a:cubicBezTo>
                <a:lnTo>
                  <a:pt x="529" y="90"/>
                </a:lnTo>
                <a:close/>
                <a:moveTo>
                  <a:pt x="620" y="67"/>
                </a:moveTo>
                <a:cubicBezTo>
                  <a:pt x="619" y="65"/>
                  <a:pt x="618" y="64"/>
                  <a:pt x="617" y="63"/>
                </a:cubicBezTo>
                <a:cubicBezTo>
                  <a:pt x="617" y="61"/>
                  <a:pt x="616" y="60"/>
                  <a:pt x="615" y="59"/>
                </a:cubicBezTo>
                <a:cubicBezTo>
                  <a:pt x="614" y="58"/>
                  <a:pt x="613" y="58"/>
                  <a:pt x="613" y="57"/>
                </a:cubicBezTo>
                <a:cubicBezTo>
                  <a:pt x="612" y="56"/>
                  <a:pt x="611" y="56"/>
                  <a:pt x="610" y="55"/>
                </a:cubicBezTo>
                <a:cubicBezTo>
                  <a:pt x="610" y="55"/>
                  <a:pt x="610" y="55"/>
                  <a:pt x="610" y="55"/>
                </a:cubicBezTo>
                <a:cubicBezTo>
                  <a:pt x="612" y="54"/>
                  <a:pt x="615" y="54"/>
                  <a:pt x="617" y="52"/>
                </a:cubicBezTo>
                <a:cubicBezTo>
                  <a:pt x="619" y="51"/>
                  <a:pt x="621" y="50"/>
                  <a:pt x="622" y="48"/>
                </a:cubicBezTo>
                <a:cubicBezTo>
                  <a:pt x="624" y="46"/>
                  <a:pt x="625" y="44"/>
                  <a:pt x="626" y="42"/>
                </a:cubicBezTo>
                <a:cubicBezTo>
                  <a:pt x="627" y="40"/>
                  <a:pt x="627" y="37"/>
                  <a:pt x="627" y="35"/>
                </a:cubicBezTo>
                <a:cubicBezTo>
                  <a:pt x="627" y="31"/>
                  <a:pt x="626" y="28"/>
                  <a:pt x="625" y="26"/>
                </a:cubicBezTo>
                <a:cubicBezTo>
                  <a:pt x="624" y="23"/>
                  <a:pt x="622" y="21"/>
                  <a:pt x="620" y="20"/>
                </a:cubicBezTo>
                <a:cubicBezTo>
                  <a:pt x="618" y="18"/>
                  <a:pt x="616" y="17"/>
                  <a:pt x="613" y="16"/>
                </a:cubicBezTo>
                <a:cubicBezTo>
                  <a:pt x="610" y="15"/>
                  <a:pt x="608" y="15"/>
                  <a:pt x="605" y="15"/>
                </a:cubicBezTo>
                <a:cubicBezTo>
                  <a:pt x="583" y="15"/>
                  <a:pt x="583" y="15"/>
                  <a:pt x="583" y="15"/>
                </a:cubicBezTo>
                <a:cubicBezTo>
                  <a:pt x="583" y="90"/>
                  <a:pt x="583" y="90"/>
                  <a:pt x="583" y="90"/>
                </a:cubicBezTo>
                <a:cubicBezTo>
                  <a:pt x="590" y="90"/>
                  <a:pt x="590" y="90"/>
                  <a:pt x="590" y="90"/>
                </a:cubicBezTo>
                <a:cubicBezTo>
                  <a:pt x="590" y="57"/>
                  <a:pt x="590" y="57"/>
                  <a:pt x="590" y="57"/>
                </a:cubicBezTo>
                <a:cubicBezTo>
                  <a:pt x="598" y="57"/>
                  <a:pt x="598" y="57"/>
                  <a:pt x="598" y="57"/>
                </a:cubicBezTo>
                <a:cubicBezTo>
                  <a:pt x="600" y="57"/>
                  <a:pt x="601" y="57"/>
                  <a:pt x="603" y="58"/>
                </a:cubicBezTo>
                <a:cubicBezTo>
                  <a:pt x="604" y="58"/>
                  <a:pt x="605" y="59"/>
                  <a:pt x="606" y="60"/>
                </a:cubicBezTo>
                <a:cubicBezTo>
                  <a:pt x="607" y="61"/>
                  <a:pt x="609" y="62"/>
                  <a:pt x="610" y="63"/>
                </a:cubicBezTo>
                <a:cubicBezTo>
                  <a:pt x="611" y="65"/>
                  <a:pt x="612" y="66"/>
                  <a:pt x="613" y="69"/>
                </a:cubicBezTo>
                <a:cubicBezTo>
                  <a:pt x="624" y="90"/>
                  <a:pt x="624" y="90"/>
                  <a:pt x="624" y="90"/>
                </a:cubicBezTo>
                <a:cubicBezTo>
                  <a:pt x="632" y="90"/>
                  <a:pt x="632" y="90"/>
                  <a:pt x="632" y="90"/>
                </a:cubicBezTo>
                <a:lnTo>
                  <a:pt x="620" y="67"/>
                </a:lnTo>
                <a:close/>
                <a:moveTo>
                  <a:pt x="603" y="51"/>
                </a:moveTo>
                <a:cubicBezTo>
                  <a:pt x="590" y="51"/>
                  <a:pt x="590" y="51"/>
                  <a:pt x="590" y="51"/>
                </a:cubicBezTo>
                <a:cubicBezTo>
                  <a:pt x="590" y="21"/>
                  <a:pt x="590" y="21"/>
                  <a:pt x="590" y="21"/>
                </a:cubicBezTo>
                <a:cubicBezTo>
                  <a:pt x="603" y="21"/>
                  <a:pt x="603" y="21"/>
                  <a:pt x="603" y="21"/>
                </a:cubicBezTo>
                <a:cubicBezTo>
                  <a:pt x="609" y="21"/>
                  <a:pt x="613" y="22"/>
                  <a:pt x="615" y="25"/>
                </a:cubicBezTo>
                <a:cubicBezTo>
                  <a:pt x="618" y="27"/>
                  <a:pt x="620" y="31"/>
                  <a:pt x="620" y="35"/>
                </a:cubicBezTo>
                <a:cubicBezTo>
                  <a:pt x="620" y="38"/>
                  <a:pt x="619" y="40"/>
                  <a:pt x="618" y="42"/>
                </a:cubicBezTo>
                <a:cubicBezTo>
                  <a:pt x="618" y="44"/>
                  <a:pt x="616" y="45"/>
                  <a:pt x="615" y="47"/>
                </a:cubicBezTo>
                <a:cubicBezTo>
                  <a:pt x="613" y="48"/>
                  <a:pt x="612" y="49"/>
                  <a:pt x="610" y="50"/>
                </a:cubicBezTo>
                <a:cubicBezTo>
                  <a:pt x="607" y="51"/>
                  <a:pt x="605" y="51"/>
                  <a:pt x="603" y="5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17" name="Freeform 232">
            <a:extLst>
              <a:ext uri="{FF2B5EF4-FFF2-40B4-BE49-F238E27FC236}">
                <a16:creationId xmlns:a16="http://schemas.microsoft.com/office/drawing/2014/main" id="{F092E047-3EE3-C6C0-4549-12E86FDBC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912093" y="2323627"/>
            <a:ext cx="1950999" cy="233759"/>
          </a:xfrm>
          <a:custGeom>
            <a:avLst/>
            <a:gdLst>
              <a:gd name="T0" fmla="*/ 21 w 642"/>
              <a:gd name="T1" fmla="*/ 76 h 77"/>
              <a:gd name="T2" fmla="*/ 0 w 642"/>
              <a:gd name="T3" fmla="*/ 1 h 77"/>
              <a:gd name="T4" fmla="*/ 27 w 642"/>
              <a:gd name="T5" fmla="*/ 6 h 77"/>
              <a:gd name="T6" fmla="*/ 96 w 642"/>
              <a:gd name="T7" fmla="*/ 1 h 77"/>
              <a:gd name="T8" fmla="*/ 66 w 642"/>
              <a:gd name="T9" fmla="*/ 36 h 77"/>
              <a:gd name="T10" fmla="*/ 66 w 642"/>
              <a:gd name="T11" fmla="*/ 40 h 77"/>
              <a:gd name="T12" fmla="*/ 98 w 642"/>
              <a:gd name="T13" fmla="*/ 76 h 77"/>
              <a:gd name="T14" fmla="*/ 139 w 642"/>
              <a:gd name="T15" fmla="*/ 41 h 77"/>
              <a:gd name="T16" fmla="*/ 157 w 642"/>
              <a:gd name="T17" fmla="*/ 20 h 77"/>
              <a:gd name="T18" fmla="*/ 115 w 642"/>
              <a:gd name="T19" fmla="*/ 1 h 77"/>
              <a:gd name="T20" fmla="*/ 120 w 642"/>
              <a:gd name="T21" fmla="*/ 43 h 77"/>
              <a:gd name="T22" fmla="*/ 143 w 642"/>
              <a:gd name="T23" fmla="*/ 54 h 77"/>
              <a:gd name="T24" fmla="*/ 148 w 642"/>
              <a:gd name="T25" fmla="*/ 52 h 77"/>
              <a:gd name="T26" fmla="*/ 120 w 642"/>
              <a:gd name="T27" fmla="*/ 6 h 77"/>
              <a:gd name="T28" fmla="*/ 152 w 642"/>
              <a:gd name="T29" fmla="*/ 21 h 77"/>
              <a:gd name="T30" fmla="*/ 175 w 642"/>
              <a:gd name="T31" fmla="*/ 76 h 77"/>
              <a:gd name="T32" fmla="*/ 180 w 642"/>
              <a:gd name="T33" fmla="*/ 76 h 77"/>
              <a:gd name="T34" fmla="*/ 264 w 642"/>
              <a:gd name="T35" fmla="*/ 23 h 77"/>
              <a:gd name="T36" fmla="*/ 262 w 642"/>
              <a:gd name="T37" fmla="*/ 18 h 77"/>
              <a:gd name="T38" fmla="*/ 207 w 642"/>
              <a:gd name="T39" fmla="*/ 18 h 77"/>
              <a:gd name="T40" fmla="*/ 204 w 642"/>
              <a:gd name="T41" fmla="*/ 21 h 77"/>
              <a:gd name="T42" fmla="*/ 199 w 642"/>
              <a:gd name="T43" fmla="*/ 1 h 77"/>
              <a:gd name="T44" fmla="*/ 233 w 642"/>
              <a:gd name="T45" fmla="*/ 63 h 77"/>
              <a:gd name="T46" fmla="*/ 235 w 642"/>
              <a:gd name="T47" fmla="*/ 68 h 77"/>
              <a:gd name="T48" fmla="*/ 265 w 642"/>
              <a:gd name="T49" fmla="*/ 1 h 77"/>
              <a:gd name="T50" fmla="*/ 264 w 642"/>
              <a:gd name="T51" fmla="*/ 76 h 77"/>
              <a:gd name="T52" fmla="*/ 282 w 642"/>
              <a:gd name="T53" fmla="*/ 76 h 77"/>
              <a:gd name="T54" fmla="*/ 329 w 642"/>
              <a:gd name="T55" fmla="*/ 53 h 77"/>
              <a:gd name="T56" fmla="*/ 316 w 642"/>
              <a:gd name="T57" fmla="*/ 1 h 77"/>
              <a:gd name="T58" fmla="*/ 313 w 642"/>
              <a:gd name="T59" fmla="*/ 7 h 77"/>
              <a:gd name="T60" fmla="*/ 315 w 642"/>
              <a:gd name="T61" fmla="*/ 13 h 77"/>
              <a:gd name="T62" fmla="*/ 425 w 642"/>
              <a:gd name="T63" fmla="*/ 76 h 77"/>
              <a:gd name="T64" fmla="*/ 391 w 642"/>
              <a:gd name="T65" fmla="*/ 38 h 77"/>
              <a:gd name="T66" fmla="*/ 386 w 642"/>
              <a:gd name="T67" fmla="*/ 1 h 77"/>
              <a:gd name="T68" fmla="*/ 391 w 642"/>
              <a:gd name="T69" fmla="*/ 36 h 77"/>
              <a:gd name="T70" fmla="*/ 430 w 642"/>
              <a:gd name="T71" fmla="*/ 1 h 77"/>
              <a:gd name="T72" fmla="*/ 425 w 642"/>
              <a:gd name="T73" fmla="*/ 76 h 77"/>
              <a:gd name="T74" fmla="*/ 436 w 642"/>
              <a:gd name="T75" fmla="*/ 76 h 77"/>
              <a:gd name="T76" fmla="*/ 483 w 642"/>
              <a:gd name="T77" fmla="*/ 53 h 77"/>
              <a:gd name="T78" fmla="*/ 469 w 642"/>
              <a:gd name="T79" fmla="*/ 1 h 77"/>
              <a:gd name="T80" fmla="*/ 467 w 642"/>
              <a:gd name="T81" fmla="*/ 7 h 77"/>
              <a:gd name="T82" fmla="*/ 468 w 642"/>
              <a:gd name="T83" fmla="*/ 13 h 77"/>
              <a:gd name="T84" fmla="*/ 508 w 642"/>
              <a:gd name="T85" fmla="*/ 73 h 77"/>
              <a:gd name="T86" fmla="*/ 538 w 642"/>
              <a:gd name="T87" fmla="*/ 69 h 77"/>
              <a:gd name="T88" fmla="*/ 526 w 642"/>
              <a:gd name="T89" fmla="*/ 40 h 77"/>
              <a:gd name="T90" fmla="*/ 514 w 642"/>
              <a:gd name="T91" fmla="*/ 5 h 77"/>
              <a:gd name="T92" fmla="*/ 544 w 642"/>
              <a:gd name="T93" fmla="*/ 7 h 77"/>
              <a:gd name="T94" fmla="*/ 514 w 642"/>
              <a:gd name="T95" fmla="*/ 18 h 77"/>
              <a:gd name="T96" fmla="*/ 544 w 642"/>
              <a:gd name="T97" fmla="*/ 47 h 77"/>
              <a:gd name="T98" fmla="*/ 524 w 642"/>
              <a:gd name="T99" fmla="*/ 77 h 77"/>
              <a:gd name="T100" fmla="*/ 564 w 642"/>
              <a:gd name="T101" fmla="*/ 76 h 77"/>
              <a:gd name="T102" fmla="*/ 569 w 642"/>
              <a:gd name="T103" fmla="*/ 76 h 77"/>
              <a:gd name="T104" fmla="*/ 636 w 642"/>
              <a:gd name="T105" fmla="*/ 40 h 77"/>
              <a:gd name="T106" fmla="*/ 588 w 642"/>
              <a:gd name="T107" fmla="*/ 76 h 77"/>
              <a:gd name="T108" fmla="*/ 593 w 642"/>
              <a:gd name="T109" fmla="*/ 35 h 77"/>
              <a:gd name="T110" fmla="*/ 642 w 642"/>
              <a:gd name="T111" fmla="*/ 1 h 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642" h="77">
                <a:moveTo>
                  <a:pt x="27" y="6"/>
                </a:moveTo>
                <a:cubicBezTo>
                  <a:pt x="27" y="76"/>
                  <a:pt x="27" y="76"/>
                  <a:pt x="27" y="76"/>
                </a:cubicBezTo>
                <a:cubicBezTo>
                  <a:pt x="21" y="76"/>
                  <a:pt x="21" y="76"/>
                  <a:pt x="21" y="76"/>
                </a:cubicBezTo>
                <a:cubicBezTo>
                  <a:pt x="21" y="6"/>
                  <a:pt x="21" y="6"/>
                  <a:pt x="21" y="6"/>
                </a:cubicBezTo>
                <a:cubicBezTo>
                  <a:pt x="0" y="6"/>
                  <a:pt x="0" y="6"/>
                  <a:pt x="0" y="6"/>
                </a:cubicBezTo>
                <a:cubicBezTo>
                  <a:pt x="0" y="1"/>
                  <a:pt x="0" y="1"/>
                  <a:pt x="0" y="1"/>
                </a:cubicBezTo>
                <a:cubicBezTo>
                  <a:pt x="48" y="1"/>
                  <a:pt x="48" y="1"/>
                  <a:pt x="48" y="1"/>
                </a:cubicBezTo>
                <a:cubicBezTo>
                  <a:pt x="48" y="6"/>
                  <a:pt x="48" y="6"/>
                  <a:pt x="48" y="6"/>
                </a:cubicBezTo>
                <a:lnTo>
                  <a:pt x="27" y="6"/>
                </a:lnTo>
                <a:close/>
                <a:moveTo>
                  <a:pt x="61" y="76"/>
                </a:moveTo>
                <a:cubicBezTo>
                  <a:pt x="61" y="1"/>
                  <a:pt x="61" y="1"/>
                  <a:pt x="61" y="1"/>
                </a:cubicBezTo>
                <a:cubicBezTo>
                  <a:pt x="96" y="1"/>
                  <a:pt x="96" y="1"/>
                  <a:pt x="96" y="1"/>
                </a:cubicBezTo>
                <a:cubicBezTo>
                  <a:pt x="96" y="6"/>
                  <a:pt x="96" y="6"/>
                  <a:pt x="96" y="6"/>
                </a:cubicBezTo>
                <a:cubicBezTo>
                  <a:pt x="66" y="6"/>
                  <a:pt x="66" y="6"/>
                  <a:pt x="66" y="6"/>
                </a:cubicBezTo>
                <a:cubicBezTo>
                  <a:pt x="66" y="36"/>
                  <a:pt x="66" y="36"/>
                  <a:pt x="66" y="36"/>
                </a:cubicBezTo>
                <a:cubicBezTo>
                  <a:pt x="94" y="36"/>
                  <a:pt x="94" y="36"/>
                  <a:pt x="94" y="36"/>
                </a:cubicBezTo>
                <a:cubicBezTo>
                  <a:pt x="94" y="40"/>
                  <a:pt x="94" y="40"/>
                  <a:pt x="94" y="40"/>
                </a:cubicBezTo>
                <a:cubicBezTo>
                  <a:pt x="66" y="40"/>
                  <a:pt x="66" y="40"/>
                  <a:pt x="66" y="40"/>
                </a:cubicBezTo>
                <a:cubicBezTo>
                  <a:pt x="66" y="71"/>
                  <a:pt x="66" y="71"/>
                  <a:pt x="66" y="71"/>
                </a:cubicBezTo>
                <a:cubicBezTo>
                  <a:pt x="98" y="71"/>
                  <a:pt x="98" y="71"/>
                  <a:pt x="98" y="71"/>
                </a:cubicBezTo>
                <a:cubicBezTo>
                  <a:pt x="98" y="76"/>
                  <a:pt x="98" y="76"/>
                  <a:pt x="98" y="76"/>
                </a:cubicBezTo>
                <a:lnTo>
                  <a:pt x="61" y="76"/>
                </a:lnTo>
                <a:close/>
                <a:moveTo>
                  <a:pt x="148" y="52"/>
                </a:moveTo>
                <a:cubicBezTo>
                  <a:pt x="145" y="46"/>
                  <a:pt x="142" y="42"/>
                  <a:pt x="139" y="41"/>
                </a:cubicBezTo>
                <a:cubicBezTo>
                  <a:pt x="139" y="41"/>
                  <a:pt x="139" y="41"/>
                  <a:pt x="139" y="41"/>
                </a:cubicBezTo>
                <a:cubicBezTo>
                  <a:pt x="145" y="40"/>
                  <a:pt x="149" y="38"/>
                  <a:pt x="152" y="34"/>
                </a:cubicBezTo>
                <a:cubicBezTo>
                  <a:pt x="156" y="30"/>
                  <a:pt x="157" y="26"/>
                  <a:pt x="157" y="20"/>
                </a:cubicBezTo>
                <a:cubicBezTo>
                  <a:pt x="157" y="14"/>
                  <a:pt x="155" y="10"/>
                  <a:pt x="151" y="6"/>
                </a:cubicBezTo>
                <a:cubicBezTo>
                  <a:pt x="148" y="3"/>
                  <a:pt x="142" y="1"/>
                  <a:pt x="136" y="1"/>
                </a:cubicBezTo>
                <a:cubicBezTo>
                  <a:pt x="115" y="1"/>
                  <a:pt x="115" y="1"/>
                  <a:pt x="115" y="1"/>
                </a:cubicBezTo>
                <a:cubicBezTo>
                  <a:pt x="115" y="76"/>
                  <a:pt x="115" y="76"/>
                  <a:pt x="115" y="76"/>
                </a:cubicBezTo>
                <a:cubicBezTo>
                  <a:pt x="120" y="76"/>
                  <a:pt x="120" y="76"/>
                  <a:pt x="120" y="76"/>
                </a:cubicBezTo>
                <a:cubicBezTo>
                  <a:pt x="120" y="43"/>
                  <a:pt x="120" y="43"/>
                  <a:pt x="120" y="43"/>
                </a:cubicBezTo>
                <a:cubicBezTo>
                  <a:pt x="129" y="43"/>
                  <a:pt x="129" y="43"/>
                  <a:pt x="129" y="43"/>
                </a:cubicBezTo>
                <a:cubicBezTo>
                  <a:pt x="133" y="43"/>
                  <a:pt x="135" y="43"/>
                  <a:pt x="137" y="45"/>
                </a:cubicBezTo>
                <a:cubicBezTo>
                  <a:pt x="139" y="46"/>
                  <a:pt x="141" y="49"/>
                  <a:pt x="143" y="54"/>
                </a:cubicBezTo>
                <a:cubicBezTo>
                  <a:pt x="153" y="76"/>
                  <a:pt x="153" y="76"/>
                  <a:pt x="153" y="76"/>
                </a:cubicBezTo>
                <a:cubicBezTo>
                  <a:pt x="159" y="76"/>
                  <a:pt x="159" y="76"/>
                  <a:pt x="159" y="76"/>
                </a:cubicBezTo>
                <a:lnTo>
                  <a:pt x="148" y="52"/>
                </a:lnTo>
                <a:close/>
                <a:moveTo>
                  <a:pt x="133" y="38"/>
                </a:moveTo>
                <a:cubicBezTo>
                  <a:pt x="120" y="38"/>
                  <a:pt x="120" y="38"/>
                  <a:pt x="120" y="38"/>
                </a:cubicBezTo>
                <a:cubicBezTo>
                  <a:pt x="120" y="6"/>
                  <a:pt x="120" y="6"/>
                  <a:pt x="120" y="6"/>
                </a:cubicBezTo>
                <a:cubicBezTo>
                  <a:pt x="134" y="6"/>
                  <a:pt x="134" y="6"/>
                  <a:pt x="134" y="6"/>
                </a:cubicBezTo>
                <a:cubicBezTo>
                  <a:pt x="140" y="6"/>
                  <a:pt x="144" y="7"/>
                  <a:pt x="147" y="10"/>
                </a:cubicBezTo>
                <a:cubicBezTo>
                  <a:pt x="150" y="12"/>
                  <a:pt x="152" y="16"/>
                  <a:pt x="152" y="21"/>
                </a:cubicBezTo>
                <a:cubicBezTo>
                  <a:pt x="152" y="26"/>
                  <a:pt x="150" y="30"/>
                  <a:pt x="147" y="33"/>
                </a:cubicBezTo>
                <a:cubicBezTo>
                  <a:pt x="143" y="36"/>
                  <a:pt x="139" y="38"/>
                  <a:pt x="133" y="38"/>
                </a:cubicBezTo>
                <a:close/>
                <a:moveTo>
                  <a:pt x="175" y="76"/>
                </a:moveTo>
                <a:cubicBezTo>
                  <a:pt x="175" y="1"/>
                  <a:pt x="175" y="1"/>
                  <a:pt x="175" y="1"/>
                </a:cubicBezTo>
                <a:cubicBezTo>
                  <a:pt x="180" y="1"/>
                  <a:pt x="180" y="1"/>
                  <a:pt x="180" y="1"/>
                </a:cubicBezTo>
                <a:cubicBezTo>
                  <a:pt x="180" y="76"/>
                  <a:pt x="180" y="76"/>
                  <a:pt x="180" y="76"/>
                </a:cubicBezTo>
                <a:lnTo>
                  <a:pt x="175" y="76"/>
                </a:lnTo>
                <a:close/>
                <a:moveTo>
                  <a:pt x="264" y="76"/>
                </a:moveTo>
                <a:cubicBezTo>
                  <a:pt x="264" y="23"/>
                  <a:pt x="264" y="23"/>
                  <a:pt x="264" y="23"/>
                </a:cubicBezTo>
                <a:cubicBezTo>
                  <a:pt x="264" y="21"/>
                  <a:pt x="265" y="18"/>
                  <a:pt x="265" y="12"/>
                </a:cubicBezTo>
                <a:cubicBezTo>
                  <a:pt x="265" y="12"/>
                  <a:pt x="265" y="12"/>
                  <a:pt x="265" y="12"/>
                </a:cubicBezTo>
                <a:cubicBezTo>
                  <a:pt x="264" y="14"/>
                  <a:pt x="263" y="17"/>
                  <a:pt x="262" y="18"/>
                </a:cubicBezTo>
                <a:cubicBezTo>
                  <a:pt x="235" y="76"/>
                  <a:pt x="235" y="76"/>
                  <a:pt x="235" y="76"/>
                </a:cubicBezTo>
                <a:cubicBezTo>
                  <a:pt x="234" y="76"/>
                  <a:pt x="234" y="76"/>
                  <a:pt x="234" y="76"/>
                </a:cubicBezTo>
                <a:cubicBezTo>
                  <a:pt x="207" y="18"/>
                  <a:pt x="207" y="18"/>
                  <a:pt x="207" y="18"/>
                </a:cubicBezTo>
                <a:cubicBezTo>
                  <a:pt x="206" y="17"/>
                  <a:pt x="205" y="14"/>
                  <a:pt x="204" y="11"/>
                </a:cubicBezTo>
                <a:cubicBezTo>
                  <a:pt x="204" y="11"/>
                  <a:pt x="204" y="11"/>
                  <a:pt x="204" y="11"/>
                </a:cubicBezTo>
                <a:cubicBezTo>
                  <a:pt x="204" y="15"/>
                  <a:pt x="204" y="18"/>
                  <a:pt x="204" y="21"/>
                </a:cubicBezTo>
                <a:cubicBezTo>
                  <a:pt x="204" y="76"/>
                  <a:pt x="204" y="76"/>
                  <a:pt x="204" y="76"/>
                </a:cubicBezTo>
                <a:cubicBezTo>
                  <a:pt x="199" y="76"/>
                  <a:pt x="199" y="76"/>
                  <a:pt x="199" y="76"/>
                </a:cubicBezTo>
                <a:cubicBezTo>
                  <a:pt x="199" y="1"/>
                  <a:pt x="199" y="1"/>
                  <a:pt x="199" y="1"/>
                </a:cubicBezTo>
                <a:cubicBezTo>
                  <a:pt x="204" y="1"/>
                  <a:pt x="204" y="1"/>
                  <a:pt x="204" y="1"/>
                </a:cubicBezTo>
                <a:cubicBezTo>
                  <a:pt x="232" y="61"/>
                  <a:pt x="232" y="61"/>
                  <a:pt x="232" y="61"/>
                </a:cubicBezTo>
                <a:cubicBezTo>
                  <a:pt x="232" y="62"/>
                  <a:pt x="232" y="62"/>
                  <a:pt x="233" y="63"/>
                </a:cubicBezTo>
                <a:cubicBezTo>
                  <a:pt x="233" y="63"/>
                  <a:pt x="233" y="64"/>
                  <a:pt x="233" y="65"/>
                </a:cubicBezTo>
                <a:cubicBezTo>
                  <a:pt x="234" y="66"/>
                  <a:pt x="234" y="67"/>
                  <a:pt x="234" y="68"/>
                </a:cubicBezTo>
                <a:cubicBezTo>
                  <a:pt x="235" y="68"/>
                  <a:pt x="235" y="68"/>
                  <a:pt x="235" y="68"/>
                </a:cubicBezTo>
                <a:cubicBezTo>
                  <a:pt x="235" y="66"/>
                  <a:pt x="235" y="66"/>
                  <a:pt x="235" y="66"/>
                </a:cubicBezTo>
                <a:cubicBezTo>
                  <a:pt x="235" y="66"/>
                  <a:pt x="236" y="64"/>
                  <a:pt x="237" y="61"/>
                </a:cubicBezTo>
                <a:cubicBezTo>
                  <a:pt x="265" y="1"/>
                  <a:pt x="265" y="1"/>
                  <a:pt x="265" y="1"/>
                </a:cubicBezTo>
                <a:cubicBezTo>
                  <a:pt x="269" y="1"/>
                  <a:pt x="269" y="1"/>
                  <a:pt x="269" y="1"/>
                </a:cubicBezTo>
                <a:cubicBezTo>
                  <a:pt x="269" y="76"/>
                  <a:pt x="269" y="76"/>
                  <a:pt x="269" y="76"/>
                </a:cubicBezTo>
                <a:lnTo>
                  <a:pt x="264" y="76"/>
                </a:lnTo>
                <a:close/>
                <a:moveTo>
                  <a:pt x="316" y="1"/>
                </a:moveTo>
                <a:cubicBezTo>
                  <a:pt x="311" y="1"/>
                  <a:pt x="311" y="1"/>
                  <a:pt x="311" y="1"/>
                </a:cubicBezTo>
                <a:cubicBezTo>
                  <a:pt x="282" y="76"/>
                  <a:pt x="282" y="76"/>
                  <a:pt x="282" y="76"/>
                </a:cubicBezTo>
                <a:cubicBezTo>
                  <a:pt x="288" y="76"/>
                  <a:pt x="288" y="76"/>
                  <a:pt x="288" y="76"/>
                </a:cubicBezTo>
                <a:cubicBezTo>
                  <a:pt x="297" y="53"/>
                  <a:pt x="297" y="53"/>
                  <a:pt x="297" y="53"/>
                </a:cubicBezTo>
                <a:cubicBezTo>
                  <a:pt x="329" y="53"/>
                  <a:pt x="329" y="53"/>
                  <a:pt x="329" y="53"/>
                </a:cubicBezTo>
                <a:cubicBezTo>
                  <a:pt x="338" y="76"/>
                  <a:pt x="338" y="76"/>
                  <a:pt x="338" y="76"/>
                </a:cubicBezTo>
                <a:cubicBezTo>
                  <a:pt x="344" y="76"/>
                  <a:pt x="344" y="76"/>
                  <a:pt x="344" y="76"/>
                </a:cubicBezTo>
                <a:lnTo>
                  <a:pt x="316" y="1"/>
                </a:lnTo>
                <a:close/>
                <a:moveTo>
                  <a:pt x="298" y="48"/>
                </a:moveTo>
                <a:cubicBezTo>
                  <a:pt x="311" y="13"/>
                  <a:pt x="311" y="13"/>
                  <a:pt x="311" y="13"/>
                </a:cubicBezTo>
                <a:cubicBezTo>
                  <a:pt x="312" y="12"/>
                  <a:pt x="312" y="10"/>
                  <a:pt x="313" y="7"/>
                </a:cubicBezTo>
                <a:cubicBezTo>
                  <a:pt x="313" y="7"/>
                  <a:pt x="313" y="7"/>
                  <a:pt x="313" y="7"/>
                </a:cubicBezTo>
                <a:cubicBezTo>
                  <a:pt x="313" y="8"/>
                  <a:pt x="313" y="9"/>
                  <a:pt x="314" y="10"/>
                </a:cubicBezTo>
                <a:cubicBezTo>
                  <a:pt x="314" y="11"/>
                  <a:pt x="314" y="12"/>
                  <a:pt x="315" y="13"/>
                </a:cubicBezTo>
                <a:cubicBezTo>
                  <a:pt x="327" y="48"/>
                  <a:pt x="327" y="48"/>
                  <a:pt x="327" y="48"/>
                </a:cubicBezTo>
                <a:lnTo>
                  <a:pt x="298" y="48"/>
                </a:lnTo>
                <a:close/>
                <a:moveTo>
                  <a:pt x="425" y="76"/>
                </a:moveTo>
                <a:cubicBezTo>
                  <a:pt x="393" y="40"/>
                  <a:pt x="393" y="40"/>
                  <a:pt x="393" y="40"/>
                </a:cubicBezTo>
                <a:cubicBezTo>
                  <a:pt x="392" y="39"/>
                  <a:pt x="391" y="39"/>
                  <a:pt x="391" y="38"/>
                </a:cubicBezTo>
                <a:cubicBezTo>
                  <a:pt x="391" y="38"/>
                  <a:pt x="391" y="38"/>
                  <a:pt x="391" y="38"/>
                </a:cubicBezTo>
                <a:cubicBezTo>
                  <a:pt x="391" y="76"/>
                  <a:pt x="391" y="76"/>
                  <a:pt x="391" y="76"/>
                </a:cubicBezTo>
                <a:cubicBezTo>
                  <a:pt x="386" y="76"/>
                  <a:pt x="386" y="76"/>
                  <a:pt x="386" y="76"/>
                </a:cubicBezTo>
                <a:cubicBezTo>
                  <a:pt x="386" y="1"/>
                  <a:pt x="386" y="1"/>
                  <a:pt x="386" y="1"/>
                </a:cubicBezTo>
                <a:cubicBezTo>
                  <a:pt x="391" y="1"/>
                  <a:pt x="391" y="1"/>
                  <a:pt x="391" y="1"/>
                </a:cubicBezTo>
                <a:cubicBezTo>
                  <a:pt x="391" y="36"/>
                  <a:pt x="391" y="36"/>
                  <a:pt x="391" y="36"/>
                </a:cubicBezTo>
                <a:cubicBezTo>
                  <a:pt x="391" y="36"/>
                  <a:pt x="391" y="36"/>
                  <a:pt x="391" y="36"/>
                </a:cubicBezTo>
                <a:cubicBezTo>
                  <a:pt x="392" y="36"/>
                  <a:pt x="392" y="35"/>
                  <a:pt x="393" y="34"/>
                </a:cubicBezTo>
                <a:cubicBezTo>
                  <a:pt x="423" y="1"/>
                  <a:pt x="423" y="1"/>
                  <a:pt x="423" y="1"/>
                </a:cubicBezTo>
                <a:cubicBezTo>
                  <a:pt x="430" y="1"/>
                  <a:pt x="430" y="1"/>
                  <a:pt x="430" y="1"/>
                </a:cubicBezTo>
                <a:cubicBezTo>
                  <a:pt x="397" y="37"/>
                  <a:pt x="397" y="37"/>
                  <a:pt x="397" y="37"/>
                </a:cubicBezTo>
                <a:cubicBezTo>
                  <a:pt x="432" y="76"/>
                  <a:pt x="432" y="76"/>
                  <a:pt x="432" y="76"/>
                </a:cubicBezTo>
                <a:lnTo>
                  <a:pt x="425" y="76"/>
                </a:lnTo>
                <a:close/>
                <a:moveTo>
                  <a:pt x="469" y="1"/>
                </a:moveTo>
                <a:cubicBezTo>
                  <a:pt x="464" y="1"/>
                  <a:pt x="464" y="1"/>
                  <a:pt x="464" y="1"/>
                </a:cubicBezTo>
                <a:cubicBezTo>
                  <a:pt x="436" y="76"/>
                  <a:pt x="436" y="76"/>
                  <a:pt x="436" y="76"/>
                </a:cubicBezTo>
                <a:cubicBezTo>
                  <a:pt x="442" y="76"/>
                  <a:pt x="442" y="76"/>
                  <a:pt x="442" y="76"/>
                </a:cubicBezTo>
                <a:cubicBezTo>
                  <a:pt x="450" y="53"/>
                  <a:pt x="450" y="53"/>
                  <a:pt x="450" y="53"/>
                </a:cubicBezTo>
                <a:cubicBezTo>
                  <a:pt x="483" y="53"/>
                  <a:pt x="483" y="53"/>
                  <a:pt x="483" y="53"/>
                </a:cubicBezTo>
                <a:cubicBezTo>
                  <a:pt x="492" y="76"/>
                  <a:pt x="492" y="76"/>
                  <a:pt x="492" y="76"/>
                </a:cubicBezTo>
                <a:cubicBezTo>
                  <a:pt x="497" y="76"/>
                  <a:pt x="497" y="76"/>
                  <a:pt x="497" y="76"/>
                </a:cubicBezTo>
                <a:lnTo>
                  <a:pt x="469" y="1"/>
                </a:lnTo>
                <a:close/>
                <a:moveTo>
                  <a:pt x="452" y="48"/>
                </a:moveTo>
                <a:cubicBezTo>
                  <a:pt x="465" y="13"/>
                  <a:pt x="465" y="13"/>
                  <a:pt x="465" y="13"/>
                </a:cubicBezTo>
                <a:cubicBezTo>
                  <a:pt x="465" y="12"/>
                  <a:pt x="466" y="10"/>
                  <a:pt x="467" y="7"/>
                </a:cubicBezTo>
                <a:cubicBezTo>
                  <a:pt x="467" y="7"/>
                  <a:pt x="467" y="7"/>
                  <a:pt x="467" y="7"/>
                </a:cubicBezTo>
                <a:cubicBezTo>
                  <a:pt x="467" y="8"/>
                  <a:pt x="467" y="9"/>
                  <a:pt x="468" y="10"/>
                </a:cubicBezTo>
                <a:cubicBezTo>
                  <a:pt x="468" y="11"/>
                  <a:pt x="468" y="12"/>
                  <a:pt x="468" y="13"/>
                </a:cubicBezTo>
                <a:cubicBezTo>
                  <a:pt x="481" y="48"/>
                  <a:pt x="481" y="48"/>
                  <a:pt x="481" y="48"/>
                </a:cubicBezTo>
                <a:lnTo>
                  <a:pt x="452" y="48"/>
                </a:lnTo>
                <a:close/>
                <a:moveTo>
                  <a:pt x="508" y="73"/>
                </a:moveTo>
                <a:cubicBezTo>
                  <a:pt x="508" y="67"/>
                  <a:pt x="508" y="67"/>
                  <a:pt x="508" y="67"/>
                </a:cubicBezTo>
                <a:cubicBezTo>
                  <a:pt x="513" y="71"/>
                  <a:pt x="519" y="73"/>
                  <a:pt x="524" y="73"/>
                </a:cubicBezTo>
                <a:cubicBezTo>
                  <a:pt x="530" y="73"/>
                  <a:pt x="535" y="71"/>
                  <a:pt x="538" y="69"/>
                </a:cubicBezTo>
                <a:cubicBezTo>
                  <a:pt x="541" y="67"/>
                  <a:pt x="542" y="63"/>
                  <a:pt x="542" y="59"/>
                </a:cubicBezTo>
                <a:cubicBezTo>
                  <a:pt x="542" y="55"/>
                  <a:pt x="541" y="52"/>
                  <a:pt x="539" y="50"/>
                </a:cubicBezTo>
                <a:cubicBezTo>
                  <a:pt x="537" y="47"/>
                  <a:pt x="533" y="44"/>
                  <a:pt x="526" y="40"/>
                </a:cubicBezTo>
                <a:cubicBezTo>
                  <a:pt x="518" y="36"/>
                  <a:pt x="513" y="32"/>
                  <a:pt x="511" y="29"/>
                </a:cubicBezTo>
                <a:cubicBezTo>
                  <a:pt x="509" y="26"/>
                  <a:pt x="508" y="23"/>
                  <a:pt x="508" y="19"/>
                </a:cubicBezTo>
                <a:cubicBezTo>
                  <a:pt x="508" y="13"/>
                  <a:pt x="510" y="9"/>
                  <a:pt x="514" y="5"/>
                </a:cubicBezTo>
                <a:cubicBezTo>
                  <a:pt x="519" y="1"/>
                  <a:pt x="524" y="0"/>
                  <a:pt x="531" y="0"/>
                </a:cubicBezTo>
                <a:cubicBezTo>
                  <a:pt x="535" y="0"/>
                  <a:pt x="540" y="0"/>
                  <a:pt x="544" y="2"/>
                </a:cubicBezTo>
                <a:cubicBezTo>
                  <a:pt x="544" y="7"/>
                  <a:pt x="544" y="7"/>
                  <a:pt x="544" y="7"/>
                </a:cubicBezTo>
                <a:cubicBezTo>
                  <a:pt x="540" y="5"/>
                  <a:pt x="535" y="4"/>
                  <a:pt x="530" y="4"/>
                </a:cubicBezTo>
                <a:cubicBezTo>
                  <a:pt x="525" y="4"/>
                  <a:pt x="521" y="6"/>
                  <a:pt x="518" y="8"/>
                </a:cubicBezTo>
                <a:cubicBezTo>
                  <a:pt x="515" y="11"/>
                  <a:pt x="514" y="14"/>
                  <a:pt x="514" y="18"/>
                </a:cubicBezTo>
                <a:cubicBezTo>
                  <a:pt x="514" y="22"/>
                  <a:pt x="515" y="25"/>
                  <a:pt x="517" y="27"/>
                </a:cubicBezTo>
                <a:cubicBezTo>
                  <a:pt x="519" y="29"/>
                  <a:pt x="523" y="33"/>
                  <a:pt x="530" y="36"/>
                </a:cubicBezTo>
                <a:cubicBezTo>
                  <a:pt x="537" y="40"/>
                  <a:pt x="542" y="44"/>
                  <a:pt x="544" y="47"/>
                </a:cubicBezTo>
                <a:cubicBezTo>
                  <a:pt x="546" y="50"/>
                  <a:pt x="547" y="54"/>
                  <a:pt x="547" y="58"/>
                </a:cubicBezTo>
                <a:cubicBezTo>
                  <a:pt x="547" y="64"/>
                  <a:pt x="545" y="68"/>
                  <a:pt x="541" y="72"/>
                </a:cubicBezTo>
                <a:cubicBezTo>
                  <a:pt x="537" y="76"/>
                  <a:pt x="532" y="77"/>
                  <a:pt x="524" y="77"/>
                </a:cubicBezTo>
                <a:cubicBezTo>
                  <a:pt x="522" y="77"/>
                  <a:pt x="519" y="77"/>
                  <a:pt x="516" y="76"/>
                </a:cubicBezTo>
                <a:cubicBezTo>
                  <a:pt x="512" y="75"/>
                  <a:pt x="510" y="74"/>
                  <a:pt x="508" y="73"/>
                </a:cubicBezTo>
                <a:close/>
                <a:moveTo>
                  <a:pt x="564" y="76"/>
                </a:moveTo>
                <a:cubicBezTo>
                  <a:pt x="564" y="1"/>
                  <a:pt x="564" y="1"/>
                  <a:pt x="564" y="1"/>
                </a:cubicBezTo>
                <a:cubicBezTo>
                  <a:pt x="569" y="1"/>
                  <a:pt x="569" y="1"/>
                  <a:pt x="569" y="1"/>
                </a:cubicBezTo>
                <a:cubicBezTo>
                  <a:pt x="569" y="76"/>
                  <a:pt x="569" y="76"/>
                  <a:pt x="569" y="76"/>
                </a:cubicBezTo>
                <a:lnTo>
                  <a:pt x="564" y="76"/>
                </a:lnTo>
                <a:close/>
                <a:moveTo>
                  <a:pt x="636" y="76"/>
                </a:moveTo>
                <a:cubicBezTo>
                  <a:pt x="636" y="40"/>
                  <a:pt x="636" y="40"/>
                  <a:pt x="636" y="40"/>
                </a:cubicBezTo>
                <a:cubicBezTo>
                  <a:pt x="593" y="40"/>
                  <a:pt x="593" y="40"/>
                  <a:pt x="593" y="40"/>
                </a:cubicBezTo>
                <a:cubicBezTo>
                  <a:pt x="593" y="76"/>
                  <a:pt x="593" y="76"/>
                  <a:pt x="593" y="76"/>
                </a:cubicBezTo>
                <a:cubicBezTo>
                  <a:pt x="588" y="76"/>
                  <a:pt x="588" y="76"/>
                  <a:pt x="588" y="76"/>
                </a:cubicBezTo>
                <a:cubicBezTo>
                  <a:pt x="588" y="1"/>
                  <a:pt x="588" y="1"/>
                  <a:pt x="588" y="1"/>
                </a:cubicBezTo>
                <a:cubicBezTo>
                  <a:pt x="593" y="1"/>
                  <a:pt x="593" y="1"/>
                  <a:pt x="593" y="1"/>
                </a:cubicBezTo>
                <a:cubicBezTo>
                  <a:pt x="593" y="35"/>
                  <a:pt x="593" y="35"/>
                  <a:pt x="593" y="35"/>
                </a:cubicBezTo>
                <a:cubicBezTo>
                  <a:pt x="636" y="35"/>
                  <a:pt x="636" y="35"/>
                  <a:pt x="636" y="35"/>
                </a:cubicBezTo>
                <a:cubicBezTo>
                  <a:pt x="636" y="1"/>
                  <a:pt x="636" y="1"/>
                  <a:pt x="636" y="1"/>
                </a:cubicBezTo>
                <a:cubicBezTo>
                  <a:pt x="642" y="1"/>
                  <a:pt x="642" y="1"/>
                  <a:pt x="642" y="1"/>
                </a:cubicBezTo>
                <a:cubicBezTo>
                  <a:pt x="642" y="76"/>
                  <a:pt x="642" y="76"/>
                  <a:pt x="642" y="76"/>
                </a:cubicBezTo>
                <a:lnTo>
                  <a:pt x="636" y="76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18" name="Freeform 233">
            <a:extLst>
              <a:ext uri="{FF2B5EF4-FFF2-40B4-BE49-F238E27FC236}">
                <a16:creationId xmlns:a16="http://schemas.microsoft.com/office/drawing/2014/main" id="{CA5B5D24-E381-CC24-F4F5-A0FCE4C8B2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7117341" y="4900835"/>
            <a:ext cx="1408983" cy="237614"/>
          </a:xfrm>
          <a:custGeom>
            <a:avLst/>
            <a:gdLst>
              <a:gd name="T0" fmla="*/ 53 w 464"/>
              <a:gd name="T1" fmla="*/ 9 h 78"/>
              <a:gd name="T2" fmla="*/ 51 w 464"/>
              <a:gd name="T3" fmla="*/ 14 h 78"/>
              <a:gd name="T4" fmla="*/ 7 w 464"/>
              <a:gd name="T5" fmla="*/ 15 h 78"/>
              <a:gd name="T6" fmla="*/ 5 w 464"/>
              <a:gd name="T7" fmla="*/ 13 h 78"/>
              <a:gd name="T8" fmla="*/ 0 w 464"/>
              <a:gd name="T9" fmla="*/ 60 h 78"/>
              <a:gd name="T10" fmla="*/ 27 w 464"/>
              <a:gd name="T11" fmla="*/ 45 h 78"/>
              <a:gd name="T12" fmla="*/ 29 w 464"/>
              <a:gd name="T13" fmla="*/ 51 h 78"/>
              <a:gd name="T14" fmla="*/ 52 w 464"/>
              <a:gd name="T15" fmla="*/ 1 h 78"/>
              <a:gd name="T16" fmla="*/ 53 w 464"/>
              <a:gd name="T17" fmla="*/ 60 h 78"/>
              <a:gd name="T18" fmla="*/ 73 w 464"/>
              <a:gd name="T19" fmla="*/ 37 h 78"/>
              <a:gd name="T20" fmla="*/ 78 w 464"/>
              <a:gd name="T21" fmla="*/ 37 h 78"/>
              <a:gd name="T22" fmla="*/ 110 w 464"/>
              <a:gd name="T23" fmla="*/ 37 h 78"/>
              <a:gd name="T24" fmla="*/ 115 w 464"/>
              <a:gd name="T25" fmla="*/ 36 h 78"/>
              <a:gd name="T26" fmla="*/ 135 w 464"/>
              <a:gd name="T27" fmla="*/ 1 h 78"/>
              <a:gd name="T28" fmla="*/ 159 w 464"/>
              <a:gd name="T29" fmla="*/ 60 h 78"/>
              <a:gd name="T30" fmla="*/ 182 w 464"/>
              <a:gd name="T31" fmla="*/ 60 h 78"/>
              <a:gd name="T32" fmla="*/ 159 w 464"/>
              <a:gd name="T33" fmla="*/ 6 h 78"/>
              <a:gd name="T34" fmla="*/ 199 w 464"/>
              <a:gd name="T35" fmla="*/ 6 h 78"/>
              <a:gd name="T36" fmla="*/ 178 w 464"/>
              <a:gd name="T37" fmla="*/ 78 h 78"/>
              <a:gd name="T38" fmla="*/ 178 w 464"/>
              <a:gd name="T39" fmla="*/ 75 h 78"/>
              <a:gd name="T40" fmla="*/ 178 w 464"/>
              <a:gd name="T41" fmla="*/ 68 h 78"/>
              <a:gd name="T42" fmla="*/ 180 w 464"/>
              <a:gd name="T43" fmla="*/ 60 h 78"/>
              <a:gd name="T44" fmla="*/ 189 w 464"/>
              <a:gd name="T45" fmla="*/ 71 h 78"/>
              <a:gd name="T46" fmla="*/ 208 w 464"/>
              <a:gd name="T47" fmla="*/ 37 h 78"/>
              <a:gd name="T48" fmla="*/ 213 w 464"/>
              <a:gd name="T49" fmla="*/ 37 h 78"/>
              <a:gd name="T50" fmla="*/ 245 w 464"/>
              <a:gd name="T51" fmla="*/ 37 h 78"/>
              <a:gd name="T52" fmla="*/ 250 w 464"/>
              <a:gd name="T53" fmla="*/ 36 h 78"/>
              <a:gd name="T54" fmla="*/ 318 w 464"/>
              <a:gd name="T55" fmla="*/ 9 h 78"/>
              <a:gd name="T56" fmla="*/ 316 w 464"/>
              <a:gd name="T57" fmla="*/ 14 h 78"/>
              <a:gd name="T58" fmla="*/ 272 w 464"/>
              <a:gd name="T59" fmla="*/ 15 h 78"/>
              <a:gd name="T60" fmla="*/ 270 w 464"/>
              <a:gd name="T61" fmla="*/ 13 h 78"/>
              <a:gd name="T62" fmla="*/ 265 w 464"/>
              <a:gd name="T63" fmla="*/ 60 h 78"/>
              <a:gd name="T64" fmla="*/ 292 w 464"/>
              <a:gd name="T65" fmla="*/ 45 h 78"/>
              <a:gd name="T66" fmla="*/ 294 w 464"/>
              <a:gd name="T67" fmla="*/ 51 h 78"/>
              <a:gd name="T68" fmla="*/ 317 w 464"/>
              <a:gd name="T69" fmla="*/ 1 h 78"/>
              <a:gd name="T70" fmla="*/ 317 w 464"/>
              <a:gd name="T71" fmla="*/ 60 h 78"/>
              <a:gd name="T72" fmla="*/ 367 w 464"/>
              <a:gd name="T73" fmla="*/ 1 h 78"/>
              <a:gd name="T74" fmla="*/ 344 w 464"/>
              <a:gd name="T75" fmla="*/ 27 h 78"/>
              <a:gd name="T76" fmla="*/ 344 w 464"/>
              <a:gd name="T77" fmla="*/ 32 h 78"/>
              <a:gd name="T78" fmla="*/ 368 w 464"/>
              <a:gd name="T79" fmla="*/ 60 h 78"/>
              <a:gd name="T80" fmla="*/ 382 w 464"/>
              <a:gd name="T81" fmla="*/ 53 h 78"/>
              <a:gd name="T82" fmla="*/ 393 w 464"/>
              <a:gd name="T83" fmla="*/ 56 h 78"/>
              <a:gd name="T84" fmla="*/ 406 w 464"/>
              <a:gd name="T85" fmla="*/ 42 h 78"/>
              <a:gd name="T86" fmla="*/ 393 w 464"/>
              <a:gd name="T87" fmla="*/ 32 h 78"/>
              <a:gd name="T88" fmla="*/ 380 w 464"/>
              <a:gd name="T89" fmla="*/ 20 h 78"/>
              <a:gd name="T90" fmla="*/ 384 w 464"/>
              <a:gd name="T91" fmla="*/ 4 h 78"/>
              <a:gd name="T92" fmla="*/ 410 w 464"/>
              <a:gd name="T93" fmla="*/ 2 h 78"/>
              <a:gd name="T94" fmla="*/ 392 w 464"/>
              <a:gd name="T95" fmla="*/ 5 h 78"/>
              <a:gd name="T96" fmla="*/ 384 w 464"/>
              <a:gd name="T97" fmla="*/ 15 h 78"/>
              <a:gd name="T98" fmla="*/ 391 w 464"/>
              <a:gd name="T99" fmla="*/ 25 h 78"/>
              <a:gd name="T100" fmla="*/ 408 w 464"/>
              <a:gd name="T101" fmla="*/ 36 h 78"/>
              <a:gd name="T102" fmla="*/ 411 w 464"/>
              <a:gd name="T103" fmla="*/ 52 h 78"/>
              <a:gd name="T104" fmla="*/ 393 w 464"/>
              <a:gd name="T105" fmla="*/ 61 h 78"/>
              <a:gd name="T106" fmla="*/ 381 w 464"/>
              <a:gd name="T107" fmla="*/ 59 h 78"/>
              <a:gd name="T108" fmla="*/ 464 w 464"/>
              <a:gd name="T109" fmla="*/ 58 h 78"/>
              <a:gd name="T110" fmla="*/ 428 w 464"/>
              <a:gd name="T111" fmla="*/ 53 h 78"/>
              <a:gd name="T112" fmla="*/ 423 w 464"/>
              <a:gd name="T113" fmla="*/ 19 h 78"/>
              <a:gd name="T114" fmla="*/ 451 w 464"/>
              <a:gd name="T115" fmla="*/ 0 h 78"/>
              <a:gd name="T116" fmla="*/ 451 w 464"/>
              <a:gd name="T117" fmla="*/ 5 h 78"/>
              <a:gd name="T118" fmla="*/ 428 w 464"/>
              <a:gd name="T119" fmla="*/ 21 h 78"/>
              <a:gd name="T120" fmla="*/ 432 w 464"/>
              <a:gd name="T121" fmla="*/ 49 h 78"/>
              <a:gd name="T122" fmla="*/ 464 w 464"/>
              <a:gd name="T123" fmla="*/ 52 h 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64" h="78">
                <a:moveTo>
                  <a:pt x="53" y="60"/>
                </a:moveTo>
                <a:cubicBezTo>
                  <a:pt x="53" y="19"/>
                  <a:pt x="53" y="19"/>
                  <a:pt x="53" y="19"/>
                </a:cubicBezTo>
                <a:cubicBezTo>
                  <a:pt x="53" y="17"/>
                  <a:pt x="53" y="14"/>
                  <a:pt x="53" y="9"/>
                </a:cubicBezTo>
                <a:cubicBezTo>
                  <a:pt x="53" y="9"/>
                  <a:pt x="53" y="9"/>
                  <a:pt x="53" y="9"/>
                </a:cubicBezTo>
                <a:cubicBezTo>
                  <a:pt x="53" y="10"/>
                  <a:pt x="52" y="11"/>
                  <a:pt x="52" y="12"/>
                </a:cubicBezTo>
                <a:cubicBezTo>
                  <a:pt x="52" y="13"/>
                  <a:pt x="51" y="14"/>
                  <a:pt x="51" y="14"/>
                </a:cubicBezTo>
                <a:cubicBezTo>
                  <a:pt x="30" y="60"/>
                  <a:pt x="30" y="60"/>
                  <a:pt x="30" y="60"/>
                </a:cubicBezTo>
                <a:cubicBezTo>
                  <a:pt x="28" y="60"/>
                  <a:pt x="28" y="60"/>
                  <a:pt x="28" y="60"/>
                </a:cubicBezTo>
                <a:cubicBezTo>
                  <a:pt x="7" y="15"/>
                  <a:pt x="7" y="15"/>
                  <a:pt x="7" y="15"/>
                </a:cubicBezTo>
                <a:cubicBezTo>
                  <a:pt x="7" y="13"/>
                  <a:pt x="6" y="11"/>
                  <a:pt x="5" y="9"/>
                </a:cubicBezTo>
                <a:cubicBezTo>
                  <a:pt x="5" y="9"/>
                  <a:pt x="5" y="9"/>
                  <a:pt x="5" y="9"/>
                </a:cubicBezTo>
                <a:cubicBezTo>
                  <a:pt x="5" y="10"/>
                  <a:pt x="5" y="12"/>
                  <a:pt x="5" y="13"/>
                </a:cubicBezTo>
                <a:cubicBezTo>
                  <a:pt x="6" y="15"/>
                  <a:pt x="6" y="17"/>
                  <a:pt x="6" y="19"/>
                </a:cubicBezTo>
                <a:cubicBezTo>
                  <a:pt x="6" y="60"/>
                  <a:pt x="6" y="60"/>
                  <a:pt x="6" y="60"/>
                </a:cubicBezTo>
                <a:cubicBezTo>
                  <a:pt x="0" y="60"/>
                  <a:pt x="0" y="60"/>
                  <a:pt x="0" y="60"/>
                </a:cubicBezTo>
                <a:cubicBezTo>
                  <a:pt x="0" y="1"/>
                  <a:pt x="0" y="1"/>
                  <a:pt x="0" y="1"/>
                </a:cubicBezTo>
                <a:cubicBezTo>
                  <a:pt x="7" y="1"/>
                  <a:pt x="7" y="1"/>
                  <a:pt x="7" y="1"/>
                </a:cubicBezTo>
                <a:cubicBezTo>
                  <a:pt x="27" y="45"/>
                  <a:pt x="27" y="45"/>
                  <a:pt x="27" y="45"/>
                </a:cubicBezTo>
                <a:cubicBezTo>
                  <a:pt x="27" y="46"/>
                  <a:pt x="28" y="47"/>
                  <a:pt x="28" y="48"/>
                </a:cubicBezTo>
                <a:cubicBezTo>
                  <a:pt x="28" y="49"/>
                  <a:pt x="29" y="50"/>
                  <a:pt x="29" y="51"/>
                </a:cubicBezTo>
                <a:cubicBezTo>
                  <a:pt x="29" y="51"/>
                  <a:pt x="29" y="51"/>
                  <a:pt x="29" y="51"/>
                </a:cubicBezTo>
                <a:cubicBezTo>
                  <a:pt x="30" y="50"/>
                  <a:pt x="30" y="49"/>
                  <a:pt x="30" y="48"/>
                </a:cubicBezTo>
                <a:cubicBezTo>
                  <a:pt x="31" y="47"/>
                  <a:pt x="31" y="46"/>
                  <a:pt x="32" y="45"/>
                </a:cubicBezTo>
                <a:cubicBezTo>
                  <a:pt x="52" y="1"/>
                  <a:pt x="52" y="1"/>
                  <a:pt x="52" y="1"/>
                </a:cubicBezTo>
                <a:cubicBezTo>
                  <a:pt x="58" y="1"/>
                  <a:pt x="58" y="1"/>
                  <a:pt x="58" y="1"/>
                </a:cubicBezTo>
                <a:cubicBezTo>
                  <a:pt x="58" y="60"/>
                  <a:pt x="58" y="60"/>
                  <a:pt x="58" y="60"/>
                </a:cubicBezTo>
                <a:lnTo>
                  <a:pt x="53" y="60"/>
                </a:lnTo>
                <a:close/>
                <a:moveTo>
                  <a:pt x="115" y="36"/>
                </a:moveTo>
                <a:cubicBezTo>
                  <a:pt x="115" y="53"/>
                  <a:pt x="108" y="61"/>
                  <a:pt x="94" y="61"/>
                </a:cubicBezTo>
                <a:cubicBezTo>
                  <a:pt x="80" y="61"/>
                  <a:pt x="73" y="53"/>
                  <a:pt x="73" y="37"/>
                </a:cubicBezTo>
                <a:cubicBezTo>
                  <a:pt x="73" y="1"/>
                  <a:pt x="73" y="1"/>
                  <a:pt x="73" y="1"/>
                </a:cubicBezTo>
                <a:cubicBezTo>
                  <a:pt x="78" y="1"/>
                  <a:pt x="78" y="1"/>
                  <a:pt x="78" y="1"/>
                </a:cubicBezTo>
                <a:cubicBezTo>
                  <a:pt x="78" y="37"/>
                  <a:pt x="78" y="37"/>
                  <a:pt x="78" y="37"/>
                </a:cubicBezTo>
                <a:cubicBezTo>
                  <a:pt x="78" y="43"/>
                  <a:pt x="80" y="48"/>
                  <a:pt x="82" y="51"/>
                </a:cubicBezTo>
                <a:cubicBezTo>
                  <a:pt x="85" y="54"/>
                  <a:pt x="89" y="56"/>
                  <a:pt x="94" y="56"/>
                </a:cubicBezTo>
                <a:cubicBezTo>
                  <a:pt x="105" y="56"/>
                  <a:pt x="110" y="50"/>
                  <a:pt x="110" y="37"/>
                </a:cubicBezTo>
                <a:cubicBezTo>
                  <a:pt x="110" y="1"/>
                  <a:pt x="110" y="1"/>
                  <a:pt x="110" y="1"/>
                </a:cubicBezTo>
                <a:cubicBezTo>
                  <a:pt x="115" y="1"/>
                  <a:pt x="115" y="1"/>
                  <a:pt x="115" y="1"/>
                </a:cubicBezTo>
                <a:lnTo>
                  <a:pt x="115" y="36"/>
                </a:lnTo>
                <a:close/>
                <a:moveTo>
                  <a:pt x="130" y="60"/>
                </a:moveTo>
                <a:cubicBezTo>
                  <a:pt x="130" y="1"/>
                  <a:pt x="130" y="1"/>
                  <a:pt x="130" y="1"/>
                </a:cubicBezTo>
                <a:cubicBezTo>
                  <a:pt x="135" y="1"/>
                  <a:pt x="135" y="1"/>
                  <a:pt x="135" y="1"/>
                </a:cubicBezTo>
                <a:cubicBezTo>
                  <a:pt x="135" y="55"/>
                  <a:pt x="135" y="55"/>
                  <a:pt x="135" y="55"/>
                </a:cubicBezTo>
                <a:cubicBezTo>
                  <a:pt x="159" y="55"/>
                  <a:pt x="159" y="55"/>
                  <a:pt x="159" y="55"/>
                </a:cubicBezTo>
                <a:cubicBezTo>
                  <a:pt x="159" y="60"/>
                  <a:pt x="159" y="60"/>
                  <a:pt x="159" y="60"/>
                </a:cubicBezTo>
                <a:lnTo>
                  <a:pt x="130" y="60"/>
                </a:lnTo>
                <a:close/>
                <a:moveTo>
                  <a:pt x="182" y="6"/>
                </a:moveTo>
                <a:cubicBezTo>
                  <a:pt x="182" y="60"/>
                  <a:pt x="182" y="60"/>
                  <a:pt x="182" y="60"/>
                </a:cubicBezTo>
                <a:cubicBezTo>
                  <a:pt x="176" y="60"/>
                  <a:pt x="176" y="60"/>
                  <a:pt x="176" y="60"/>
                </a:cubicBezTo>
                <a:cubicBezTo>
                  <a:pt x="176" y="6"/>
                  <a:pt x="176" y="6"/>
                  <a:pt x="176" y="6"/>
                </a:cubicBezTo>
                <a:cubicBezTo>
                  <a:pt x="159" y="6"/>
                  <a:pt x="159" y="6"/>
                  <a:pt x="159" y="6"/>
                </a:cubicBezTo>
                <a:cubicBezTo>
                  <a:pt x="159" y="1"/>
                  <a:pt x="159" y="1"/>
                  <a:pt x="159" y="1"/>
                </a:cubicBezTo>
                <a:cubicBezTo>
                  <a:pt x="199" y="1"/>
                  <a:pt x="199" y="1"/>
                  <a:pt x="199" y="1"/>
                </a:cubicBezTo>
                <a:cubicBezTo>
                  <a:pt x="199" y="6"/>
                  <a:pt x="199" y="6"/>
                  <a:pt x="199" y="6"/>
                </a:cubicBezTo>
                <a:lnTo>
                  <a:pt x="182" y="6"/>
                </a:lnTo>
                <a:close/>
                <a:moveTo>
                  <a:pt x="189" y="71"/>
                </a:moveTo>
                <a:cubicBezTo>
                  <a:pt x="189" y="76"/>
                  <a:pt x="185" y="78"/>
                  <a:pt x="178" y="78"/>
                </a:cubicBezTo>
                <a:cubicBezTo>
                  <a:pt x="177" y="78"/>
                  <a:pt x="176" y="78"/>
                  <a:pt x="175" y="78"/>
                </a:cubicBezTo>
                <a:cubicBezTo>
                  <a:pt x="175" y="74"/>
                  <a:pt x="175" y="74"/>
                  <a:pt x="175" y="74"/>
                </a:cubicBezTo>
                <a:cubicBezTo>
                  <a:pt x="176" y="75"/>
                  <a:pt x="177" y="75"/>
                  <a:pt x="178" y="75"/>
                </a:cubicBezTo>
                <a:cubicBezTo>
                  <a:pt x="182" y="75"/>
                  <a:pt x="184" y="73"/>
                  <a:pt x="184" y="71"/>
                </a:cubicBezTo>
                <a:cubicBezTo>
                  <a:pt x="184" y="69"/>
                  <a:pt x="182" y="67"/>
                  <a:pt x="179" y="67"/>
                </a:cubicBezTo>
                <a:cubicBezTo>
                  <a:pt x="178" y="67"/>
                  <a:pt x="178" y="67"/>
                  <a:pt x="178" y="68"/>
                </a:cubicBezTo>
                <a:cubicBezTo>
                  <a:pt x="177" y="68"/>
                  <a:pt x="177" y="68"/>
                  <a:pt x="176" y="68"/>
                </a:cubicBezTo>
                <a:cubicBezTo>
                  <a:pt x="176" y="60"/>
                  <a:pt x="176" y="60"/>
                  <a:pt x="176" y="60"/>
                </a:cubicBezTo>
                <a:cubicBezTo>
                  <a:pt x="180" y="60"/>
                  <a:pt x="180" y="60"/>
                  <a:pt x="180" y="60"/>
                </a:cubicBezTo>
                <a:cubicBezTo>
                  <a:pt x="180" y="65"/>
                  <a:pt x="180" y="65"/>
                  <a:pt x="180" y="65"/>
                </a:cubicBezTo>
                <a:cubicBezTo>
                  <a:pt x="183" y="65"/>
                  <a:pt x="185" y="65"/>
                  <a:pt x="187" y="66"/>
                </a:cubicBezTo>
                <a:cubicBezTo>
                  <a:pt x="188" y="67"/>
                  <a:pt x="189" y="69"/>
                  <a:pt x="189" y="71"/>
                </a:cubicBezTo>
                <a:close/>
                <a:moveTo>
                  <a:pt x="250" y="36"/>
                </a:moveTo>
                <a:cubicBezTo>
                  <a:pt x="250" y="53"/>
                  <a:pt x="243" y="61"/>
                  <a:pt x="229" y="61"/>
                </a:cubicBezTo>
                <a:cubicBezTo>
                  <a:pt x="215" y="61"/>
                  <a:pt x="208" y="53"/>
                  <a:pt x="208" y="37"/>
                </a:cubicBezTo>
                <a:cubicBezTo>
                  <a:pt x="208" y="1"/>
                  <a:pt x="208" y="1"/>
                  <a:pt x="208" y="1"/>
                </a:cubicBezTo>
                <a:cubicBezTo>
                  <a:pt x="213" y="1"/>
                  <a:pt x="213" y="1"/>
                  <a:pt x="213" y="1"/>
                </a:cubicBezTo>
                <a:cubicBezTo>
                  <a:pt x="213" y="37"/>
                  <a:pt x="213" y="37"/>
                  <a:pt x="213" y="37"/>
                </a:cubicBezTo>
                <a:cubicBezTo>
                  <a:pt x="213" y="43"/>
                  <a:pt x="215" y="48"/>
                  <a:pt x="217" y="51"/>
                </a:cubicBezTo>
                <a:cubicBezTo>
                  <a:pt x="220" y="54"/>
                  <a:pt x="224" y="56"/>
                  <a:pt x="229" y="56"/>
                </a:cubicBezTo>
                <a:cubicBezTo>
                  <a:pt x="240" y="56"/>
                  <a:pt x="245" y="50"/>
                  <a:pt x="245" y="37"/>
                </a:cubicBezTo>
                <a:cubicBezTo>
                  <a:pt x="245" y="1"/>
                  <a:pt x="245" y="1"/>
                  <a:pt x="245" y="1"/>
                </a:cubicBezTo>
                <a:cubicBezTo>
                  <a:pt x="250" y="1"/>
                  <a:pt x="250" y="1"/>
                  <a:pt x="250" y="1"/>
                </a:cubicBezTo>
                <a:lnTo>
                  <a:pt x="250" y="36"/>
                </a:lnTo>
                <a:close/>
                <a:moveTo>
                  <a:pt x="317" y="60"/>
                </a:moveTo>
                <a:cubicBezTo>
                  <a:pt x="317" y="19"/>
                  <a:pt x="317" y="19"/>
                  <a:pt x="317" y="19"/>
                </a:cubicBezTo>
                <a:cubicBezTo>
                  <a:pt x="317" y="17"/>
                  <a:pt x="318" y="14"/>
                  <a:pt x="318" y="9"/>
                </a:cubicBezTo>
                <a:cubicBezTo>
                  <a:pt x="318" y="9"/>
                  <a:pt x="318" y="9"/>
                  <a:pt x="318" y="9"/>
                </a:cubicBezTo>
                <a:cubicBezTo>
                  <a:pt x="317" y="10"/>
                  <a:pt x="317" y="11"/>
                  <a:pt x="317" y="12"/>
                </a:cubicBezTo>
                <a:cubicBezTo>
                  <a:pt x="316" y="13"/>
                  <a:pt x="316" y="14"/>
                  <a:pt x="316" y="14"/>
                </a:cubicBezTo>
                <a:cubicBezTo>
                  <a:pt x="295" y="60"/>
                  <a:pt x="295" y="60"/>
                  <a:pt x="295" y="60"/>
                </a:cubicBezTo>
                <a:cubicBezTo>
                  <a:pt x="293" y="60"/>
                  <a:pt x="293" y="60"/>
                  <a:pt x="293" y="60"/>
                </a:cubicBezTo>
                <a:cubicBezTo>
                  <a:pt x="272" y="15"/>
                  <a:pt x="272" y="15"/>
                  <a:pt x="272" y="15"/>
                </a:cubicBezTo>
                <a:cubicBezTo>
                  <a:pt x="271" y="13"/>
                  <a:pt x="271" y="11"/>
                  <a:pt x="270" y="9"/>
                </a:cubicBezTo>
                <a:cubicBezTo>
                  <a:pt x="270" y="9"/>
                  <a:pt x="270" y="9"/>
                  <a:pt x="270" y="9"/>
                </a:cubicBezTo>
                <a:cubicBezTo>
                  <a:pt x="270" y="10"/>
                  <a:pt x="270" y="12"/>
                  <a:pt x="270" y="13"/>
                </a:cubicBezTo>
                <a:cubicBezTo>
                  <a:pt x="270" y="15"/>
                  <a:pt x="270" y="17"/>
                  <a:pt x="270" y="19"/>
                </a:cubicBezTo>
                <a:cubicBezTo>
                  <a:pt x="270" y="60"/>
                  <a:pt x="270" y="60"/>
                  <a:pt x="270" y="60"/>
                </a:cubicBezTo>
                <a:cubicBezTo>
                  <a:pt x="265" y="60"/>
                  <a:pt x="265" y="60"/>
                  <a:pt x="265" y="60"/>
                </a:cubicBezTo>
                <a:cubicBezTo>
                  <a:pt x="265" y="1"/>
                  <a:pt x="265" y="1"/>
                  <a:pt x="265" y="1"/>
                </a:cubicBezTo>
                <a:cubicBezTo>
                  <a:pt x="271" y="1"/>
                  <a:pt x="271" y="1"/>
                  <a:pt x="271" y="1"/>
                </a:cubicBezTo>
                <a:cubicBezTo>
                  <a:pt x="292" y="45"/>
                  <a:pt x="292" y="45"/>
                  <a:pt x="292" y="45"/>
                </a:cubicBezTo>
                <a:cubicBezTo>
                  <a:pt x="292" y="46"/>
                  <a:pt x="292" y="47"/>
                  <a:pt x="293" y="48"/>
                </a:cubicBezTo>
                <a:cubicBezTo>
                  <a:pt x="293" y="49"/>
                  <a:pt x="294" y="50"/>
                  <a:pt x="294" y="51"/>
                </a:cubicBezTo>
                <a:cubicBezTo>
                  <a:pt x="294" y="51"/>
                  <a:pt x="294" y="51"/>
                  <a:pt x="294" y="51"/>
                </a:cubicBezTo>
                <a:cubicBezTo>
                  <a:pt x="295" y="50"/>
                  <a:pt x="295" y="49"/>
                  <a:pt x="295" y="48"/>
                </a:cubicBezTo>
                <a:cubicBezTo>
                  <a:pt x="296" y="47"/>
                  <a:pt x="296" y="46"/>
                  <a:pt x="296" y="45"/>
                </a:cubicBezTo>
                <a:cubicBezTo>
                  <a:pt x="317" y="1"/>
                  <a:pt x="317" y="1"/>
                  <a:pt x="317" y="1"/>
                </a:cubicBezTo>
                <a:cubicBezTo>
                  <a:pt x="323" y="1"/>
                  <a:pt x="323" y="1"/>
                  <a:pt x="323" y="1"/>
                </a:cubicBezTo>
                <a:cubicBezTo>
                  <a:pt x="323" y="60"/>
                  <a:pt x="323" y="60"/>
                  <a:pt x="323" y="60"/>
                </a:cubicBezTo>
                <a:lnTo>
                  <a:pt x="317" y="60"/>
                </a:lnTo>
                <a:close/>
                <a:moveTo>
                  <a:pt x="338" y="60"/>
                </a:moveTo>
                <a:cubicBezTo>
                  <a:pt x="338" y="1"/>
                  <a:pt x="338" y="1"/>
                  <a:pt x="338" y="1"/>
                </a:cubicBezTo>
                <a:cubicBezTo>
                  <a:pt x="367" y="1"/>
                  <a:pt x="367" y="1"/>
                  <a:pt x="367" y="1"/>
                </a:cubicBezTo>
                <a:cubicBezTo>
                  <a:pt x="367" y="6"/>
                  <a:pt x="367" y="6"/>
                  <a:pt x="367" y="6"/>
                </a:cubicBezTo>
                <a:cubicBezTo>
                  <a:pt x="344" y="6"/>
                  <a:pt x="344" y="6"/>
                  <a:pt x="344" y="6"/>
                </a:cubicBezTo>
                <a:cubicBezTo>
                  <a:pt x="344" y="27"/>
                  <a:pt x="344" y="27"/>
                  <a:pt x="344" y="27"/>
                </a:cubicBezTo>
                <a:cubicBezTo>
                  <a:pt x="365" y="27"/>
                  <a:pt x="365" y="27"/>
                  <a:pt x="365" y="27"/>
                </a:cubicBezTo>
                <a:cubicBezTo>
                  <a:pt x="365" y="32"/>
                  <a:pt x="365" y="32"/>
                  <a:pt x="365" y="32"/>
                </a:cubicBezTo>
                <a:cubicBezTo>
                  <a:pt x="344" y="32"/>
                  <a:pt x="344" y="32"/>
                  <a:pt x="344" y="32"/>
                </a:cubicBezTo>
                <a:cubicBezTo>
                  <a:pt x="344" y="55"/>
                  <a:pt x="344" y="55"/>
                  <a:pt x="344" y="55"/>
                </a:cubicBezTo>
                <a:cubicBezTo>
                  <a:pt x="368" y="55"/>
                  <a:pt x="368" y="55"/>
                  <a:pt x="368" y="55"/>
                </a:cubicBezTo>
                <a:cubicBezTo>
                  <a:pt x="368" y="60"/>
                  <a:pt x="368" y="60"/>
                  <a:pt x="368" y="60"/>
                </a:cubicBezTo>
                <a:lnTo>
                  <a:pt x="338" y="60"/>
                </a:lnTo>
                <a:close/>
                <a:moveTo>
                  <a:pt x="379" y="51"/>
                </a:moveTo>
                <a:cubicBezTo>
                  <a:pt x="380" y="52"/>
                  <a:pt x="381" y="53"/>
                  <a:pt x="382" y="53"/>
                </a:cubicBezTo>
                <a:cubicBezTo>
                  <a:pt x="383" y="54"/>
                  <a:pt x="384" y="54"/>
                  <a:pt x="386" y="55"/>
                </a:cubicBezTo>
                <a:cubicBezTo>
                  <a:pt x="387" y="55"/>
                  <a:pt x="388" y="56"/>
                  <a:pt x="389" y="56"/>
                </a:cubicBezTo>
                <a:cubicBezTo>
                  <a:pt x="391" y="56"/>
                  <a:pt x="392" y="56"/>
                  <a:pt x="393" y="56"/>
                </a:cubicBezTo>
                <a:cubicBezTo>
                  <a:pt x="397" y="56"/>
                  <a:pt x="401" y="55"/>
                  <a:pt x="403" y="53"/>
                </a:cubicBezTo>
                <a:cubicBezTo>
                  <a:pt x="405" y="52"/>
                  <a:pt x="406" y="49"/>
                  <a:pt x="406" y="46"/>
                </a:cubicBezTo>
                <a:cubicBezTo>
                  <a:pt x="406" y="44"/>
                  <a:pt x="406" y="43"/>
                  <a:pt x="406" y="42"/>
                </a:cubicBezTo>
                <a:cubicBezTo>
                  <a:pt x="405" y="41"/>
                  <a:pt x="404" y="40"/>
                  <a:pt x="403" y="39"/>
                </a:cubicBezTo>
                <a:cubicBezTo>
                  <a:pt x="402" y="38"/>
                  <a:pt x="401" y="37"/>
                  <a:pt x="399" y="35"/>
                </a:cubicBezTo>
                <a:cubicBezTo>
                  <a:pt x="397" y="34"/>
                  <a:pt x="395" y="33"/>
                  <a:pt x="393" y="32"/>
                </a:cubicBezTo>
                <a:cubicBezTo>
                  <a:pt x="390" y="31"/>
                  <a:pt x="388" y="29"/>
                  <a:pt x="386" y="28"/>
                </a:cubicBezTo>
                <a:cubicBezTo>
                  <a:pt x="385" y="27"/>
                  <a:pt x="383" y="26"/>
                  <a:pt x="382" y="24"/>
                </a:cubicBezTo>
                <a:cubicBezTo>
                  <a:pt x="381" y="23"/>
                  <a:pt x="380" y="22"/>
                  <a:pt x="380" y="20"/>
                </a:cubicBezTo>
                <a:cubicBezTo>
                  <a:pt x="379" y="19"/>
                  <a:pt x="379" y="17"/>
                  <a:pt x="379" y="15"/>
                </a:cubicBezTo>
                <a:cubicBezTo>
                  <a:pt x="379" y="13"/>
                  <a:pt x="379" y="11"/>
                  <a:pt x="380" y="9"/>
                </a:cubicBezTo>
                <a:cubicBezTo>
                  <a:pt x="381" y="7"/>
                  <a:pt x="383" y="5"/>
                  <a:pt x="384" y="4"/>
                </a:cubicBezTo>
                <a:cubicBezTo>
                  <a:pt x="386" y="3"/>
                  <a:pt x="388" y="1"/>
                  <a:pt x="391" y="1"/>
                </a:cubicBezTo>
                <a:cubicBezTo>
                  <a:pt x="393" y="0"/>
                  <a:pt x="395" y="0"/>
                  <a:pt x="398" y="0"/>
                </a:cubicBezTo>
                <a:cubicBezTo>
                  <a:pt x="403" y="0"/>
                  <a:pt x="407" y="0"/>
                  <a:pt x="410" y="2"/>
                </a:cubicBezTo>
                <a:cubicBezTo>
                  <a:pt x="410" y="8"/>
                  <a:pt x="410" y="8"/>
                  <a:pt x="410" y="8"/>
                </a:cubicBezTo>
                <a:cubicBezTo>
                  <a:pt x="406" y="6"/>
                  <a:pt x="402" y="5"/>
                  <a:pt x="397" y="5"/>
                </a:cubicBezTo>
                <a:cubicBezTo>
                  <a:pt x="396" y="5"/>
                  <a:pt x="394" y="5"/>
                  <a:pt x="392" y="5"/>
                </a:cubicBezTo>
                <a:cubicBezTo>
                  <a:pt x="391" y="6"/>
                  <a:pt x="389" y="6"/>
                  <a:pt x="388" y="7"/>
                </a:cubicBezTo>
                <a:cubicBezTo>
                  <a:pt x="387" y="8"/>
                  <a:pt x="386" y="9"/>
                  <a:pt x="386" y="10"/>
                </a:cubicBezTo>
                <a:cubicBezTo>
                  <a:pt x="385" y="12"/>
                  <a:pt x="384" y="13"/>
                  <a:pt x="384" y="15"/>
                </a:cubicBezTo>
                <a:cubicBezTo>
                  <a:pt x="384" y="16"/>
                  <a:pt x="385" y="17"/>
                  <a:pt x="385" y="19"/>
                </a:cubicBezTo>
                <a:cubicBezTo>
                  <a:pt x="386" y="20"/>
                  <a:pt x="386" y="21"/>
                  <a:pt x="387" y="22"/>
                </a:cubicBezTo>
                <a:cubicBezTo>
                  <a:pt x="388" y="23"/>
                  <a:pt x="390" y="24"/>
                  <a:pt x="391" y="25"/>
                </a:cubicBezTo>
                <a:cubicBezTo>
                  <a:pt x="393" y="26"/>
                  <a:pt x="395" y="27"/>
                  <a:pt x="397" y="28"/>
                </a:cubicBezTo>
                <a:cubicBezTo>
                  <a:pt x="400" y="29"/>
                  <a:pt x="402" y="31"/>
                  <a:pt x="404" y="32"/>
                </a:cubicBezTo>
                <a:cubicBezTo>
                  <a:pt x="406" y="33"/>
                  <a:pt x="407" y="35"/>
                  <a:pt x="408" y="36"/>
                </a:cubicBezTo>
                <a:cubicBezTo>
                  <a:pt x="410" y="37"/>
                  <a:pt x="411" y="39"/>
                  <a:pt x="411" y="40"/>
                </a:cubicBezTo>
                <a:cubicBezTo>
                  <a:pt x="412" y="42"/>
                  <a:pt x="412" y="43"/>
                  <a:pt x="412" y="45"/>
                </a:cubicBezTo>
                <a:cubicBezTo>
                  <a:pt x="412" y="48"/>
                  <a:pt x="412" y="50"/>
                  <a:pt x="411" y="52"/>
                </a:cubicBezTo>
                <a:cubicBezTo>
                  <a:pt x="410" y="54"/>
                  <a:pt x="408" y="56"/>
                  <a:pt x="407" y="57"/>
                </a:cubicBezTo>
                <a:cubicBezTo>
                  <a:pt x="405" y="58"/>
                  <a:pt x="403" y="59"/>
                  <a:pt x="400" y="60"/>
                </a:cubicBezTo>
                <a:cubicBezTo>
                  <a:pt x="398" y="61"/>
                  <a:pt x="395" y="61"/>
                  <a:pt x="393" y="61"/>
                </a:cubicBezTo>
                <a:cubicBezTo>
                  <a:pt x="392" y="61"/>
                  <a:pt x="390" y="61"/>
                  <a:pt x="389" y="61"/>
                </a:cubicBezTo>
                <a:cubicBezTo>
                  <a:pt x="388" y="61"/>
                  <a:pt x="387" y="60"/>
                  <a:pt x="385" y="60"/>
                </a:cubicBezTo>
                <a:cubicBezTo>
                  <a:pt x="384" y="60"/>
                  <a:pt x="383" y="59"/>
                  <a:pt x="381" y="59"/>
                </a:cubicBezTo>
                <a:cubicBezTo>
                  <a:pt x="380" y="59"/>
                  <a:pt x="379" y="58"/>
                  <a:pt x="379" y="58"/>
                </a:cubicBezTo>
                <a:lnTo>
                  <a:pt x="379" y="51"/>
                </a:lnTo>
                <a:close/>
                <a:moveTo>
                  <a:pt x="464" y="58"/>
                </a:moveTo>
                <a:cubicBezTo>
                  <a:pt x="460" y="60"/>
                  <a:pt x="454" y="61"/>
                  <a:pt x="449" y="61"/>
                </a:cubicBezTo>
                <a:cubicBezTo>
                  <a:pt x="444" y="61"/>
                  <a:pt x="441" y="60"/>
                  <a:pt x="437" y="59"/>
                </a:cubicBezTo>
                <a:cubicBezTo>
                  <a:pt x="434" y="57"/>
                  <a:pt x="431" y="55"/>
                  <a:pt x="428" y="53"/>
                </a:cubicBezTo>
                <a:cubicBezTo>
                  <a:pt x="426" y="50"/>
                  <a:pt x="424" y="47"/>
                  <a:pt x="423" y="43"/>
                </a:cubicBezTo>
                <a:cubicBezTo>
                  <a:pt x="422" y="40"/>
                  <a:pt x="421" y="36"/>
                  <a:pt x="421" y="32"/>
                </a:cubicBezTo>
                <a:cubicBezTo>
                  <a:pt x="421" y="27"/>
                  <a:pt x="422" y="23"/>
                  <a:pt x="423" y="19"/>
                </a:cubicBezTo>
                <a:cubicBezTo>
                  <a:pt x="424" y="15"/>
                  <a:pt x="426" y="12"/>
                  <a:pt x="429" y="9"/>
                </a:cubicBezTo>
                <a:cubicBezTo>
                  <a:pt x="432" y="6"/>
                  <a:pt x="435" y="4"/>
                  <a:pt x="438" y="2"/>
                </a:cubicBezTo>
                <a:cubicBezTo>
                  <a:pt x="442" y="1"/>
                  <a:pt x="446" y="0"/>
                  <a:pt x="451" y="0"/>
                </a:cubicBezTo>
                <a:cubicBezTo>
                  <a:pt x="456" y="0"/>
                  <a:pt x="460" y="0"/>
                  <a:pt x="464" y="2"/>
                </a:cubicBezTo>
                <a:cubicBezTo>
                  <a:pt x="464" y="8"/>
                  <a:pt x="464" y="8"/>
                  <a:pt x="464" y="8"/>
                </a:cubicBezTo>
                <a:cubicBezTo>
                  <a:pt x="460" y="6"/>
                  <a:pt x="455" y="5"/>
                  <a:pt x="451" y="5"/>
                </a:cubicBezTo>
                <a:cubicBezTo>
                  <a:pt x="447" y="5"/>
                  <a:pt x="443" y="5"/>
                  <a:pt x="440" y="7"/>
                </a:cubicBezTo>
                <a:cubicBezTo>
                  <a:pt x="437" y="8"/>
                  <a:pt x="435" y="10"/>
                  <a:pt x="433" y="12"/>
                </a:cubicBezTo>
                <a:cubicBezTo>
                  <a:pt x="431" y="15"/>
                  <a:pt x="429" y="17"/>
                  <a:pt x="428" y="21"/>
                </a:cubicBezTo>
                <a:cubicBezTo>
                  <a:pt x="427" y="24"/>
                  <a:pt x="427" y="27"/>
                  <a:pt x="427" y="31"/>
                </a:cubicBezTo>
                <a:cubicBezTo>
                  <a:pt x="427" y="35"/>
                  <a:pt x="427" y="38"/>
                  <a:pt x="428" y="41"/>
                </a:cubicBezTo>
                <a:cubicBezTo>
                  <a:pt x="429" y="44"/>
                  <a:pt x="430" y="46"/>
                  <a:pt x="432" y="49"/>
                </a:cubicBezTo>
                <a:cubicBezTo>
                  <a:pt x="434" y="51"/>
                  <a:pt x="437" y="53"/>
                  <a:pt x="439" y="54"/>
                </a:cubicBezTo>
                <a:cubicBezTo>
                  <a:pt x="442" y="55"/>
                  <a:pt x="445" y="56"/>
                  <a:pt x="449" y="56"/>
                </a:cubicBezTo>
                <a:cubicBezTo>
                  <a:pt x="455" y="56"/>
                  <a:pt x="460" y="55"/>
                  <a:pt x="464" y="52"/>
                </a:cubicBezTo>
                <a:lnTo>
                  <a:pt x="464" y="5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19" name="Freeform 236">
            <a:extLst>
              <a:ext uri="{FF2B5EF4-FFF2-40B4-BE49-F238E27FC236}">
                <a16:creationId xmlns:a16="http://schemas.microsoft.com/office/drawing/2014/main" id="{49CF903A-485B-0E6E-E7E6-030C3DFA0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 rot="16200000">
            <a:off x="5403741" y="924350"/>
            <a:ext cx="336945" cy="1680561"/>
          </a:xfrm>
          <a:custGeom>
            <a:avLst/>
            <a:gdLst>
              <a:gd name="T0" fmla="*/ 28 w 103"/>
              <a:gd name="T1" fmla="*/ 6 h 512"/>
              <a:gd name="T2" fmla="*/ 52 w 103"/>
              <a:gd name="T3" fmla="*/ 12 h 512"/>
              <a:gd name="T4" fmla="*/ 64 w 103"/>
              <a:gd name="T5" fmla="*/ 2 h 512"/>
              <a:gd name="T6" fmla="*/ 76 w 103"/>
              <a:gd name="T7" fmla="*/ 37 h 512"/>
              <a:gd name="T8" fmla="*/ 63 w 103"/>
              <a:gd name="T9" fmla="*/ 14 h 512"/>
              <a:gd name="T10" fmla="*/ 56 w 103"/>
              <a:gd name="T11" fmla="*/ 33 h 512"/>
              <a:gd name="T12" fmla="*/ 40 w 103"/>
              <a:gd name="T13" fmla="*/ 12 h 512"/>
              <a:gd name="T14" fmla="*/ 36 w 103"/>
              <a:gd name="T15" fmla="*/ 40 h 512"/>
              <a:gd name="T16" fmla="*/ 66 w 103"/>
              <a:gd name="T17" fmla="*/ 51 h 512"/>
              <a:gd name="T18" fmla="*/ 77 w 103"/>
              <a:gd name="T19" fmla="*/ 44 h 512"/>
              <a:gd name="T20" fmla="*/ 62 w 103"/>
              <a:gd name="T21" fmla="*/ 63 h 512"/>
              <a:gd name="T22" fmla="*/ 37 w 103"/>
              <a:gd name="T23" fmla="*/ 84 h 512"/>
              <a:gd name="T24" fmla="*/ 77 w 103"/>
              <a:gd name="T25" fmla="*/ 93 h 512"/>
              <a:gd name="T26" fmla="*/ 24 w 103"/>
              <a:gd name="T27" fmla="*/ 75 h 512"/>
              <a:gd name="T28" fmla="*/ 60 w 103"/>
              <a:gd name="T29" fmla="*/ 52 h 512"/>
              <a:gd name="T30" fmla="*/ 4 w 103"/>
              <a:gd name="T31" fmla="*/ 146 h 512"/>
              <a:gd name="T32" fmla="*/ 1 w 103"/>
              <a:gd name="T33" fmla="*/ 116 h 512"/>
              <a:gd name="T34" fmla="*/ 61 w 103"/>
              <a:gd name="T35" fmla="*/ 117 h 512"/>
              <a:gd name="T36" fmla="*/ 78 w 103"/>
              <a:gd name="T37" fmla="*/ 106 h 512"/>
              <a:gd name="T38" fmla="*/ 70 w 103"/>
              <a:gd name="T39" fmla="*/ 125 h 512"/>
              <a:gd name="T40" fmla="*/ 77 w 103"/>
              <a:gd name="T41" fmla="*/ 157 h 512"/>
              <a:gd name="T42" fmla="*/ 10 w 103"/>
              <a:gd name="T43" fmla="*/ 156 h 512"/>
              <a:gd name="T44" fmla="*/ 66 w 103"/>
              <a:gd name="T45" fmla="*/ 204 h 512"/>
              <a:gd name="T46" fmla="*/ 70 w 103"/>
              <a:gd name="T47" fmla="*/ 168 h 512"/>
              <a:gd name="T48" fmla="*/ 24 w 103"/>
              <a:gd name="T49" fmla="*/ 183 h 512"/>
              <a:gd name="T50" fmla="*/ 24 w 103"/>
              <a:gd name="T51" fmla="*/ 215 h 512"/>
              <a:gd name="T52" fmla="*/ 34 w 103"/>
              <a:gd name="T53" fmla="*/ 219 h 512"/>
              <a:gd name="T54" fmla="*/ 77 w 103"/>
              <a:gd name="T55" fmla="*/ 220 h 512"/>
              <a:gd name="T56" fmla="*/ 52 w 103"/>
              <a:gd name="T57" fmla="*/ 200 h 512"/>
              <a:gd name="T58" fmla="*/ 33 w 103"/>
              <a:gd name="T59" fmla="*/ 185 h 512"/>
              <a:gd name="T60" fmla="*/ 64 w 103"/>
              <a:gd name="T61" fmla="*/ 177 h 512"/>
              <a:gd name="T62" fmla="*/ 52 w 103"/>
              <a:gd name="T63" fmla="*/ 200 h 512"/>
              <a:gd name="T64" fmla="*/ 5 w 103"/>
              <a:gd name="T65" fmla="*/ 230 h 512"/>
              <a:gd name="T66" fmla="*/ 29 w 103"/>
              <a:gd name="T67" fmla="*/ 242 h 512"/>
              <a:gd name="T68" fmla="*/ 52 w 103"/>
              <a:gd name="T69" fmla="*/ 281 h 512"/>
              <a:gd name="T70" fmla="*/ 71 w 103"/>
              <a:gd name="T71" fmla="*/ 237 h 512"/>
              <a:gd name="T72" fmla="*/ 33 w 103"/>
              <a:gd name="T73" fmla="*/ 255 h 512"/>
              <a:gd name="T74" fmla="*/ 52 w 103"/>
              <a:gd name="T75" fmla="*/ 242 h 512"/>
              <a:gd name="T76" fmla="*/ 64 w 103"/>
              <a:gd name="T77" fmla="*/ 265 h 512"/>
              <a:gd name="T78" fmla="*/ 40 w 103"/>
              <a:gd name="T79" fmla="*/ 294 h 512"/>
              <a:gd name="T80" fmla="*/ 41 w 103"/>
              <a:gd name="T81" fmla="*/ 306 h 512"/>
              <a:gd name="T82" fmla="*/ 26 w 103"/>
              <a:gd name="T83" fmla="*/ 315 h 512"/>
              <a:gd name="T84" fmla="*/ 24 w 103"/>
              <a:gd name="T85" fmla="*/ 347 h 512"/>
              <a:gd name="T86" fmla="*/ 68 w 103"/>
              <a:gd name="T87" fmla="*/ 365 h 512"/>
              <a:gd name="T88" fmla="*/ 77 w 103"/>
              <a:gd name="T89" fmla="*/ 348 h 512"/>
              <a:gd name="T90" fmla="*/ 50 w 103"/>
              <a:gd name="T91" fmla="*/ 360 h 512"/>
              <a:gd name="T92" fmla="*/ 38 w 103"/>
              <a:gd name="T93" fmla="*/ 337 h 512"/>
              <a:gd name="T94" fmla="*/ 68 w 103"/>
              <a:gd name="T95" fmla="*/ 354 h 512"/>
              <a:gd name="T96" fmla="*/ 41 w 103"/>
              <a:gd name="T97" fmla="*/ 412 h 512"/>
              <a:gd name="T98" fmla="*/ 26 w 103"/>
              <a:gd name="T99" fmla="*/ 424 h 512"/>
              <a:gd name="T100" fmla="*/ 68 w 103"/>
              <a:gd name="T101" fmla="*/ 401 h 512"/>
              <a:gd name="T102" fmla="*/ 73 w 103"/>
              <a:gd name="T103" fmla="*/ 382 h 512"/>
              <a:gd name="T104" fmla="*/ 68 w 103"/>
              <a:gd name="T105" fmla="*/ 432 h 512"/>
              <a:gd name="T106" fmla="*/ 24 w 103"/>
              <a:gd name="T107" fmla="*/ 459 h 512"/>
              <a:gd name="T108" fmla="*/ 77 w 103"/>
              <a:gd name="T109" fmla="*/ 444 h 512"/>
              <a:gd name="T110" fmla="*/ 37 w 103"/>
              <a:gd name="T111" fmla="*/ 452 h 512"/>
              <a:gd name="T112" fmla="*/ 63 w 103"/>
              <a:gd name="T113" fmla="*/ 469 h 512"/>
              <a:gd name="T114" fmla="*/ 34 w 103"/>
              <a:gd name="T115" fmla="*/ 491 h 512"/>
              <a:gd name="T116" fmla="*/ 77 w 103"/>
              <a:gd name="T117" fmla="*/ 493 h 512"/>
              <a:gd name="T118" fmla="*/ 30 w 103"/>
              <a:gd name="T119" fmla="*/ 507 h 512"/>
              <a:gd name="T120" fmla="*/ 103 w 103"/>
              <a:gd name="T121" fmla="*/ 485 h 512"/>
              <a:gd name="T122" fmla="*/ 103 w 103"/>
              <a:gd name="T123" fmla="*/ 474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03" h="512">
                <a:moveTo>
                  <a:pt x="26" y="40"/>
                </a:moveTo>
                <a:cubicBezTo>
                  <a:pt x="24" y="35"/>
                  <a:pt x="24" y="29"/>
                  <a:pt x="24" y="22"/>
                </a:cubicBezTo>
                <a:cubicBezTo>
                  <a:pt x="24" y="15"/>
                  <a:pt x="25" y="10"/>
                  <a:pt x="28" y="6"/>
                </a:cubicBezTo>
                <a:cubicBezTo>
                  <a:pt x="31" y="2"/>
                  <a:pt x="34" y="0"/>
                  <a:pt x="39" y="0"/>
                </a:cubicBezTo>
                <a:cubicBezTo>
                  <a:pt x="42" y="0"/>
                  <a:pt x="45" y="1"/>
                  <a:pt x="47" y="3"/>
                </a:cubicBezTo>
                <a:cubicBezTo>
                  <a:pt x="50" y="6"/>
                  <a:pt x="51" y="9"/>
                  <a:pt x="52" y="12"/>
                </a:cubicBezTo>
                <a:cubicBezTo>
                  <a:pt x="52" y="12"/>
                  <a:pt x="52" y="12"/>
                  <a:pt x="52" y="12"/>
                </a:cubicBezTo>
                <a:cubicBezTo>
                  <a:pt x="53" y="9"/>
                  <a:pt x="54" y="7"/>
                  <a:pt x="56" y="5"/>
                </a:cubicBezTo>
                <a:cubicBezTo>
                  <a:pt x="58" y="3"/>
                  <a:pt x="61" y="2"/>
                  <a:pt x="64" y="2"/>
                </a:cubicBezTo>
                <a:cubicBezTo>
                  <a:pt x="68" y="2"/>
                  <a:pt x="72" y="4"/>
                  <a:pt x="75" y="8"/>
                </a:cubicBezTo>
                <a:cubicBezTo>
                  <a:pt x="77" y="11"/>
                  <a:pt x="79" y="16"/>
                  <a:pt x="79" y="23"/>
                </a:cubicBezTo>
                <a:cubicBezTo>
                  <a:pt x="79" y="28"/>
                  <a:pt x="78" y="33"/>
                  <a:pt x="76" y="37"/>
                </a:cubicBezTo>
                <a:cubicBezTo>
                  <a:pt x="66" y="37"/>
                  <a:pt x="66" y="37"/>
                  <a:pt x="66" y="37"/>
                </a:cubicBezTo>
                <a:cubicBezTo>
                  <a:pt x="69" y="33"/>
                  <a:pt x="70" y="28"/>
                  <a:pt x="70" y="24"/>
                </a:cubicBezTo>
                <a:cubicBezTo>
                  <a:pt x="70" y="17"/>
                  <a:pt x="68" y="14"/>
                  <a:pt x="63" y="14"/>
                </a:cubicBezTo>
                <a:cubicBezTo>
                  <a:pt x="61" y="14"/>
                  <a:pt x="59" y="15"/>
                  <a:pt x="58" y="18"/>
                </a:cubicBezTo>
                <a:cubicBezTo>
                  <a:pt x="57" y="20"/>
                  <a:pt x="56" y="23"/>
                  <a:pt x="56" y="27"/>
                </a:cubicBezTo>
                <a:cubicBezTo>
                  <a:pt x="56" y="29"/>
                  <a:pt x="56" y="31"/>
                  <a:pt x="56" y="33"/>
                </a:cubicBezTo>
                <a:cubicBezTo>
                  <a:pt x="47" y="33"/>
                  <a:pt x="47" y="33"/>
                  <a:pt x="47" y="33"/>
                </a:cubicBezTo>
                <a:cubicBezTo>
                  <a:pt x="47" y="30"/>
                  <a:pt x="48" y="28"/>
                  <a:pt x="48" y="25"/>
                </a:cubicBezTo>
                <a:cubicBezTo>
                  <a:pt x="48" y="16"/>
                  <a:pt x="45" y="12"/>
                  <a:pt x="40" y="12"/>
                </a:cubicBezTo>
                <a:cubicBezTo>
                  <a:pt x="38" y="12"/>
                  <a:pt x="36" y="13"/>
                  <a:pt x="34" y="15"/>
                </a:cubicBezTo>
                <a:cubicBezTo>
                  <a:pt x="33" y="17"/>
                  <a:pt x="32" y="20"/>
                  <a:pt x="32" y="24"/>
                </a:cubicBezTo>
                <a:cubicBezTo>
                  <a:pt x="32" y="30"/>
                  <a:pt x="34" y="35"/>
                  <a:pt x="36" y="40"/>
                </a:cubicBezTo>
                <a:lnTo>
                  <a:pt x="26" y="40"/>
                </a:lnTo>
                <a:close/>
                <a:moveTo>
                  <a:pt x="60" y="52"/>
                </a:moveTo>
                <a:cubicBezTo>
                  <a:pt x="63" y="52"/>
                  <a:pt x="65" y="51"/>
                  <a:pt x="66" y="51"/>
                </a:cubicBezTo>
                <a:cubicBezTo>
                  <a:pt x="68" y="50"/>
                  <a:pt x="68" y="49"/>
                  <a:pt x="68" y="47"/>
                </a:cubicBezTo>
                <a:cubicBezTo>
                  <a:pt x="68" y="46"/>
                  <a:pt x="68" y="45"/>
                  <a:pt x="68" y="44"/>
                </a:cubicBezTo>
                <a:cubicBezTo>
                  <a:pt x="77" y="44"/>
                  <a:pt x="77" y="44"/>
                  <a:pt x="77" y="44"/>
                </a:cubicBezTo>
                <a:cubicBezTo>
                  <a:pt x="78" y="46"/>
                  <a:pt x="78" y="49"/>
                  <a:pt x="78" y="51"/>
                </a:cubicBezTo>
                <a:cubicBezTo>
                  <a:pt x="78" y="56"/>
                  <a:pt x="77" y="59"/>
                  <a:pt x="74" y="61"/>
                </a:cubicBezTo>
                <a:cubicBezTo>
                  <a:pt x="72" y="63"/>
                  <a:pt x="68" y="63"/>
                  <a:pt x="62" y="63"/>
                </a:cubicBezTo>
                <a:cubicBezTo>
                  <a:pt x="49" y="63"/>
                  <a:pt x="49" y="63"/>
                  <a:pt x="49" y="63"/>
                </a:cubicBezTo>
                <a:cubicBezTo>
                  <a:pt x="39" y="63"/>
                  <a:pt x="34" y="67"/>
                  <a:pt x="34" y="76"/>
                </a:cubicBezTo>
                <a:cubicBezTo>
                  <a:pt x="34" y="79"/>
                  <a:pt x="35" y="82"/>
                  <a:pt x="37" y="84"/>
                </a:cubicBezTo>
                <a:cubicBezTo>
                  <a:pt x="40" y="86"/>
                  <a:pt x="44" y="87"/>
                  <a:pt x="49" y="87"/>
                </a:cubicBezTo>
                <a:cubicBezTo>
                  <a:pt x="59" y="87"/>
                  <a:pt x="68" y="85"/>
                  <a:pt x="77" y="81"/>
                </a:cubicBezTo>
                <a:cubicBezTo>
                  <a:pt x="77" y="93"/>
                  <a:pt x="77" y="93"/>
                  <a:pt x="77" y="93"/>
                </a:cubicBezTo>
                <a:cubicBezTo>
                  <a:pt x="69" y="97"/>
                  <a:pt x="59" y="99"/>
                  <a:pt x="49" y="99"/>
                </a:cubicBezTo>
                <a:cubicBezTo>
                  <a:pt x="41" y="99"/>
                  <a:pt x="35" y="97"/>
                  <a:pt x="30" y="93"/>
                </a:cubicBezTo>
                <a:cubicBezTo>
                  <a:pt x="26" y="89"/>
                  <a:pt x="24" y="83"/>
                  <a:pt x="24" y="75"/>
                </a:cubicBezTo>
                <a:cubicBezTo>
                  <a:pt x="24" y="68"/>
                  <a:pt x="26" y="62"/>
                  <a:pt x="30" y="58"/>
                </a:cubicBezTo>
                <a:cubicBezTo>
                  <a:pt x="34" y="54"/>
                  <a:pt x="40" y="52"/>
                  <a:pt x="47" y="52"/>
                </a:cubicBezTo>
                <a:lnTo>
                  <a:pt x="60" y="52"/>
                </a:lnTo>
                <a:close/>
                <a:moveTo>
                  <a:pt x="1" y="160"/>
                </a:moveTo>
                <a:cubicBezTo>
                  <a:pt x="1" y="158"/>
                  <a:pt x="0" y="156"/>
                  <a:pt x="0" y="154"/>
                </a:cubicBezTo>
                <a:cubicBezTo>
                  <a:pt x="0" y="151"/>
                  <a:pt x="1" y="148"/>
                  <a:pt x="4" y="146"/>
                </a:cubicBezTo>
                <a:cubicBezTo>
                  <a:pt x="6" y="144"/>
                  <a:pt x="9" y="141"/>
                  <a:pt x="15" y="139"/>
                </a:cubicBezTo>
                <a:cubicBezTo>
                  <a:pt x="32" y="131"/>
                  <a:pt x="32" y="131"/>
                  <a:pt x="32" y="131"/>
                </a:cubicBezTo>
                <a:cubicBezTo>
                  <a:pt x="1" y="116"/>
                  <a:pt x="1" y="116"/>
                  <a:pt x="1" y="116"/>
                </a:cubicBezTo>
                <a:cubicBezTo>
                  <a:pt x="1" y="103"/>
                  <a:pt x="1" y="103"/>
                  <a:pt x="1" y="103"/>
                </a:cubicBezTo>
                <a:cubicBezTo>
                  <a:pt x="43" y="126"/>
                  <a:pt x="43" y="126"/>
                  <a:pt x="43" y="126"/>
                </a:cubicBezTo>
                <a:cubicBezTo>
                  <a:pt x="61" y="117"/>
                  <a:pt x="61" y="117"/>
                  <a:pt x="61" y="117"/>
                </a:cubicBezTo>
                <a:cubicBezTo>
                  <a:pt x="66" y="115"/>
                  <a:pt x="69" y="113"/>
                  <a:pt x="69" y="111"/>
                </a:cubicBezTo>
                <a:cubicBezTo>
                  <a:pt x="69" y="109"/>
                  <a:pt x="68" y="107"/>
                  <a:pt x="68" y="106"/>
                </a:cubicBezTo>
                <a:cubicBezTo>
                  <a:pt x="78" y="106"/>
                  <a:pt x="78" y="106"/>
                  <a:pt x="78" y="106"/>
                </a:cubicBezTo>
                <a:cubicBezTo>
                  <a:pt x="78" y="107"/>
                  <a:pt x="79" y="109"/>
                  <a:pt x="79" y="112"/>
                </a:cubicBezTo>
                <a:cubicBezTo>
                  <a:pt x="79" y="115"/>
                  <a:pt x="78" y="118"/>
                  <a:pt x="77" y="119"/>
                </a:cubicBezTo>
                <a:cubicBezTo>
                  <a:pt x="75" y="121"/>
                  <a:pt x="73" y="123"/>
                  <a:pt x="70" y="125"/>
                </a:cubicBezTo>
                <a:cubicBezTo>
                  <a:pt x="53" y="132"/>
                  <a:pt x="53" y="132"/>
                  <a:pt x="53" y="132"/>
                </a:cubicBezTo>
                <a:cubicBezTo>
                  <a:pt x="77" y="144"/>
                  <a:pt x="77" y="144"/>
                  <a:pt x="77" y="144"/>
                </a:cubicBezTo>
                <a:cubicBezTo>
                  <a:pt x="77" y="157"/>
                  <a:pt x="77" y="157"/>
                  <a:pt x="77" y="157"/>
                </a:cubicBezTo>
                <a:cubicBezTo>
                  <a:pt x="42" y="138"/>
                  <a:pt x="42" y="138"/>
                  <a:pt x="42" y="138"/>
                </a:cubicBezTo>
                <a:cubicBezTo>
                  <a:pt x="17" y="149"/>
                  <a:pt x="17" y="149"/>
                  <a:pt x="17" y="149"/>
                </a:cubicBezTo>
                <a:cubicBezTo>
                  <a:pt x="13" y="151"/>
                  <a:pt x="10" y="153"/>
                  <a:pt x="10" y="156"/>
                </a:cubicBezTo>
                <a:cubicBezTo>
                  <a:pt x="10" y="157"/>
                  <a:pt x="11" y="159"/>
                  <a:pt x="11" y="160"/>
                </a:cubicBezTo>
                <a:lnTo>
                  <a:pt x="1" y="160"/>
                </a:lnTo>
                <a:close/>
                <a:moveTo>
                  <a:pt x="66" y="204"/>
                </a:moveTo>
                <a:cubicBezTo>
                  <a:pt x="70" y="202"/>
                  <a:pt x="73" y="200"/>
                  <a:pt x="75" y="197"/>
                </a:cubicBezTo>
                <a:cubicBezTo>
                  <a:pt x="77" y="194"/>
                  <a:pt x="79" y="190"/>
                  <a:pt x="79" y="186"/>
                </a:cubicBezTo>
                <a:cubicBezTo>
                  <a:pt x="79" y="179"/>
                  <a:pt x="76" y="173"/>
                  <a:pt x="70" y="168"/>
                </a:cubicBezTo>
                <a:cubicBezTo>
                  <a:pt x="65" y="164"/>
                  <a:pt x="58" y="162"/>
                  <a:pt x="50" y="162"/>
                </a:cubicBezTo>
                <a:cubicBezTo>
                  <a:pt x="42" y="162"/>
                  <a:pt x="36" y="164"/>
                  <a:pt x="31" y="167"/>
                </a:cubicBezTo>
                <a:cubicBezTo>
                  <a:pt x="26" y="171"/>
                  <a:pt x="24" y="176"/>
                  <a:pt x="24" y="183"/>
                </a:cubicBezTo>
                <a:cubicBezTo>
                  <a:pt x="24" y="191"/>
                  <a:pt x="28" y="198"/>
                  <a:pt x="38" y="203"/>
                </a:cubicBezTo>
                <a:cubicBezTo>
                  <a:pt x="38" y="203"/>
                  <a:pt x="38" y="203"/>
                  <a:pt x="38" y="203"/>
                </a:cubicBezTo>
                <a:cubicBezTo>
                  <a:pt x="29" y="205"/>
                  <a:pt x="24" y="209"/>
                  <a:pt x="24" y="215"/>
                </a:cubicBezTo>
                <a:cubicBezTo>
                  <a:pt x="24" y="217"/>
                  <a:pt x="25" y="219"/>
                  <a:pt x="25" y="221"/>
                </a:cubicBezTo>
                <a:cubicBezTo>
                  <a:pt x="35" y="222"/>
                  <a:pt x="35" y="222"/>
                  <a:pt x="35" y="222"/>
                </a:cubicBezTo>
                <a:cubicBezTo>
                  <a:pt x="35" y="221"/>
                  <a:pt x="34" y="220"/>
                  <a:pt x="34" y="219"/>
                </a:cubicBezTo>
                <a:cubicBezTo>
                  <a:pt x="34" y="217"/>
                  <a:pt x="36" y="215"/>
                  <a:pt x="38" y="214"/>
                </a:cubicBezTo>
                <a:cubicBezTo>
                  <a:pt x="40" y="212"/>
                  <a:pt x="45" y="211"/>
                  <a:pt x="51" y="210"/>
                </a:cubicBezTo>
                <a:cubicBezTo>
                  <a:pt x="77" y="220"/>
                  <a:pt x="77" y="220"/>
                  <a:pt x="77" y="220"/>
                </a:cubicBezTo>
                <a:cubicBezTo>
                  <a:pt x="77" y="208"/>
                  <a:pt x="77" y="208"/>
                  <a:pt x="77" y="208"/>
                </a:cubicBezTo>
                <a:cubicBezTo>
                  <a:pt x="66" y="204"/>
                  <a:pt x="66" y="204"/>
                  <a:pt x="66" y="204"/>
                </a:cubicBezTo>
                <a:close/>
                <a:moveTo>
                  <a:pt x="52" y="200"/>
                </a:moveTo>
                <a:cubicBezTo>
                  <a:pt x="50" y="200"/>
                  <a:pt x="50" y="200"/>
                  <a:pt x="50" y="200"/>
                </a:cubicBezTo>
                <a:cubicBezTo>
                  <a:pt x="44" y="198"/>
                  <a:pt x="40" y="196"/>
                  <a:pt x="38" y="193"/>
                </a:cubicBezTo>
                <a:cubicBezTo>
                  <a:pt x="35" y="191"/>
                  <a:pt x="33" y="188"/>
                  <a:pt x="33" y="185"/>
                </a:cubicBezTo>
                <a:cubicBezTo>
                  <a:pt x="33" y="182"/>
                  <a:pt x="35" y="179"/>
                  <a:pt x="38" y="177"/>
                </a:cubicBezTo>
                <a:cubicBezTo>
                  <a:pt x="41" y="175"/>
                  <a:pt x="45" y="174"/>
                  <a:pt x="50" y="174"/>
                </a:cubicBezTo>
                <a:cubicBezTo>
                  <a:pt x="56" y="174"/>
                  <a:pt x="60" y="175"/>
                  <a:pt x="64" y="177"/>
                </a:cubicBezTo>
                <a:cubicBezTo>
                  <a:pt x="67" y="180"/>
                  <a:pt x="69" y="183"/>
                  <a:pt x="69" y="187"/>
                </a:cubicBezTo>
                <a:cubicBezTo>
                  <a:pt x="69" y="190"/>
                  <a:pt x="68" y="193"/>
                  <a:pt x="65" y="195"/>
                </a:cubicBezTo>
                <a:cubicBezTo>
                  <a:pt x="62" y="197"/>
                  <a:pt x="57" y="199"/>
                  <a:pt x="52" y="200"/>
                </a:cubicBezTo>
                <a:close/>
                <a:moveTo>
                  <a:pt x="71" y="237"/>
                </a:moveTo>
                <a:cubicBezTo>
                  <a:pt x="67" y="232"/>
                  <a:pt x="60" y="230"/>
                  <a:pt x="51" y="230"/>
                </a:cubicBezTo>
                <a:cubicBezTo>
                  <a:pt x="5" y="230"/>
                  <a:pt x="5" y="230"/>
                  <a:pt x="5" y="230"/>
                </a:cubicBezTo>
                <a:cubicBezTo>
                  <a:pt x="5" y="242"/>
                  <a:pt x="5" y="242"/>
                  <a:pt x="5" y="242"/>
                </a:cubicBezTo>
                <a:cubicBezTo>
                  <a:pt x="29" y="242"/>
                  <a:pt x="29" y="242"/>
                  <a:pt x="29" y="242"/>
                </a:cubicBezTo>
                <a:cubicBezTo>
                  <a:pt x="29" y="242"/>
                  <a:pt x="29" y="242"/>
                  <a:pt x="29" y="242"/>
                </a:cubicBezTo>
                <a:cubicBezTo>
                  <a:pt x="26" y="246"/>
                  <a:pt x="24" y="251"/>
                  <a:pt x="24" y="257"/>
                </a:cubicBezTo>
                <a:cubicBezTo>
                  <a:pt x="24" y="265"/>
                  <a:pt x="26" y="271"/>
                  <a:pt x="31" y="275"/>
                </a:cubicBezTo>
                <a:cubicBezTo>
                  <a:pt x="36" y="279"/>
                  <a:pt x="43" y="281"/>
                  <a:pt x="52" y="281"/>
                </a:cubicBezTo>
                <a:cubicBezTo>
                  <a:pt x="59" y="281"/>
                  <a:pt x="66" y="279"/>
                  <a:pt x="71" y="274"/>
                </a:cubicBezTo>
                <a:cubicBezTo>
                  <a:pt x="76" y="269"/>
                  <a:pt x="79" y="263"/>
                  <a:pt x="79" y="255"/>
                </a:cubicBezTo>
                <a:cubicBezTo>
                  <a:pt x="79" y="247"/>
                  <a:pt x="76" y="241"/>
                  <a:pt x="71" y="237"/>
                </a:cubicBezTo>
                <a:close/>
                <a:moveTo>
                  <a:pt x="64" y="265"/>
                </a:moveTo>
                <a:cubicBezTo>
                  <a:pt x="61" y="268"/>
                  <a:pt x="56" y="269"/>
                  <a:pt x="51" y="269"/>
                </a:cubicBezTo>
                <a:cubicBezTo>
                  <a:pt x="39" y="269"/>
                  <a:pt x="33" y="264"/>
                  <a:pt x="33" y="255"/>
                </a:cubicBezTo>
                <a:cubicBezTo>
                  <a:pt x="33" y="252"/>
                  <a:pt x="34" y="250"/>
                  <a:pt x="35" y="247"/>
                </a:cubicBezTo>
                <a:cubicBezTo>
                  <a:pt x="36" y="245"/>
                  <a:pt x="37" y="243"/>
                  <a:pt x="39" y="242"/>
                </a:cubicBezTo>
                <a:cubicBezTo>
                  <a:pt x="52" y="242"/>
                  <a:pt x="52" y="242"/>
                  <a:pt x="52" y="242"/>
                </a:cubicBezTo>
                <a:cubicBezTo>
                  <a:pt x="58" y="242"/>
                  <a:pt x="62" y="243"/>
                  <a:pt x="65" y="245"/>
                </a:cubicBezTo>
                <a:cubicBezTo>
                  <a:pt x="68" y="248"/>
                  <a:pt x="69" y="251"/>
                  <a:pt x="69" y="255"/>
                </a:cubicBezTo>
                <a:cubicBezTo>
                  <a:pt x="69" y="259"/>
                  <a:pt x="67" y="263"/>
                  <a:pt x="64" y="265"/>
                </a:cubicBezTo>
                <a:close/>
                <a:moveTo>
                  <a:pt x="26" y="315"/>
                </a:moveTo>
                <a:cubicBezTo>
                  <a:pt x="25" y="313"/>
                  <a:pt x="24" y="310"/>
                  <a:pt x="24" y="308"/>
                </a:cubicBezTo>
                <a:cubicBezTo>
                  <a:pt x="24" y="299"/>
                  <a:pt x="29" y="294"/>
                  <a:pt x="40" y="294"/>
                </a:cubicBezTo>
                <a:cubicBezTo>
                  <a:pt x="77" y="294"/>
                  <a:pt x="77" y="294"/>
                  <a:pt x="77" y="294"/>
                </a:cubicBezTo>
                <a:cubicBezTo>
                  <a:pt x="77" y="306"/>
                  <a:pt x="77" y="306"/>
                  <a:pt x="77" y="306"/>
                </a:cubicBezTo>
                <a:cubicBezTo>
                  <a:pt x="41" y="306"/>
                  <a:pt x="41" y="306"/>
                  <a:pt x="41" y="306"/>
                </a:cubicBezTo>
                <a:cubicBezTo>
                  <a:pt x="36" y="306"/>
                  <a:pt x="34" y="307"/>
                  <a:pt x="34" y="311"/>
                </a:cubicBezTo>
                <a:cubicBezTo>
                  <a:pt x="34" y="312"/>
                  <a:pt x="34" y="314"/>
                  <a:pt x="35" y="315"/>
                </a:cubicBezTo>
                <a:lnTo>
                  <a:pt x="26" y="315"/>
                </a:lnTo>
                <a:close/>
                <a:moveTo>
                  <a:pt x="51" y="321"/>
                </a:moveTo>
                <a:cubicBezTo>
                  <a:pt x="42" y="321"/>
                  <a:pt x="36" y="323"/>
                  <a:pt x="31" y="328"/>
                </a:cubicBezTo>
                <a:cubicBezTo>
                  <a:pt x="26" y="333"/>
                  <a:pt x="24" y="339"/>
                  <a:pt x="24" y="347"/>
                </a:cubicBezTo>
                <a:cubicBezTo>
                  <a:pt x="24" y="354"/>
                  <a:pt x="26" y="360"/>
                  <a:pt x="31" y="365"/>
                </a:cubicBezTo>
                <a:cubicBezTo>
                  <a:pt x="36" y="369"/>
                  <a:pt x="42" y="372"/>
                  <a:pt x="50" y="372"/>
                </a:cubicBezTo>
                <a:cubicBezTo>
                  <a:pt x="57" y="372"/>
                  <a:pt x="63" y="369"/>
                  <a:pt x="68" y="365"/>
                </a:cubicBezTo>
                <a:cubicBezTo>
                  <a:pt x="68" y="378"/>
                  <a:pt x="68" y="378"/>
                  <a:pt x="68" y="378"/>
                </a:cubicBezTo>
                <a:cubicBezTo>
                  <a:pt x="77" y="378"/>
                  <a:pt x="77" y="378"/>
                  <a:pt x="77" y="378"/>
                </a:cubicBezTo>
                <a:cubicBezTo>
                  <a:pt x="77" y="348"/>
                  <a:pt x="77" y="348"/>
                  <a:pt x="77" y="348"/>
                </a:cubicBezTo>
                <a:cubicBezTo>
                  <a:pt x="77" y="330"/>
                  <a:pt x="68" y="321"/>
                  <a:pt x="51" y="321"/>
                </a:cubicBezTo>
                <a:close/>
                <a:moveTo>
                  <a:pt x="68" y="354"/>
                </a:moveTo>
                <a:cubicBezTo>
                  <a:pt x="63" y="358"/>
                  <a:pt x="57" y="360"/>
                  <a:pt x="50" y="360"/>
                </a:cubicBezTo>
                <a:cubicBezTo>
                  <a:pt x="45" y="360"/>
                  <a:pt x="41" y="358"/>
                  <a:pt x="38" y="356"/>
                </a:cubicBezTo>
                <a:cubicBezTo>
                  <a:pt x="35" y="354"/>
                  <a:pt x="33" y="351"/>
                  <a:pt x="33" y="347"/>
                </a:cubicBezTo>
                <a:cubicBezTo>
                  <a:pt x="33" y="343"/>
                  <a:pt x="35" y="339"/>
                  <a:pt x="38" y="337"/>
                </a:cubicBezTo>
                <a:cubicBezTo>
                  <a:pt x="41" y="334"/>
                  <a:pt x="45" y="333"/>
                  <a:pt x="50" y="333"/>
                </a:cubicBezTo>
                <a:cubicBezTo>
                  <a:pt x="62" y="333"/>
                  <a:pt x="68" y="338"/>
                  <a:pt x="68" y="349"/>
                </a:cubicBezTo>
                <a:lnTo>
                  <a:pt x="68" y="354"/>
                </a:lnTo>
                <a:close/>
                <a:moveTo>
                  <a:pt x="68" y="432"/>
                </a:moveTo>
                <a:cubicBezTo>
                  <a:pt x="68" y="412"/>
                  <a:pt x="68" y="412"/>
                  <a:pt x="68" y="412"/>
                </a:cubicBezTo>
                <a:cubicBezTo>
                  <a:pt x="41" y="412"/>
                  <a:pt x="41" y="412"/>
                  <a:pt x="41" y="412"/>
                </a:cubicBezTo>
                <a:cubicBezTo>
                  <a:pt x="36" y="412"/>
                  <a:pt x="34" y="414"/>
                  <a:pt x="34" y="418"/>
                </a:cubicBezTo>
                <a:cubicBezTo>
                  <a:pt x="34" y="420"/>
                  <a:pt x="34" y="422"/>
                  <a:pt x="35" y="424"/>
                </a:cubicBezTo>
                <a:cubicBezTo>
                  <a:pt x="26" y="424"/>
                  <a:pt x="26" y="424"/>
                  <a:pt x="26" y="424"/>
                </a:cubicBezTo>
                <a:cubicBezTo>
                  <a:pt x="25" y="421"/>
                  <a:pt x="24" y="418"/>
                  <a:pt x="24" y="415"/>
                </a:cubicBezTo>
                <a:cubicBezTo>
                  <a:pt x="24" y="405"/>
                  <a:pt x="29" y="401"/>
                  <a:pt x="40" y="401"/>
                </a:cubicBezTo>
                <a:cubicBezTo>
                  <a:pt x="68" y="401"/>
                  <a:pt x="68" y="401"/>
                  <a:pt x="68" y="401"/>
                </a:cubicBezTo>
                <a:cubicBezTo>
                  <a:pt x="68" y="394"/>
                  <a:pt x="68" y="394"/>
                  <a:pt x="68" y="394"/>
                </a:cubicBezTo>
                <a:cubicBezTo>
                  <a:pt x="68" y="390"/>
                  <a:pt x="67" y="386"/>
                  <a:pt x="63" y="382"/>
                </a:cubicBezTo>
                <a:cubicBezTo>
                  <a:pt x="73" y="382"/>
                  <a:pt x="73" y="382"/>
                  <a:pt x="73" y="382"/>
                </a:cubicBezTo>
                <a:cubicBezTo>
                  <a:pt x="76" y="384"/>
                  <a:pt x="77" y="389"/>
                  <a:pt x="77" y="395"/>
                </a:cubicBezTo>
                <a:cubicBezTo>
                  <a:pt x="77" y="432"/>
                  <a:pt x="77" y="432"/>
                  <a:pt x="77" y="432"/>
                </a:cubicBezTo>
                <a:lnTo>
                  <a:pt x="68" y="432"/>
                </a:lnTo>
                <a:close/>
                <a:moveTo>
                  <a:pt x="34" y="475"/>
                </a:moveTo>
                <a:cubicBezTo>
                  <a:pt x="34" y="475"/>
                  <a:pt x="34" y="475"/>
                  <a:pt x="34" y="475"/>
                </a:cubicBezTo>
                <a:cubicBezTo>
                  <a:pt x="27" y="471"/>
                  <a:pt x="24" y="466"/>
                  <a:pt x="24" y="459"/>
                </a:cubicBezTo>
                <a:cubicBezTo>
                  <a:pt x="24" y="452"/>
                  <a:pt x="26" y="447"/>
                  <a:pt x="30" y="443"/>
                </a:cubicBezTo>
                <a:cubicBezTo>
                  <a:pt x="35" y="439"/>
                  <a:pt x="41" y="438"/>
                  <a:pt x="49" y="438"/>
                </a:cubicBezTo>
                <a:cubicBezTo>
                  <a:pt x="57" y="438"/>
                  <a:pt x="67" y="440"/>
                  <a:pt x="77" y="444"/>
                </a:cubicBezTo>
                <a:cubicBezTo>
                  <a:pt x="77" y="457"/>
                  <a:pt x="77" y="457"/>
                  <a:pt x="77" y="457"/>
                </a:cubicBezTo>
                <a:cubicBezTo>
                  <a:pt x="67" y="452"/>
                  <a:pt x="57" y="449"/>
                  <a:pt x="49" y="449"/>
                </a:cubicBezTo>
                <a:cubicBezTo>
                  <a:pt x="44" y="449"/>
                  <a:pt x="40" y="450"/>
                  <a:pt x="37" y="452"/>
                </a:cubicBezTo>
                <a:cubicBezTo>
                  <a:pt x="35" y="454"/>
                  <a:pt x="34" y="456"/>
                  <a:pt x="34" y="459"/>
                </a:cubicBezTo>
                <a:cubicBezTo>
                  <a:pt x="34" y="466"/>
                  <a:pt x="39" y="469"/>
                  <a:pt x="49" y="469"/>
                </a:cubicBezTo>
                <a:cubicBezTo>
                  <a:pt x="63" y="469"/>
                  <a:pt x="63" y="469"/>
                  <a:pt x="63" y="469"/>
                </a:cubicBezTo>
                <a:cubicBezTo>
                  <a:pt x="63" y="481"/>
                  <a:pt x="63" y="481"/>
                  <a:pt x="63" y="481"/>
                </a:cubicBezTo>
                <a:cubicBezTo>
                  <a:pt x="49" y="481"/>
                  <a:pt x="49" y="481"/>
                  <a:pt x="49" y="481"/>
                </a:cubicBezTo>
                <a:cubicBezTo>
                  <a:pt x="39" y="481"/>
                  <a:pt x="34" y="484"/>
                  <a:pt x="34" y="491"/>
                </a:cubicBezTo>
                <a:cubicBezTo>
                  <a:pt x="34" y="494"/>
                  <a:pt x="35" y="496"/>
                  <a:pt x="37" y="498"/>
                </a:cubicBezTo>
                <a:cubicBezTo>
                  <a:pt x="40" y="500"/>
                  <a:pt x="44" y="501"/>
                  <a:pt x="49" y="501"/>
                </a:cubicBezTo>
                <a:cubicBezTo>
                  <a:pt x="57" y="501"/>
                  <a:pt x="67" y="498"/>
                  <a:pt x="77" y="493"/>
                </a:cubicBezTo>
                <a:cubicBezTo>
                  <a:pt x="77" y="506"/>
                  <a:pt x="77" y="506"/>
                  <a:pt x="77" y="506"/>
                </a:cubicBezTo>
                <a:cubicBezTo>
                  <a:pt x="67" y="510"/>
                  <a:pt x="57" y="512"/>
                  <a:pt x="49" y="512"/>
                </a:cubicBezTo>
                <a:cubicBezTo>
                  <a:pt x="41" y="512"/>
                  <a:pt x="35" y="510"/>
                  <a:pt x="30" y="507"/>
                </a:cubicBezTo>
                <a:cubicBezTo>
                  <a:pt x="26" y="503"/>
                  <a:pt x="24" y="498"/>
                  <a:pt x="24" y="491"/>
                </a:cubicBezTo>
                <a:cubicBezTo>
                  <a:pt x="24" y="484"/>
                  <a:pt x="27" y="479"/>
                  <a:pt x="34" y="475"/>
                </a:cubicBezTo>
                <a:close/>
                <a:moveTo>
                  <a:pt x="103" y="485"/>
                </a:moveTo>
                <a:cubicBezTo>
                  <a:pt x="85" y="475"/>
                  <a:pt x="85" y="475"/>
                  <a:pt x="85" y="475"/>
                </a:cubicBezTo>
                <a:cubicBezTo>
                  <a:pt x="85" y="469"/>
                  <a:pt x="85" y="469"/>
                  <a:pt x="85" y="469"/>
                </a:cubicBezTo>
                <a:cubicBezTo>
                  <a:pt x="103" y="474"/>
                  <a:pt x="103" y="474"/>
                  <a:pt x="103" y="474"/>
                </a:cubicBezTo>
                <a:lnTo>
                  <a:pt x="103" y="485"/>
                </a:lnTo>
                <a:close/>
              </a:path>
            </a:pathLst>
          </a:custGeom>
          <a:solidFill>
            <a:srgbClr val="F8BB21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20" name="Freeform 237">
            <a:extLst>
              <a:ext uri="{FF2B5EF4-FFF2-40B4-BE49-F238E27FC236}">
                <a16:creationId xmlns:a16="http://schemas.microsoft.com/office/drawing/2014/main" id="{FE4A729E-CE14-45B1-4A3B-A8949ECE81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3173040" y="4828318"/>
            <a:ext cx="3322733" cy="350641"/>
          </a:xfrm>
          <a:custGeom>
            <a:avLst/>
            <a:gdLst>
              <a:gd name="T0" fmla="*/ 57 w 1094"/>
              <a:gd name="T1" fmla="*/ 47 h 115"/>
              <a:gd name="T2" fmla="*/ 39 w 1094"/>
              <a:gd name="T3" fmla="*/ 24 h 115"/>
              <a:gd name="T4" fmla="*/ 4 w 1094"/>
              <a:gd name="T5" fmla="*/ 24 h 115"/>
              <a:gd name="T6" fmla="*/ 14 w 1094"/>
              <a:gd name="T7" fmla="*/ 105 h 115"/>
              <a:gd name="T8" fmla="*/ 68 w 1094"/>
              <a:gd name="T9" fmla="*/ 56 h 115"/>
              <a:gd name="T10" fmla="*/ 99 w 1094"/>
              <a:gd name="T11" fmla="*/ 79 h 115"/>
              <a:gd name="T12" fmla="*/ 35 w 1094"/>
              <a:gd name="T13" fmla="*/ 88 h 115"/>
              <a:gd name="T14" fmla="*/ 42 w 1094"/>
              <a:gd name="T15" fmla="*/ 82 h 115"/>
              <a:gd name="T16" fmla="*/ 134 w 1094"/>
              <a:gd name="T17" fmla="*/ 17 h 115"/>
              <a:gd name="T18" fmla="*/ 133 w 1094"/>
              <a:gd name="T19" fmla="*/ 71 h 115"/>
              <a:gd name="T20" fmla="*/ 188 w 1094"/>
              <a:gd name="T21" fmla="*/ 54 h 115"/>
              <a:gd name="T22" fmla="*/ 190 w 1094"/>
              <a:gd name="T23" fmla="*/ 10 h 115"/>
              <a:gd name="T24" fmla="*/ 282 w 1094"/>
              <a:gd name="T25" fmla="*/ 66 h 115"/>
              <a:gd name="T26" fmla="*/ 257 w 1094"/>
              <a:gd name="T27" fmla="*/ 103 h 115"/>
              <a:gd name="T28" fmla="*/ 218 w 1094"/>
              <a:gd name="T29" fmla="*/ 111 h 115"/>
              <a:gd name="T30" fmla="*/ 236 w 1094"/>
              <a:gd name="T31" fmla="*/ 38 h 115"/>
              <a:gd name="T32" fmla="*/ 293 w 1094"/>
              <a:gd name="T33" fmla="*/ 26 h 115"/>
              <a:gd name="T34" fmla="*/ 291 w 1094"/>
              <a:gd name="T35" fmla="*/ 30 h 115"/>
              <a:gd name="T36" fmla="*/ 311 w 1094"/>
              <a:gd name="T37" fmla="*/ 22 h 115"/>
              <a:gd name="T38" fmla="*/ 408 w 1094"/>
              <a:gd name="T39" fmla="*/ 46 h 115"/>
              <a:gd name="T40" fmla="*/ 372 w 1094"/>
              <a:gd name="T41" fmla="*/ 112 h 115"/>
              <a:gd name="T42" fmla="*/ 367 w 1094"/>
              <a:gd name="T43" fmla="*/ 11 h 115"/>
              <a:gd name="T44" fmla="*/ 482 w 1094"/>
              <a:gd name="T45" fmla="*/ 38 h 115"/>
              <a:gd name="T46" fmla="*/ 502 w 1094"/>
              <a:gd name="T47" fmla="*/ 67 h 115"/>
              <a:gd name="T48" fmla="*/ 449 w 1094"/>
              <a:gd name="T49" fmla="*/ 7 h 115"/>
              <a:gd name="T50" fmla="*/ 615 w 1094"/>
              <a:gd name="T51" fmla="*/ 104 h 115"/>
              <a:gd name="T52" fmla="*/ 553 w 1094"/>
              <a:gd name="T53" fmla="*/ 60 h 115"/>
              <a:gd name="T54" fmla="*/ 615 w 1094"/>
              <a:gd name="T55" fmla="*/ 104 h 115"/>
              <a:gd name="T56" fmla="*/ 538 w 1094"/>
              <a:gd name="T57" fmla="*/ 22 h 115"/>
              <a:gd name="T58" fmla="*/ 567 w 1094"/>
              <a:gd name="T59" fmla="*/ 47 h 115"/>
              <a:gd name="T60" fmla="*/ 619 w 1094"/>
              <a:gd name="T61" fmla="*/ 56 h 115"/>
              <a:gd name="T62" fmla="*/ 631 w 1094"/>
              <a:gd name="T63" fmla="*/ 45 h 115"/>
              <a:gd name="T64" fmla="*/ 716 w 1094"/>
              <a:gd name="T65" fmla="*/ 78 h 115"/>
              <a:gd name="T66" fmla="*/ 671 w 1094"/>
              <a:gd name="T67" fmla="*/ 40 h 115"/>
              <a:gd name="T68" fmla="*/ 685 w 1094"/>
              <a:gd name="T69" fmla="*/ 7 h 115"/>
              <a:gd name="T70" fmla="*/ 740 w 1094"/>
              <a:gd name="T71" fmla="*/ 32 h 115"/>
              <a:gd name="T72" fmla="*/ 671 w 1094"/>
              <a:gd name="T73" fmla="*/ 73 h 115"/>
              <a:gd name="T74" fmla="*/ 716 w 1094"/>
              <a:gd name="T75" fmla="*/ 3 h 115"/>
              <a:gd name="T76" fmla="*/ 733 w 1094"/>
              <a:gd name="T77" fmla="*/ 0 h 115"/>
              <a:gd name="T78" fmla="*/ 776 w 1094"/>
              <a:gd name="T79" fmla="*/ 20 h 115"/>
              <a:gd name="T80" fmla="*/ 806 w 1094"/>
              <a:gd name="T81" fmla="*/ 72 h 115"/>
              <a:gd name="T82" fmla="*/ 764 w 1094"/>
              <a:gd name="T83" fmla="*/ 18 h 115"/>
              <a:gd name="T84" fmla="*/ 865 w 1094"/>
              <a:gd name="T85" fmla="*/ 73 h 115"/>
              <a:gd name="T86" fmla="*/ 932 w 1094"/>
              <a:gd name="T87" fmla="*/ 52 h 115"/>
              <a:gd name="T88" fmla="*/ 932 w 1094"/>
              <a:gd name="T89" fmla="*/ 9 h 115"/>
              <a:gd name="T90" fmla="*/ 881 w 1094"/>
              <a:gd name="T91" fmla="*/ 23 h 115"/>
              <a:gd name="T92" fmla="*/ 916 w 1094"/>
              <a:gd name="T93" fmla="*/ 53 h 115"/>
              <a:gd name="T94" fmla="*/ 913 w 1094"/>
              <a:gd name="T95" fmla="*/ 60 h 115"/>
              <a:gd name="T96" fmla="*/ 912 w 1094"/>
              <a:gd name="T97" fmla="*/ 112 h 115"/>
              <a:gd name="T98" fmla="*/ 933 w 1094"/>
              <a:gd name="T99" fmla="*/ 80 h 115"/>
              <a:gd name="T100" fmla="*/ 926 w 1094"/>
              <a:gd name="T101" fmla="*/ 85 h 115"/>
              <a:gd name="T102" fmla="*/ 1058 w 1094"/>
              <a:gd name="T103" fmla="*/ 6 h 115"/>
              <a:gd name="T104" fmla="*/ 991 w 1094"/>
              <a:gd name="T105" fmla="*/ 33 h 115"/>
              <a:gd name="T106" fmla="*/ 1034 w 1094"/>
              <a:gd name="T107" fmla="*/ 87 h 115"/>
              <a:gd name="T108" fmla="*/ 1056 w 1094"/>
              <a:gd name="T109" fmla="*/ 80 h 115"/>
              <a:gd name="T110" fmla="*/ 1094 w 1094"/>
              <a:gd name="T111" fmla="*/ 23 h 115"/>
              <a:gd name="T112" fmla="*/ 1048 w 1094"/>
              <a:gd name="T113" fmla="*/ 66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094" h="115">
                <a:moveTo>
                  <a:pt x="70" y="48"/>
                </a:moveTo>
                <a:cubicBezTo>
                  <a:pt x="71" y="47"/>
                  <a:pt x="71" y="45"/>
                  <a:pt x="72" y="43"/>
                </a:cubicBezTo>
                <a:cubicBezTo>
                  <a:pt x="63" y="41"/>
                  <a:pt x="63" y="41"/>
                  <a:pt x="63" y="41"/>
                </a:cubicBezTo>
                <a:cubicBezTo>
                  <a:pt x="63" y="43"/>
                  <a:pt x="62" y="45"/>
                  <a:pt x="62" y="47"/>
                </a:cubicBezTo>
                <a:cubicBezTo>
                  <a:pt x="60" y="47"/>
                  <a:pt x="59" y="47"/>
                  <a:pt x="57" y="47"/>
                </a:cubicBezTo>
                <a:cubicBezTo>
                  <a:pt x="55" y="47"/>
                  <a:pt x="47" y="47"/>
                  <a:pt x="39" y="50"/>
                </a:cubicBezTo>
                <a:cubicBezTo>
                  <a:pt x="39" y="44"/>
                  <a:pt x="39" y="38"/>
                  <a:pt x="39" y="32"/>
                </a:cubicBezTo>
                <a:cubicBezTo>
                  <a:pt x="53" y="31"/>
                  <a:pt x="76" y="30"/>
                  <a:pt x="89" y="27"/>
                </a:cubicBezTo>
                <a:cubicBezTo>
                  <a:pt x="88" y="19"/>
                  <a:pt x="88" y="19"/>
                  <a:pt x="88" y="19"/>
                </a:cubicBezTo>
                <a:cubicBezTo>
                  <a:pt x="75" y="22"/>
                  <a:pt x="53" y="24"/>
                  <a:pt x="39" y="24"/>
                </a:cubicBezTo>
                <a:cubicBezTo>
                  <a:pt x="40" y="19"/>
                  <a:pt x="40" y="14"/>
                  <a:pt x="40" y="9"/>
                </a:cubicBezTo>
                <a:cubicBezTo>
                  <a:pt x="42" y="9"/>
                  <a:pt x="43" y="8"/>
                  <a:pt x="44" y="7"/>
                </a:cubicBezTo>
                <a:cubicBezTo>
                  <a:pt x="31" y="6"/>
                  <a:pt x="31" y="6"/>
                  <a:pt x="31" y="6"/>
                </a:cubicBezTo>
                <a:cubicBezTo>
                  <a:pt x="31" y="12"/>
                  <a:pt x="31" y="19"/>
                  <a:pt x="31" y="24"/>
                </a:cubicBezTo>
                <a:cubicBezTo>
                  <a:pt x="21" y="24"/>
                  <a:pt x="10" y="24"/>
                  <a:pt x="4" y="24"/>
                </a:cubicBezTo>
                <a:cubicBezTo>
                  <a:pt x="4" y="32"/>
                  <a:pt x="4" y="32"/>
                  <a:pt x="4" y="32"/>
                </a:cubicBezTo>
                <a:cubicBezTo>
                  <a:pt x="8" y="32"/>
                  <a:pt x="10" y="32"/>
                  <a:pt x="31" y="32"/>
                </a:cubicBezTo>
                <a:cubicBezTo>
                  <a:pt x="31" y="39"/>
                  <a:pt x="31" y="46"/>
                  <a:pt x="31" y="52"/>
                </a:cubicBezTo>
                <a:cubicBezTo>
                  <a:pt x="13" y="59"/>
                  <a:pt x="0" y="72"/>
                  <a:pt x="0" y="89"/>
                </a:cubicBezTo>
                <a:cubicBezTo>
                  <a:pt x="0" y="98"/>
                  <a:pt x="5" y="105"/>
                  <a:pt x="14" y="105"/>
                </a:cubicBezTo>
                <a:cubicBezTo>
                  <a:pt x="20" y="105"/>
                  <a:pt x="27" y="103"/>
                  <a:pt x="37" y="96"/>
                </a:cubicBezTo>
                <a:cubicBezTo>
                  <a:pt x="38" y="98"/>
                  <a:pt x="39" y="100"/>
                  <a:pt x="40" y="102"/>
                </a:cubicBezTo>
                <a:cubicBezTo>
                  <a:pt x="47" y="97"/>
                  <a:pt x="47" y="97"/>
                  <a:pt x="47" y="97"/>
                </a:cubicBezTo>
                <a:cubicBezTo>
                  <a:pt x="46" y="96"/>
                  <a:pt x="45" y="93"/>
                  <a:pt x="44" y="91"/>
                </a:cubicBezTo>
                <a:cubicBezTo>
                  <a:pt x="54" y="82"/>
                  <a:pt x="62" y="69"/>
                  <a:pt x="68" y="56"/>
                </a:cubicBezTo>
                <a:cubicBezTo>
                  <a:pt x="81" y="58"/>
                  <a:pt x="90" y="65"/>
                  <a:pt x="90" y="79"/>
                </a:cubicBezTo>
                <a:cubicBezTo>
                  <a:pt x="90" y="79"/>
                  <a:pt x="90" y="79"/>
                  <a:pt x="90" y="79"/>
                </a:cubicBezTo>
                <a:cubicBezTo>
                  <a:pt x="90" y="95"/>
                  <a:pt x="75" y="104"/>
                  <a:pt x="50" y="106"/>
                </a:cubicBezTo>
                <a:cubicBezTo>
                  <a:pt x="51" y="108"/>
                  <a:pt x="52" y="111"/>
                  <a:pt x="53" y="113"/>
                </a:cubicBezTo>
                <a:cubicBezTo>
                  <a:pt x="83" y="110"/>
                  <a:pt x="99" y="98"/>
                  <a:pt x="99" y="79"/>
                </a:cubicBezTo>
                <a:cubicBezTo>
                  <a:pt x="99" y="65"/>
                  <a:pt x="91" y="52"/>
                  <a:pt x="70" y="48"/>
                </a:cubicBezTo>
                <a:close/>
                <a:moveTo>
                  <a:pt x="16" y="97"/>
                </a:moveTo>
                <a:cubicBezTo>
                  <a:pt x="12" y="97"/>
                  <a:pt x="8" y="95"/>
                  <a:pt x="8" y="88"/>
                </a:cubicBezTo>
                <a:cubicBezTo>
                  <a:pt x="8" y="76"/>
                  <a:pt x="18" y="66"/>
                  <a:pt x="31" y="60"/>
                </a:cubicBezTo>
                <a:cubicBezTo>
                  <a:pt x="32" y="71"/>
                  <a:pt x="33" y="81"/>
                  <a:pt x="35" y="88"/>
                </a:cubicBezTo>
                <a:cubicBezTo>
                  <a:pt x="28" y="93"/>
                  <a:pt x="22" y="97"/>
                  <a:pt x="16" y="97"/>
                </a:cubicBezTo>
                <a:close/>
                <a:moveTo>
                  <a:pt x="42" y="82"/>
                </a:moveTo>
                <a:cubicBezTo>
                  <a:pt x="40" y="75"/>
                  <a:pt x="39" y="67"/>
                  <a:pt x="39" y="57"/>
                </a:cubicBezTo>
                <a:cubicBezTo>
                  <a:pt x="48" y="54"/>
                  <a:pt x="57" y="54"/>
                  <a:pt x="59" y="55"/>
                </a:cubicBezTo>
                <a:cubicBezTo>
                  <a:pt x="55" y="65"/>
                  <a:pt x="49" y="75"/>
                  <a:pt x="42" y="82"/>
                </a:cubicBezTo>
                <a:close/>
                <a:moveTo>
                  <a:pt x="125" y="75"/>
                </a:moveTo>
                <a:cubicBezTo>
                  <a:pt x="123" y="68"/>
                  <a:pt x="122" y="59"/>
                  <a:pt x="122" y="52"/>
                </a:cubicBezTo>
                <a:cubicBezTo>
                  <a:pt x="122" y="41"/>
                  <a:pt x="123" y="28"/>
                  <a:pt x="126" y="13"/>
                </a:cubicBezTo>
                <a:cubicBezTo>
                  <a:pt x="138" y="15"/>
                  <a:pt x="138" y="15"/>
                  <a:pt x="138" y="15"/>
                </a:cubicBezTo>
                <a:cubicBezTo>
                  <a:pt x="137" y="16"/>
                  <a:pt x="136" y="17"/>
                  <a:pt x="134" y="17"/>
                </a:cubicBezTo>
                <a:cubicBezTo>
                  <a:pt x="132" y="27"/>
                  <a:pt x="130" y="42"/>
                  <a:pt x="130" y="52"/>
                </a:cubicBezTo>
                <a:cubicBezTo>
                  <a:pt x="130" y="54"/>
                  <a:pt x="130" y="57"/>
                  <a:pt x="131" y="58"/>
                </a:cubicBezTo>
                <a:cubicBezTo>
                  <a:pt x="133" y="52"/>
                  <a:pt x="137" y="44"/>
                  <a:pt x="140" y="40"/>
                </a:cubicBezTo>
                <a:cubicBezTo>
                  <a:pt x="141" y="41"/>
                  <a:pt x="143" y="44"/>
                  <a:pt x="145" y="45"/>
                </a:cubicBezTo>
                <a:cubicBezTo>
                  <a:pt x="136" y="61"/>
                  <a:pt x="133" y="65"/>
                  <a:pt x="133" y="71"/>
                </a:cubicBezTo>
                <a:cubicBezTo>
                  <a:pt x="133" y="71"/>
                  <a:pt x="133" y="72"/>
                  <a:pt x="133" y="74"/>
                </a:cubicBezTo>
                <a:lnTo>
                  <a:pt x="125" y="75"/>
                </a:lnTo>
                <a:close/>
                <a:moveTo>
                  <a:pt x="190" y="10"/>
                </a:moveTo>
                <a:cubicBezTo>
                  <a:pt x="189" y="11"/>
                  <a:pt x="188" y="12"/>
                  <a:pt x="186" y="12"/>
                </a:cubicBezTo>
                <a:cubicBezTo>
                  <a:pt x="187" y="23"/>
                  <a:pt x="188" y="40"/>
                  <a:pt x="188" y="54"/>
                </a:cubicBezTo>
                <a:cubicBezTo>
                  <a:pt x="188" y="77"/>
                  <a:pt x="180" y="98"/>
                  <a:pt x="144" y="113"/>
                </a:cubicBezTo>
                <a:cubicBezTo>
                  <a:pt x="142" y="111"/>
                  <a:pt x="140" y="108"/>
                  <a:pt x="138" y="106"/>
                </a:cubicBezTo>
                <a:cubicBezTo>
                  <a:pt x="171" y="94"/>
                  <a:pt x="179" y="74"/>
                  <a:pt x="179" y="54"/>
                </a:cubicBezTo>
                <a:cubicBezTo>
                  <a:pt x="179" y="39"/>
                  <a:pt x="178" y="22"/>
                  <a:pt x="177" y="9"/>
                </a:cubicBezTo>
                <a:lnTo>
                  <a:pt x="190" y="10"/>
                </a:lnTo>
                <a:close/>
                <a:moveTo>
                  <a:pt x="253" y="10"/>
                </a:moveTo>
                <a:cubicBezTo>
                  <a:pt x="253" y="11"/>
                  <a:pt x="252" y="12"/>
                  <a:pt x="249" y="12"/>
                </a:cubicBezTo>
                <a:cubicBezTo>
                  <a:pt x="248" y="19"/>
                  <a:pt x="246" y="30"/>
                  <a:pt x="244" y="38"/>
                </a:cubicBezTo>
                <a:cubicBezTo>
                  <a:pt x="250" y="37"/>
                  <a:pt x="255" y="37"/>
                  <a:pt x="258" y="37"/>
                </a:cubicBezTo>
                <a:cubicBezTo>
                  <a:pt x="276" y="36"/>
                  <a:pt x="282" y="48"/>
                  <a:pt x="282" y="66"/>
                </a:cubicBezTo>
                <a:cubicBezTo>
                  <a:pt x="282" y="75"/>
                  <a:pt x="281" y="86"/>
                  <a:pt x="278" y="93"/>
                </a:cubicBezTo>
                <a:cubicBezTo>
                  <a:pt x="274" y="106"/>
                  <a:pt x="267" y="111"/>
                  <a:pt x="257" y="111"/>
                </a:cubicBezTo>
                <a:cubicBezTo>
                  <a:pt x="252" y="111"/>
                  <a:pt x="245" y="109"/>
                  <a:pt x="235" y="101"/>
                </a:cubicBezTo>
                <a:cubicBezTo>
                  <a:pt x="236" y="99"/>
                  <a:pt x="237" y="96"/>
                  <a:pt x="238" y="94"/>
                </a:cubicBezTo>
                <a:cubicBezTo>
                  <a:pt x="248" y="101"/>
                  <a:pt x="253" y="103"/>
                  <a:pt x="257" y="103"/>
                </a:cubicBezTo>
                <a:cubicBezTo>
                  <a:pt x="264" y="103"/>
                  <a:pt x="268" y="99"/>
                  <a:pt x="270" y="91"/>
                </a:cubicBezTo>
                <a:cubicBezTo>
                  <a:pt x="273" y="83"/>
                  <a:pt x="274" y="72"/>
                  <a:pt x="274" y="66"/>
                </a:cubicBezTo>
                <a:cubicBezTo>
                  <a:pt x="274" y="52"/>
                  <a:pt x="269" y="44"/>
                  <a:pt x="257" y="44"/>
                </a:cubicBezTo>
                <a:cubicBezTo>
                  <a:pt x="254" y="44"/>
                  <a:pt x="249" y="45"/>
                  <a:pt x="243" y="46"/>
                </a:cubicBezTo>
                <a:cubicBezTo>
                  <a:pt x="237" y="70"/>
                  <a:pt x="230" y="91"/>
                  <a:pt x="218" y="111"/>
                </a:cubicBezTo>
                <a:cubicBezTo>
                  <a:pt x="210" y="107"/>
                  <a:pt x="210" y="107"/>
                  <a:pt x="210" y="107"/>
                </a:cubicBezTo>
                <a:cubicBezTo>
                  <a:pt x="222" y="88"/>
                  <a:pt x="228" y="69"/>
                  <a:pt x="234" y="47"/>
                </a:cubicBezTo>
                <a:cubicBezTo>
                  <a:pt x="228" y="47"/>
                  <a:pt x="219" y="48"/>
                  <a:pt x="213" y="49"/>
                </a:cubicBezTo>
                <a:cubicBezTo>
                  <a:pt x="212" y="41"/>
                  <a:pt x="212" y="41"/>
                  <a:pt x="212" y="41"/>
                </a:cubicBezTo>
                <a:cubicBezTo>
                  <a:pt x="218" y="40"/>
                  <a:pt x="228" y="39"/>
                  <a:pt x="236" y="38"/>
                </a:cubicBezTo>
                <a:cubicBezTo>
                  <a:pt x="237" y="30"/>
                  <a:pt x="239" y="19"/>
                  <a:pt x="241" y="8"/>
                </a:cubicBezTo>
                <a:lnTo>
                  <a:pt x="253" y="10"/>
                </a:lnTo>
                <a:close/>
                <a:moveTo>
                  <a:pt x="281" y="6"/>
                </a:moveTo>
                <a:cubicBezTo>
                  <a:pt x="287" y="11"/>
                  <a:pt x="294" y="18"/>
                  <a:pt x="297" y="23"/>
                </a:cubicBezTo>
                <a:cubicBezTo>
                  <a:pt x="293" y="26"/>
                  <a:pt x="293" y="26"/>
                  <a:pt x="293" y="26"/>
                </a:cubicBezTo>
                <a:cubicBezTo>
                  <a:pt x="289" y="21"/>
                  <a:pt x="282" y="14"/>
                  <a:pt x="277" y="10"/>
                </a:cubicBezTo>
                <a:lnTo>
                  <a:pt x="281" y="6"/>
                </a:lnTo>
                <a:close/>
                <a:moveTo>
                  <a:pt x="308" y="76"/>
                </a:moveTo>
                <a:cubicBezTo>
                  <a:pt x="304" y="59"/>
                  <a:pt x="295" y="44"/>
                  <a:pt x="284" y="35"/>
                </a:cubicBezTo>
                <a:cubicBezTo>
                  <a:pt x="291" y="30"/>
                  <a:pt x="291" y="30"/>
                  <a:pt x="291" y="30"/>
                </a:cubicBezTo>
                <a:cubicBezTo>
                  <a:pt x="302" y="40"/>
                  <a:pt x="313" y="55"/>
                  <a:pt x="317" y="73"/>
                </a:cubicBezTo>
                <a:lnTo>
                  <a:pt x="308" y="76"/>
                </a:lnTo>
                <a:close/>
                <a:moveTo>
                  <a:pt x="299" y="1"/>
                </a:moveTo>
                <a:cubicBezTo>
                  <a:pt x="305" y="6"/>
                  <a:pt x="312" y="13"/>
                  <a:pt x="316" y="18"/>
                </a:cubicBezTo>
                <a:cubicBezTo>
                  <a:pt x="311" y="22"/>
                  <a:pt x="311" y="22"/>
                  <a:pt x="311" y="22"/>
                </a:cubicBezTo>
                <a:cubicBezTo>
                  <a:pt x="308" y="16"/>
                  <a:pt x="300" y="9"/>
                  <a:pt x="295" y="5"/>
                </a:cubicBezTo>
                <a:lnTo>
                  <a:pt x="299" y="1"/>
                </a:lnTo>
                <a:close/>
                <a:moveTo>
                  <a:pt x="411" y="47"/>
                </a:moveTo>
                <a:cubicBezTo>
                  <a:pt x="411" y="47"/>
                  <a:pt x="411" y="47"/>
                  <a:pt x="410" y="47"/>
                </a:cubicBezTo>
                <a:cubicBezTo>
                  <a:pt x="409" y="47"/>
                  <a:pt x="408" y="47"/>
                  <a:pt x="408" y="46"/>
                </a:cubicBezTo>
                <a:cubicBezTo>
                  <a:pt x="372" y="57"/>
                  <a:pt x="340" y="72"/>
                  <a:pt x="340" y="88"/>
                </a:cubicBezTo>
                <a:cubicBezTo>
                  <a:pt x="340" y="100"/>
                  <a:pt x="353" y="104"/>
                  <a:pt x="372" y="104"/>
                </a:cubicBezTo>
                <a:cubicBezTo>
                  <a:pt x="391" y="104"/>
                  <a:pt x="406" y="102"/>
                  <a:pt x="415" y="101"/>
                </a:cubicBezTo>
                <a:cubicBezTo>
                  <a:pt x="415" y="110"/>
                  <a:pt x="415" y="110"/>
                  <a:pt x="415" y="110"/>
                </a:cubicBezTo>
                <a:cubicBezTo>
                  <a:pt x="404" y="111"/>
                  <a:pt x="386" y="112"/>
                  <a:pt x="372" y="112"/>
                </a:cubicBezTo>
                <a:cubicBezTo>
                  <a:pt x="349" y="112"/>
                  <a:pt x="331" y="107"/>
                  <a:pt x="331" y="89"/>
                </a:cubicBezTo>
                <a:cubicBezTo>
                  <a:pt x="331" y="76"/>
                  <a:pt x="344" y="65"/>
                  <a:pt x="363" y="55"/>
                </a:cubicBezTo>
                <a:cubicBezTo>
                  <a:pt x="359" y="48"/>
                  <a:pt x="357" y="34"/>
                  <a:pt x="357" y="7"/>
                </a:cubicBezTo>
                <a:cubicBezTo>
                  <a:pt x="370" y="8"/>
                  <a:pt x="370" y="8"/>
                  <a:pt x="370" y="8"/>
                </a:cubicBezTo>
                <a:cubicBezTo>
                  <a:pt x="370" y="9"/>
                  <a:pt x="369" y="10"/>
                  <a:pt x="367" y="11"/>
                </a:cubicBezTo>
                <a:cubicBezTo>
                  <a:pt x="367" y="32"/>
                  <a:pt x="367" y="45"/>
                  <a:pt x="371" y="51"/>
                </a:cubicBezTo>
                <a:cubicBezTo>
                  <a:pt x="382" y="46"/>
                  <a:pt x="395" y="41"/>
                  <a:pt x="408" y="37"/>
                </a:cubicBezTo>
                <a:lnTo>
                  <a:pt x="411" y="47"/>
                </a:lnTo>
                <a:close/>
                <a:moveTo>
                  <a:pt x="432" y="48"/>
                </a:moveTo>
                <a:cubicBezTo>
                  <a:pt x="450" y="43"/>
                  <a:pt x="473" y="38"/>
                  <a:pt x="482" y="38"/>
                </a:cubicBezTo>
                <a:cubicBezTo>
                  <a:pt x="500" y="38"/>
                  <a:pt x="511" y="48"/>
                  <a:pt x="511" y="66"/>
                </a:cubicBezTo>
                <a:cubicBezTo>
                  <a:pt x="511" y="67"/>
                  <a:pt x="511" y="67"/>
                  <a:pt x="511" y="67"/>
                </a:cubicBezTo>
                <a:cubicBezTo>
                  <a:pt x="510" y="89"/>
                  <a:pt x="493" y="105"/>
                  <a:pt x="459" y="114"/>
                </a:cubicBezTo>
                <a:cubicBezTo>
                  <a:pt x="458" y="112"/>
                  <a:pt x="455" y="109"/>
                  <a:pt x="453" y="107"/>
                </a:cubicBezTo>
                <a:cubicBezTo>
                  <a:pt x="484" y="99"/>
                  <a:pt x="502" y="85"/>
                  <a:pt x="502" y="67"/>
                </a:cubicBezTo>
                <a:cubicBezTo>
                  <a:pt x="502" y="55"/>
                  <a:pt x="496" y="47"/>
                  <a:pt x="482" y="47"/>
                </a:cubicBezTo>
                <a:cubicBezTo>
                  <a:pt x="472" y="47"/>
                  <a:pt x="453" y="51"/>
                  <a:pt x="438" y="56"/>
                </a:cubicBezTo>
                <a:cubicBezTo>
                  <a:pt x="438" y="57"/>
                  <a:pt x="437" y="58"/>
                  <a:pt x="436" y="59"/>
                </a:cubicBezTo>
                <a:lnTo>
                  <a:pt x="432" y="48"/>
                </a:lnTo>
                <a:close/>
                <a:moveTo>
                  <a:pt x="449" y="7"/>
                </a:moveTo>
                <a:cubicBezTo>
                  <a:pt x="466" y="8"/>
                  <a:pt x="485" y="12"/>
                  <a:pt x="497" y="16"/>
                </a:cubicBezTo>
                <a:cubicBezTo>
                  <a:pt x="495" y="24"/>
                  <a:pt x="495" y="24"/>
                  <a:pt x="495" y="24"/>
                </a:cubicBezTo>
                <a:cubicBezTo>
                  <a:pt x="482" y="20"/>
                  <a:pt x="463" y="16"/>
                  <a:pt x="447" y="15"/>
                </a:cubicBezTo>
                <a:lnTo>
                  <a:pt x="449" y="7"/>
                </a:lnTo>
                <a:close/>
                <a:moveTo>
                  <a:pt x="615" y="104"/>
                </a:moveTo>
                <a:cubicBezTo>
                  <a:pt x="604" y="105"/>
                  <a:pt x="590" y="106"/>
                  <a:pt x="578" y="106"/>
                </a:cubicBezTo>
                <a:cubicBezTo>
                  <a:pt x="568" y="106"/>
                  <a:pt x="559" y="106"/>
                  <a:pt x="555" y="105"/>
                </a:cubicBezTo>
                <a:cubicBezTo>
                  <a:pt x="540" y="102"/>
                  <a:pt x="534" y="92"/>
                  <a:pt x="534" y="82"/>
                </a:cubicBezTo>
                <a:cubicBezTo>
                  <a:pt x="534" y="73"/>
                  <a:pt x="539" y="63"/>
                  <a:pt x="546" y="56"/>
                </a:cubicBezTo>
                <a:cubicBezTo>
                  <a:pt x="553" y="60"/>
                  <a:pt x="553" y="60"/>
                  <a:pt x="553" y="60"/>
                </a:cubicBezTo>
                <a:cubicBezTo>
                  <a:pt x="546" y="67"/>
                  <a:pt x="542" y="74"/>
                  <a:pt x="542" y="81"/>
                </a:cubicBezTo>
                <a:cubicBezTo>
                  <a:pt x="542" y="88"/>
                  <a:pt x="547" y="94"/>
                  <a:pt x="557" y="97"/>
                </a:cubicBezTo>
                <a:cubicBezTo>
                  <a:pt x="561" y="98"/>
                  <a:pt x="568" y="98"/>
                  <a:pt x="577" y="98"/>
                </a:cubicBezTo>
                <a:cubicBezTo>
                  <a:pt x="588" y="98"/>
                  <a:pt x="602" y="97"/>
                  <a:pt x="614" y="95"/>
                </a:cubicBezTo>
                <a:lnTo>
                  <a:pt x="615" y="104"/>
                </a:lnTo>
                <a:close/>
                <a:moveTo>
                  <a:pt x="561" y="43"/>
                </a:moveTo>
                <a:cubicBezTo>
                  <a:pt x="567" y="38"/>
                  <a:pt x="575" y="32"/>
                  <a:pt x="582" y="29"/>
                </a:cubicBezTo>
                <a:cubicBezTo>
                  <a:pt x="582" y="29"/>
                  <a:pt x="582" y="29"/>
                  <a:pt x="582" y="29"/>
                </a:cubicBezTo>
                <a:cubicBezTo>
                  <a:pt x="573" y="30"/>
                  <a:pt x="552" y="30"/>
                  <a:pt x="539" y="30"/>
                </a:cubicBezTo>
                <a:cubicBezTo>
                  <a:pt x="539" y="28"/>
                  <a:pt x="539" y="24"/>
                  <a:pt x="538" y="22"/>
                </a:cubicBezTo>
                <a:cubicBezTo>
                  <a:pt x="545" y="22"/>
                  <a:pt x="545" y="22"/>
                  <a:pt x="545" y="22"/>
                </a:cubicBezTo>
                <a:cubicBezTo>
                  <a:pt x="560" y="22"/>
                  <a:pt x="592" y="22"/>
                  <a:pt x="607" y="18"/>
                </a:cubicBezTo>
                <a:cubicBezTo>
                  <a:pt x="608" y="27"/>
                  <a:pt x="608" y="27"/>
                  <a:pt x="608" y="27"/>
                </a:cubicBezTo>
                <a:cubicBezTo>
                  <a:pt x="604" y="27"/>
                  <a:pt x="601" y="28"/>
                  <a:pt x="595" y="30"/>
                </a:cubicBezTo>
                <a:cubicBezTo>
                  <a:pt x="589" y="33"/>
                  <a:pt x="577" y="40"/>
                  <a:pt x="567" y="47"/>
                </a:cubicBezTo>
                <a:lnTo>
                  <a:pt x="561" y="43"/>
                </a:lnTo>
                <a:close/>
                <a:moveTo>
                  <a:pt x="614" y="60"/>
                </a:moveTo>
                <a:cubicBezTo>
                  <a:pt x="611" y="55"/>
                  <a:pt x="604" y="48"/>
                  <a:pt x="598" y="44"/>
                </a:cubicBezTo>
                <a:cubicBezTo>
                  <a:pt x="602" y="40"/>
                  <a:pt x="602" y="40"/>
                  <a:pt x="602" y="40"/>
                </a:cubicBezTo>
                <a:cubicBezTo>
                  <a:pt x="608" y="44"/>
                  <a:pt x="615" y="51"/>
                  <a:pt x="619" y="56"/>
                </a:cubicBezTo>
                <a:lnTo>
                  <a:pt x="614" y="60"/>
                </a:lnTo>
                <a:close/>
                <a:moveTo>
                  <a:pt x="627" y="49"/>
                </a:moveTo>
                <a:cubicBezTo>
                  <a:pt x="624" y="44"/>
                  <a:pt x="617" y="37"/>
                  <a:pt x="611" y="32"/>
                </a:cubicBezTo>
                <a:cubicBezTo>
                  <a:pt x="615" y="29"/>
                  <a:pt x="615" y="29"/>
                  <a:pt x="615" y="29"/>
                </a:cubicBezTo>
                <a:cubicBezTo>
                  <a:pt x="621" y="33"/>
                  <a:pt x="628" y="40"/>
                  <a:pt x="631" y="45"/>
                </a:cubicBezTo>
                <a:lnTo>
                  <a:pt x="627" y="49"/>
                </a:lnTo>
                <a:close/>
                <a:moveTo>
                  <a:pt x="740" y="32"/>
                </a:moveTo>
                <a:cubicBezTo>
                  <a:pt x="729" y="35"/>
                  <a:pt x="714" y="38"/>
                  <a:pt x="700" y="39"/>
                </a:cubicBezTo>
                <a:cubicBezTo>
                  <a:pt x="704" y="55"/>
                  <a:pt x="710" y="65"/>
                  <a:pt x="722" y="71"/>
                </a:cubicBezTo>
                <a:cubicBezTo>
                  <a:pt x="716" y="78"/>
                  <a:pt x="716" y="78"/>
                  <a:pt x="716" y="78"/>
                </a:cubicBezTo>
                <a:cubicBezTo>
                  <a:pt x="710" y="73"/>
                  <a:pt x="702" y="70"/>
                  <a:pt x="689" y="70"/>
                </a:cubicBezTo>
                <a:cubicBezTo>
                  <a:pt x="688" y="63"/>
                  <a:pt x="688" y="63"/>
                  <a:pt x="688" y="63"/>
                </a:cubicBezTo>
                <a:cubicBezTo>
                  <a:pt x="694" y="63"/>
                  <a:pt x="698" y="64"/>
                  <a:pt x="701" y="64"/>
                </a:cubicBezTo>
                <a:cubicBezTo>
                  <a:pt x="698" y="60"/>
                  <a:pt x="694" y="50"/>
                  <a:pt x="691" y="40"/>
                </a:cubicBezTo>
                <a:cubicBezTo>
                  <a:pt x="686" y="40"/>
                  <a:pt x="678" y="40"/>
                  <a:pt x="671" y="40"/>
                </a:cubicBezTo>
                <a:cubicBezTo>
                  <a:pt x="663" y="40"/>
                  <a:pt x="650" y="40"/>
                  <a:pt x="643" y="40"/>
                </a:cubicBezTo>
                <a:cubicBezTo>
                  <a:pt x="643" y="32"/>
                  <a:pt x="643" y="32"/>
                  <a:pt x="643" y="32"/>
                </a:cubicBezTo>
                <a:cubicBezTo>
                  <a:pt x="650" y="32"/>
                  <a:pt x="660" y="32"/>
                  <a:pt x="671" y="32"/>
                </a:cubicBezTo>
                <a:cubicBezTo>
                  <a:pt x="677" y="32"/>
                  <a:pt x="684" y="32"/>
                  <a:pt x="689" y="32"/>
                </a:cubicBezTo>
                <a:cubicBezTo>
                  <a:pt x="688" y="25"/>
                  <a:pt x="686" y="16"/>
                  <a:pt x="685" y="7"/>
                </a:cubicBezTo>
                <a:cubicBezTo>
                  <a:pt x="698" y="7"/>
                  <a:pt x="698" y="7"/>
                  <a:pt x="698" y="7"/>
                </a:cubicBezTo>
                <a:cubicBezTo>
                  <a:pt x="698" y="9"/>
                  <a:pt x="697" y="10"/>
                  <a:pt x="695" y="10"/>
                </a:cubicBezTo>
                <a:cubicBezTo>
                  <a:pt x="695" y="17"/>
                  <a:pt x="696" y="24"/>
                  <a:pt x="698" y="31"/>
                </a:cubicBezTo>
                <a:cubicBezTo>
                  <a:pt x="712" y="30"/>
                  <a:pt x="727" y="27"/>
                  <a:pt x="738" y="24"/>
                </a:cubicBezTo>
                <a:lnTo>
                  <a:pt x="740" y="32"/>
                </a:lnTo>
                <a:close/>
                <a:moveTo>
                  <a:pt x="719" y="112"/>
                </a:moveTo>
                <a:cubicBezTo>
                  <a:pt x="713" y="112"/>
                  <a:pt x="707" y="112"/>
                  <a:pt x="696" y="112"/>
                </a:cubicBezTo>
                <a:cubicBezTo>
                  <a:pt x="671" y="112"/>
                  <a:pt x="653" y="104"/>
                  <a:pt x="653" y="88"/>
                </a:cubicBezTo>
                <a:cubicBezTo>
                  <a:pt x="653" y="81"/>
                  <a:pt x="658" y="74"/>
                  <a:pt x="664" y="68"/>
                </a:cubicBezTo>
                <a:cubicBezTo>
                  <a:pt x="671" y="73"/>
                  <a:pt x="671" y="73"/>
                  <a:pt x="671" y="73"/>
                </a:cubicBezTo>
                <a:cubicBezTo>
                  <a:pt x="665" y="77"/>
                  <a:pt x="662" y="83"/>
                  <a:pt x="662" y="88"/>
                </a:cubicBezTo>
                <a:cubicBezTo>
                  <a:pt x="662" y="100"/>
                  <a:pt x="677" y="104"/>
                  <a:pt x="697" y="104"/>
                </a:cubicBezTo>
                <a:cubicBezTo>
                  <a:pt x="707" y="104"/>
                  <a:pt x="713" y="104"/>
                  <a:pt x="719" y="103"/>
                </a:cubicBezTo>
                <a:lnTo>
                  <a:pt x="719" y="112"/>
                </a:lnTo>
                <a:close/>
                <a:moveTo>
                  <a:pt x="716" y="3"/>
                </a:moveTo>
                <a:cubicBezTo>
                  <a:pt x="721" y="8"/>
                  <a:pt x="727" y="14"/>
                  <a:pt x="730" y="19"/>
                </a:cubicBezTo>
                <a:cubicBezTo>
                  <a:pt x="725" y="23"/>
                  <a:pt x="725" y="23"/>
                  <a:pt x="725" y="23"/>
                </a:cubicBezTo>
                <a:cubicBezTo>
                  <a:pt x="722" y="17"/>
                  <a:pt x="716" y="11"/>
                  <a:pt x="712" y="6"/>
                </a:cubicBezTo>
                <a:lnTo>
                  <a:pt x="716" y="3"/>
                </a:lnTo>
                <a:close/>
                <a:moveTo>
                  <a:pt x="733" y="0"/>
                </a:moveTo>
                <a:cubicBezTo>
                  <a:pt x="738" y="5"/>
                  <a:pt x="744" y="11"/>
                  <a:pt x="747" y="16"/>
                </a:cubicBezTo>
                <a:cubicBezTo>
                  <a:pt x="742" y="20"/>
                  <a:pt x="742" y="20"/>
                  <a:pt x="742" y="20"/>
                </a:cubicBezTo>
                <a:cubicBezTo>
                  <a:pt x="739" y="15"/>
                  <a:pt x="733" y="8"/>
                  <a:pt x="728" y="3"/>
                </a:cubicBezTo>
                <a:lnTo>
                  <a:pt x="733" y="0"/>
                </a:lnTo>
                <a:close/>
                <a:moveTo>
                  <a:pt x="776" y="20"/>
                </a:moveTo>
                <a:cubicBezTo>
                  <a:pt x="776" y="21"/>
                  <a:pt x="775" y="22"/>
                  <a:pt x="773" y="22"/>
                </a:cubicBezTo>
                <a:cubicBezTo>
                  <a:pt x="772" y="31"/>
                  <a:pt x="771" y="42"/>
                  <a:pt x="771" y="52"/>
                </a:cubicBezTo>
                <a:cubicBezTo>
                  <a:pt x="771" y="57"/>
                  <a:pt x="771" y="61"/>
                  <a:pt x="771" y="65"/>
                </a:cubicBezTo>
                <a:cubicBezTo>
                  <a:pt x="773" y="85"/>
                  <a:pt x="781" y="98"/>
                  <a:pt x="790" y="97"/>
                </a:cubicBezTo>
                <a:cubicBezTo>
                  <a:pt x="795" y="97"/>
                  <a:pt x="801" y="85"/>
                  <a:pt x="806" y="72"/>
                </a:cubicBezTo>
                <a:cubicBezTo>
                  <a:pt x="807" y="73"/>
                  <a:pt x="811" y="76"/>
                  <a:pt x="813" y="77"/>
                </a:cubicBezTo>
                <a:cubicBezTo>
                  <a:pt x="807" y="93"/>
                  <a:pt x="800" y="106"/>
                  <a:pt x="790" y="107"/>
                </a:cubicBezTo>
                <a:cubicBezTo>
                  <a:pt x="775" y="107"/>
                  <a:pt x="764" y="88"/>
                  <a:pt x="763" y="65"/>
                </a:cubicBezTo>
                <a:cubicBezTo>
                  <a:pt x="762" y="61"/>
                  <a:pt x="762" y="56"/>
                  <a:pt x="762" y="50"/>
                </a:cubicBezTo>
                <a:cubicBezTo>
                  <a:pt x="762" y="40"/>
                  <a:pt x="763" y="28"/>
                  <a:pt x="764" y="18"/>
                </a:cubicBezTo>
                <a:lnTo>
                  <a:pt x="776" y="20"/>
                </a:lnTo>
                <a:close/>
                <a:moveTo>
                  <a:pt x="856" y="76"/>
                </a:moveTo>
                <a:cubicBezTo>
                  <a:pt x="853" y="55"/>
                  <a:pt x="842" y="40"/>
                  <a:pt x="826" y="31"/>
                </a:cubicBezTo>
                <a:cubicBezTo>
                  <a:pt x="831" y="24"/>
                  <a:pt x="831" y="24"/>
                  <a:pt x="831" y="24"/>
                </a:cubicBezTo>
                <a:cubicBezTo>
                  <a:pt x="849" y="34"/>
                  <a:pt x="862" y="51"/>
                  <a:pt x="865" y="73"/>
                </a:cubicBezTo>
                <a:lnTo>
                  <a:pt x="856" y="76"/>
                </a:lnTo>
                <a:close/>
                <a:moveTo>
                  <a:pt x="932" y="60"/>
                </a:moveTo>
                <a:cubicBezTo>
                  <a:pt x="944" y="59"/>
                  <a:pt x="957" y="58"/>
                  <a:pt x="967" y="56"/>
                </a:cubicBezTo>
                <a:cubicBezTo>
                  <a:pt x="966" y="48"/>
                  <a:pt x="966" y="48"/>
                  <a:pt x="966" y="48"/>
                </a:cubicBezTo>
                <a:cubicBezTo>
                  <a:pt x="957" y="50"/>
                  <a:pt x="944" y="52"/>
                  <a:pt x="932" y="52"/>
                </a:cubicBezTo>
                <a:cubicBezTo>
                  <a:pt x="932" y="45"/>
                  <a:pt x="932" y="38"/>
                  <a:pt x="932" y="30"/>
                </a:cubicBezTo>
                <a:cubicBezTo>
                  <a:pt x="947" y="30"/>
                  <a:pt x="961" y="28"/>
                  <a:pt x="973" y="26"/>
                </a:cubicBezTo>
                <a:cubicBezTo>
                  <a:pt x="972" y="18"/>
                  <a:pt x="972" y="18"/>
                  <a:pt x="972" y="18"/>
                </a:cubicBezTo>
                <a:cubicBezTo>
                  <a:pt x="960" y="21"/>
                  <a:pt x="946" y="22"/>
                  <a:pt x="932" y="23"/>
                </a:cubicBezTo>
                <a:cubicBezTo>
                  <a:pt x="932" y="21"/>
                  <a:pt x="932" y="11"/>
                  <a:pt x="932" y="9"/>
                </a:cubicBezTo>
                <a:cubicBezTo>
                  <a:pt x="934" y="9"/>
                  <a:pt x="935" y="8"/>
                  <a:pt x="935" y="7"/>
                </a:cubicBezTo>
                <a:cubicBezTo>
                  <a:pt x="923" y="6"/>
                  <a:pt x="923" y="6"/>
                  <a:pt x="923" y="6"/>
                </a:cubicBezTo>
                <a:cubicBezTo>
                  <a:pt x="923" y="10"/>
                  <a:pt x="923" y="17"/>
                  <a:pt x="923" y="23"/>
                </a:cubicBezTo>
                <a:cubicBezTo>
                  <a:pt x="918" y="23"/>
                  <a:pt x="912" y="23"/>
                  <a:pt x="907" y="23"/>
                </a:cubicBezTo>
                <a:cubicBezTo>
                  <a:pt x="898" y="23"/>
                  <a:pt x="888" y="23"/>
                  <a:pt x="881" y="23"/>
                </a:cubicBezTo>
                <a:cubicBezTo>
                  <a:pt x="881" y="31"/>
                  <a:pt x="881" y="31"/>
                  <a:pt x="881" y="31"/>
                </a:cubicBezTo>
                <a:cubicBezTo>
                  <a:pt x="888" y="31"/>
                  <a:pt x="899" y="31"/>
                  <a:pt x="907" y="31"/>
                </a:cubicBezTo>
                <a:cubicBezTo>
                  <a:pt x="912" y="31"/>
                  <a:pt x="918" y="31"/>
                  <a:pt x="923" y="31"/>
                </a:cubicBezTo>
                <a:cubicBezTo>
                  <a:pt x="924" y="53"/>
                  <a:pt x="924" y="53"/>
                  <a:pt x="924" y="53"/>
                </a:cubicBezTo>
                <a:cubicBezTo>
                  <a:pt x="922" y="53"/>
                  <a:pt x="919" y="53"/>
                  <a:pt x="916" y="53"/>
                </a:cubicBezTo>
                <a:cubicBezTo>
                  <a:pt x="901" y="53"/>
                  <a:pt x="895" y="52"/>
                  <a:pt x="895" y="49"/>
                </a:cubicBezTo>
                <a:cubicBezTo>
                  <a:pt x="895" y="46"/>
                  <a:pt x="898" y="44"/>
                  <a:pt x="904" y="41"/>
                </a:cubicBezTo>
                <a:cubicBezTo>
                  <a:pt x="898" y="37"/>
                  <a:pt x="898" y="37"/>
                  <a:pt x="898" y="37"/>
                </a:cubicBezTo>
                <a:cubicBezTo>
                  <a:pt x="890" y="42"/>
                  <a:pt x="887" y="46"/>
                  <a:pt x="887" y="50"/>
                </a:cubicBezTo>
                <a:cubicBezTo>
                  <a:pt x="887" y="57"/>
                  <a:pt x="892" y="60"/>
                  <a:pt x="913" y="60"/>
                </a:cubicBezTo>
                <a:cubicBezTo>
                  <a:pt x="916" y="60"/>
                  <a:pt x="921" y="60"/>
                  <a:pt x="925" y="60"/>
                </a:cubicBezTo>
                <a:cubicBezTo>
                  <a:pt x="925" y="67"/>
                  <a:pt x="925" y="73"/>
                  <a:pt x="925" y="78"/>
                </a:cubicBezTo>
                <a:cubicBezTo>
                  <a:pt x="921" y="77"/>
                  <a:pt x="916" y="77"/>
                  <a:pt x="912" y="77"/>
                </a:cubicBezTo>
                <a:cubicBezTo>
                  <a:pt x="899" y="77"/>
                  <a:pt x="886" y="83"/>
                  <a:pt x="886" y="94"/>
                </a:cubicBezTo>
                <a:cubicBezTo>
                  <a:pt x="886" y="106"/>
                  <a:pt x="897" y="112"/>
                  <a:pt x="912" y="112"/>
                </a:cubicBezTo>
                <a:cubicBezTo>
                  <a:pt x="927" y="112"/>
                  <a:pt x="934" y="105"/>
                  <a:pt x="934" y="94"/>
                </a:cubicBezTo>
                <a:cubicBezTo>
                  <a:pt x="934" y="92"/>
                  <a:pt x="934" y="90"/>
                  <a:pt x="934" y="88"/>
                </a:cubicBezTo>
                <a:cubicBezTo>
                  <a:pt x="942" y="92"/>
                  <a:pt x="953" y="97"/>
                  <a:pt x="963" y="106"/>
                </a:cubicBezTo>
                <a:cubicBezTo>
                  <a:pt x="969" y="99"/>
                  <a:pt x="969" y="99"/>
                  <a:pt x="969" y="99"/>
                </a:cubicBezTo>
                <a:cubicBezTo>
                  <a:pt x="956" y="90"/>
                  <a:pt x="944" y="83"/>
                  <a:pt x="933" y="80"/>
                </a:cubicBezTo>
                <a:lnTo>
                  <a:pt x="932" y="60"/>
                </a:lnTo>
                <a:close/>
                <a:moveTo>
                  <a:pt x="913" y="105"/>
                </a:moveTo>
                <a:cubicBezTo>
                  <a:pt x="902" y="105"/>
                  <a:pt x="894" y="101"/>
                  <a:pt x="894" y="94"/>
                </a:cubicBezTo>
                <a:cubicBezTo>
                  <a:pt x="894" y="87"/>
                  <a:pt x="903" y="83"/>
                  <a:pt x="912" y="83"/>
                </a:cubicBezTo>
                <a:cubicBezTo>
                  <a:pt x="916" y="83"/>
                  <a:pt x="921" y="84"/>
                  <a:pt x="926" y="85"/>
                </a:cubicBezTo>
                <a:cubicBezTo>
                  <a:pt x="926" y="92"/>
                  <a:pt x="926" y="92"/>
                  <a:pt x="926" y="92"/>
                </a:cubicBezTo>
                <a:cubicBezTo>
                  <a:pt x="926" y="101"/>
                  <a:pt x="922" y="105"/>
                  <a:pt x="913" y="105"/>
                </a:cubicBezTo>
                <a:close/>
                <a:moveTo>
                  <a:pt x="1055" y="24"/>
                </a:moveTo>
                <a:cubicBezTo>
                  <a:pt x="1055" y="11"/>
                  <a:pt x="1055" y="10"/>
                  <a:pt x="1055" y="8"/>
                </a:cubicBezTo>
                <a:cubicBezTo>
                  <a:pt x="1057" y="8"/>
                  <a:pt x="1058" y="7"/>
                  <a:pt x="1058" y="6"/>
                </a:cubicBezTo>
                <a:cubicBezTo>
                  <a:pt x="1045" y="5"/>
                  <a:pt x="1045" y="5"/>
                  <a:pt x="1045" y="5"/>
                </a:cubicBezTo>
                <a:cubicBezTo>
                  <a:pt x="1046" y="8"/>
                  <a:pt x="1046" y="21"/>
                  <a:pt x="1046" y="24"/>
                </a:cubicBezTo>
                <a:cubicBezTo>
                  <a:pt x="1018" y="25"/>
                  <a:pt x="1018" y="25"/>
                  <a:pt x="1018" y="25"/>
                </a:cubicBezTo>
                <a:cubicBezTo>
                  <a:pt x="991" y="26"/>
                  <a:pt x="991" y="26"/>
                  <a:pt x="991" y="26"/>
                </a:cubicBezTo>
                <a:cubicBezTo>
                  <a:pt x="991" y="33"/>
                  <a:pt x="991" y="33"/>
                  <a:pt x="991" y="33"/>
                </a:cubicBezTo>
                <a:cubicBezTo>
                  <a:pt x="996" y="33"/>
                  <a:pt x="1034" y="32"/>
                  <a:pt x="1046" y="32"/>
                </a:cubicBezTo>
                <a:cubicBezTo>
                  <a:pt x="1047" y="37"/>
                  <a:pt x="1047" y="45"/>
                  <a:pt x="1047" y="47"/>
                </a:cubicBezTo>
                <a:cubicBezTo>
                  <a:pt x="1044" y="45"/>
                  <a:pt x="1040" y="43"/>
                  <a:pt x="1036" y="43"/>
                </a:cubicBezTo>
                <a:cubicBezTo>
                  <a:pt x="1024" y="43"/>
                  <a:pt x="1014" y="53"/>
                  <a:pt x="1014" y="66"/>
                </a:cubicBezTo>
                <a:cubicBezTo>
                  <a:pt x="1014" y="78"/>
                  <a:pt x="1024" y="87"/>
                  <a:pt x="1034" y="87"/>
                </a:cubicBezTo>
                <a:cubicBezTo>
                  <a:pt x="1040" y="87"/>
                  <a:pt x="1044" y="84"/>
                  <a:pt x="1047" y="80"/>
                </a:cubicBezTo>
                <a:cubicBezTo>
                  <a:pt x="1047" y="80"/>
                  <a:pt x="1047" y="80"/>
                  <a:pt x="1047" y="80"/>
                </a:cubicBezTo>
                <a:cubicBezTo>
                  <a:pt x="1044" y="92"/>
                  <a:pt x="1034" y="102"/>
                  <a:pt x="1016" y="108"/>
                </a:cubicBezTo>
                <a:cubicBezTo>
                  <a:pt x="1017" y="110"/>
                  <a:pt x="1020" y="113"/>
                  <a:pt x="1022" y="115"/>
                </a:cubicBezTo>
                <a:cubicBezTo>
                  <a:pt x="1043" y="107"/>
                  <a:pt x="1053" y="94"/>
                  <a:pt x="1056" y="80"/>
                </a:cubicBezTo>
                <a:cubicBezTo>
                  <a:pt x="1057" y="77"/>
                  <a:pt x="1057" y="73"/>
                  <a:pt x="1057" y="69"/>
                </a:cubicBezTo>
                <a:cubicBezTo>
                  <a:pt x="1057" y="64"/>
                  <a:pt x="1057" y="60"/>
                  <a:pt x="1056" y="56"/>
                </a:cubicBezTo>
                <a:cubicBezTo>
                  <a:pt x="1056" y="49"/>
                  <a:pt x="1055" y="41"/>
                  <a:pt x="1055" y="31"/>
                </a:cubicBezTo>
                <a:cubicBezTo>
                  <a:pt x="1069" y="31"/>
                  <a:pt x="1084" y="31"/>
                  <a:pt x="1094" y="31"/>
                </a:cubicBezTo>
                <a:cubicBezTo>
                  <a:pt x="1094" y="23"/>
                  <a:pt x="1094" y="23"/>
                  <a:pt x="1094" y="23"/>
                </a:cubicBezTo>
                <a:cubicBezTo>
                  <a:pt x="1085" y="23"/>
                  <a:pt x="1070" y="23"/>
                  <a:pt x="1055" y="24"/>
                </a:cubicBezTo>
                <a:close/>
                <a:moveTo>
                  <a:pt x="1035" y="80"/>
                </a:moveTo>
                <a:cubicBezTo>
                  <a:pt x="1028" y="80"/>
                  <a:pt x="1022" y="74"/>
                  <a:pt x="1022" y="66"/>
                </a:cubicBezTo>
                <a:cubicBezTo>
                  <a:pt x="1022" y="57"/>
                  <a:pt x="1028" y="51"/>
                  <a:pt x="1036" y="50"/>
                </a:cubicBezTo>
                <a:cubicBezTo>
                  <a:pt x="1048" y="50"/>
                  <a:pt x="1048" y="61"/>
                  <a:pt x="1048" y="66"/>
                </a:cubicBezTo>
                <a:cubicBezTo>
                  <a:pt x="1048" y="73"/>
                  <a:pt x="1044" y="80"/>
                  <a:pt x="1035" y="80"/>
                </a:cubicBezTo>
                <a:close/>
              </a:path>
            </a:pathLst>
          </a:custGeom>
          <a:solidFill>
            <a:srgbClr val="002050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21" name="Freeform 238">
            <a:extLst>
              <a:ext uri="{FF2B5EF4-FFF2-40B4-BE49-F238E27FC236}">
                <a16:creationId xmlns:a16="http://schemas.microsoft.com/office/drawing/2014/main" id="{151E0D84-7273-CAFC-23CE-C964AF4E59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4463400" y="4130170"/>
            <a:ext cx="1448800" cy="464951"/>
          </a:xfrm>
          <a:custGeom>
            <a:avLst/>
            <a:gdLst>
              <a:gd name="T0" fmla="*/ 0 w 477"/>
              <a:gd name="T1" fmla="*/ 37 h 153"/>
              <a:gd name="T2" fmla="*/ 30 w 477"/>
              <a:gd name="T3" fmla="*/ 151 h 153"/>
              <a:gd name="T4" fmla="*/ 92 w 477"/>
              <a:gd name="T5" fmla="*/ 93 h 153"/>
              <a:gd name="T6" fmla="*/ 65 w 477"/>
              <a:gd name="T7" fmla="*/ 127 h 153"/>
              <a:gd name="T8" fmla="*/ 13 w 477"/>
              <a:gd name="T9" fmla="*/ 139 h 153"/>
              <a:gd name="T10" fmla="*/ 31 w 477"/>
              <a:gd name="T11" fmla="*/ 49 h 153"/>
              <a:gd name="T12" fmla="*/ 65 w 477"/>
              <a:gd name="T13" fmla="*/ 127 h 153"/>
              <a:gd name="T14" fmla="*/ 115 w 477"/>
              <a:gd name="T15" fmla="*/ 151 h 153"/>
              <a:gd name="T16" fmla="*/ 173 w 477"/>
              <a:gd name="T17" fmla="*/ 37 h 153"/>
              <a:gd name="T18" fmla="*/ 128 w 477"/>
              <a:gd name="T19" fmla="*/ 49 h 153"/>
              <a:gd name="T20" fmla="*/ 169 w 477"/>
              <a:gd name="T21" fmla="*/ 87 h 153"/>
              <a:gd name="T22" fmla="*/ 128 w 477"/>
              <a:gd name="T23" fmla="*/ 99 h 153"/>
              <a:gd name="T24" fmla="*/ 175 w 477"/>
              <a:gd name="T25" fmla="*/ 139 h 153"/>
              <a:gd name="T26" fmla="*/ 167 w 477"/>
              <a:gd name="T27" fmla="*/ 0 h 153"/>
              <a:gd name="T28" fmla="*/ 139 w 477"/>
              <a:gd name="T29" fmla="*/ 26 h 153"/>
              <a:gd name="T30" fmla="*/ 131 w 477"/>
              <a:gd name="T31" fmla="*/ 0 h 153"/>
              <a:gd name="T32" fmla="*/ 157 w 477"/>
              <a:gd name="T33" fmla="*/ 0 h 153"/>
              <a:gd name="T34" fmla="*/ 277 w 477"/>
              <a:gd name="T35" fmla="*/ 151 h 153"/>
              <a:gd name="T36" fmla="*/ 214 w 477"/>
              <a:gd name="T37" fmla="*/ 99 h 153"/>
              <a:gd name="T38" fmla="*/ 211 w 477"/>
              <a:gd name="T39" fmla="*/ 95 h 153"/>
              <a:gd name="T40" fmla="*/ 198 w 477"/>
              <a:gd name="T41" fmla="*/ 151 h 153"/>
              <a:gd name="T42" fmla="*/ 211 w 477"/>
              <a:gd name="T43" fmla="*/ 37 h 153"/>
              <a:gd name="T44" fmla="*/ 211 w 477"/>
              <a:gd name="T45" fmla="*/ 91 h 153"/>
              <a:gd name="T46" fmla="*/ 257 w 477"/>
              <a:gd name="T47" fmla="*/ 37 h 153"/>
              <a:gd name="T48" fmla="*/ 225 w 477"/>
              <a:gd name="T49" fmla="*/ 92 h 153"/>
              <a:gd name="T50" fmla="*/ 377 w 477"/>
              <a:gd name="T51" fmla="*/ 105 h 153"/>
              <a:gd name="T52" fmla="*/ 291 w 477"/>
              <a:gd name="T53" fmla="*/ 107 h 153"/>
              <a:gd name="T54" fmla="*/ 305 w 477"/>
              <a:gd name="T55" fmla="*/ 37 h 153"/>
              <a:gd name="T56" fmla="*/ 334 w 477"/>
              <a:gd name="T57" fmla="*/ 141 h 153"/>
              <a:gd name="T58" fmla="*/ 363 w 477"/>
              <a:gd name="T59" fmla="*/ 37 h 153"/>
              <a:gd name="T60" fmla="*/ 377 w 477"/>
              <a:gd name="T61" fmla="*/ 105 h 153"/>
              <a:gd name="T62" fmla="*/ 426 w 477"/>
              <a:gd name="T63" fmla="*/ 142 h 153"/>
              <a:gd name="T64" fmla="*/ 392 w 477"/>
              <a:gd name="T65" fmla="*/ 151 h 153"/>
              <a:gd name="T66" fmla="*/ 403 w 477"/>
              <a:gd name="T67" fmla="*/ 141 h 153"/>
              <a:gd name="T68" fmla="*/ 421 w 477"/>
              <a:gd name="T69" fmla="*/ 37 h 153"/>
              <a:gd name="T70" fmla="*/ 435 w 477"/>
              <a:gd name="T71" fmla="*/ 110 h 153"/>
              <a:gd name="T72" fmla="*/ 464 w 477"/>
              <a:gd name="T73" fmla="*/ 151 h 153"/>
              <a:gd name="T74" fmla="*/ 477 w 477"/>
              <a:gd name="T75" fmla="*/ 37 h 1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477" h="153">
                <a:moveTo>
                  <a:pt x="31" y="37"/>
                </a:moveTo>
                <a:cubicBezTo>
                  <a:pt x="0" y="37"/>
                  <a:pt x="0" y="37"/>
                  <a:pt x="0" y="37"/>
                </a:cubicBezTo>
                <a:cubicBezTo>
                  <a:pt x="0" y="151"/>
                  <a:pt x="0" y="151"/>
                  <a:pt x="0" y="151"/>
                </a:cubicBezTo>
                <a:cubicBezTo>
                  <a:pt x="30" y="151"/>
                  <a:pt x="30" y="151"/>
                  <a:pt x="30" y="151"/>
                </a:cubicBezTo>
                <a:cubicBezTo>
                  <a:pt x="49" y="151"/>
                  <a:pt x="64" y="146"/>
                  <a:pt x="75" y="135"/>
                </a:cubicBezTo>
                <a:cubicBezTo>
                  <a:pt x="86" y="124"/>
                  <a:pt x="92" y="110"/>
                  <a:pt x="92" y="93"/>
                </a:cubicBezTo>
                <a:cubicBezTo>
                  <a:pt x="92" y="55"/>
                  <a:pt x="72" y="37"/>
                  <a:pt x="31" y="37"/>
                </a:cubicBezTo>
                <a:close/>
                <a:moveTo>
                  <a:pt x="65" y="127"/>
                </a:moveTo>
                <a:cubicBezTo>
                  <a:pt x="57" y="135"/>
                  <a:pt x="45" y="139"/>
                  <a:pt x="30" y="139"/>
                </a:cubicBezTo>
                <a:cubicBezTo>
                  <a:pt x="13" y="139"/>
                  <a:pt x="13" y="139"/>
                  <a:pt x="13" y="139"/>
                </a:cubicBezTo>
                <a:cubicBezTo>
                  <a:pt x="13" y="49"/>
                  <a:pt x="13" y="49"/>
                  <a:pt x="13" y="49"/>
                </a:cubicBezTo>
                <a:cubicBezTo>
                  <a:pt x="31" y="49"/>
                  <a:pt x="31" y="49"/>
                  <a:pt x="31" y="49"/>
                </a:cubicBezTo>
                <a:cubicBezTo>
                  <a:pt x="62" y="49"/>
                  <a:pt x="78" y="63"/>
                  <a:pt x="78" y="93"/>
                </a:cubicBezTo>
                <a:cubicBezTo>
                  <a:pt x="78" y="108"/>
                  <a:pt x="74" y="119"/>
                  <a:pt x="65" y="127"/>
                </a:cubicBezTo>
                <a:close/>
                <a:moveTo>
                  <a:pt x="175" y="151"/>
                </a:moveTo>
                <a:cubicBezTo>
                  <a:pt x="115" y="151"/>
                  <a:pt x="115" y="151"/>
                  <a:pt x="115" y="151"/>
                </a:cubicBezTo>
                <a:cubicBezTo>
                  <a:pt x="115" y="37"/>
                  <a:pt x="115" y="37"/>
                  <a:pt x="115" y="37"/>
                </a:cubicBezTo>
                <a:cubicBezTo>
                  <a:pt x="173" y="37"/>
                  <a:pt x="173" y="37"/>
                  <a:pt x="173" y="37"/>
                </a:cubicBezTo>
                <a:cubicBezTo>
                  <a:pt x="173" y="49"/>
                  <a:pt x="173" y="49"/>
                  <a:pt x="173" y="49"/>
                </a:cubicBezTo>
                <a:cubicBezTo>
                  <a:pt x="128" y="49"/>
                  <a:pt x="128" y="49"/>
                  <a:pt x="128" y="49"/>
                </a:cubicBezTo>
                <a:cubicBezTo>
                  <a:pt x="128" y="87"/>
                  <a:pt x="128" y="87"/>
                  <a:pt x="128" y="87"/>
                </a:cubicBezTo>
                <a:cubicBezTo>
                  <a:pt x="169" y="87"/>
                  <a:pt x="169" y="87"/>
                  <a:pt x="169" y="87"/>
                </a:cubicBezTo>
                <a:cubicBezTo>
                  <a:pt x="169" y="99"/>
                  <a:pt x="169" y="99"/>
                  <a:pt x="169" y="99"/>
                </a:cubicBezTo>
                <a:cubicBezTo>
                  <a:pt x="128" y="99"/>
                  <a:pt x="128" y="99"/>
                  <a:pt x="128" y="99"/>
                </a:cubicBezTo>
                <a:cubicBezTo>
                  <a:pt x="128" y="139"/>
                  <a:pt x="128" y="139"/>
                  <a:pt x="128" y="139"/>
                </a:cubicBezTo>
                <a:cubicBezTo>
                  <a:pt x="175" y="139"/>
                  <a:pt x="175" y="139"/>
                  <a:pt x="175" y="139"/>
                </a:cubicBezTo>
                <a:lnTo>
                  <a:pt x="175" y="151"/>
                </a:lnTo>
                <a:close/>
                <a:moveTo>
                  <a:pt x="167" y="0"/>
                </a:moveTo>
                <a:cubicBezTo>
                  <a:pt x="150" y="26"/>
                  <a:pt x="150" y="26"/>
                  <a:pt x="150" y="26"/>
                </a:cubicBezTo>
                <a:cubicBezTo>
                  <a:pt x="139" y="26"/>
                  <a:pt x="139" y="26"/>
                  <a:pt x="139" y="26"/>
                </a:cubicBezTo>
                <a:cubicBezTo>
                  <a:pt x="122" y="0"/>
                  <a:pt x="122" y="0"/>
                  <a:pt x="122" y="0"/>
                </a:cubicBezTo>
                <a:cubicBezTo>
                  <a:pt x="131" y="0"/>
                  <a:pt x="131" y="0"/>
                  <a:pt x="131" y="0"/>
                </a:cubicBezTo>
                <a:cubicBezTo>
                  <a:pt x="144" y="18"/>
                  <a:pt x="144" y="18"/>
                  <a:pt x="144" y="18"/>
                </a:cubicBezTo>
                <a:cubicBezTo>
                  <a:pt x="157" y="0"/>
                  <a:pt x="157" y="0"/>
                  <a:pt x="157" y="0"/>
                </a:cubicBezTo>
                <a:lnTo>
                  <a:pt x="167" y="0"/>
                </a:lnTo>
                <a:close/>
                <a:moveTo>
                  <a:pt x="277" y="151"/>
                </a:moveTo>
                <a:cubicBezTo>
                  <a:pt x="259" y="151"/>
                  <a:pt x="259" y="151"/>
                  <a:pt x="259" y="151"/>
                </a:cubicBezTo>
                <a:cubicBezTo>
                  <a:pt x="214" y="99"/>
                  <a:pt x="214" y="99"/>
                  <a:pt x="214" y="99"/>
                </a:cubicBezTo>
                <a:cubicBezTo>
                  <a:pt x="213" y="97"/>
                  <a:pt x="212" y="96"/>
                  <a:pt x="211" y="95"/>
                </a:cubicBezTo>
                <a:cubicBezTo>
                  <a:pt x="211" y="95"/>
                  <a:pt x="211" y="95"/>
                  <a:pt x="211" y="95"/>
                </a:cubicBezTo>
                <a:cubicBezTo>
                  <a:pt x="211" y="151"/>
                  <a:pt x="211" y="151"/>
                  <a:pt x="211" y="151"/>
                </a:cubicBezTo>
                <a:cubicBezTo>
                  <a:pt x="198" y="151"/>
                  <a:pt x="198" y="151"/>
                  <a:pt x="198" y="151"/>
                </a:cubicBezTo>
                <a:cubicBezTo>
                  <a:pt x="198" y="37"/>
                  <a:pt x="198" y="37"/>
                  <a:pt x="198" y="37"/>
                </a:cubicBezTo>
                <a:cubicBezTo>
                  <a:pt x="211" y="37"/>
                  <a:pt x="211" y="37"/>
                  <a:pt x="211" y="37"/>
                </a:cubicBezTo>
                <a:cubicBezTo>
                  <a:pt x="211" y="91"/>
                  <a:pt x="211" y="91"/>
                  <a:pt x="211" y="91"/>
                </a:cubicBezTo>
                <a:cubicBezTo>
                  <a:pt x="211" y="91"/>
                  <a:pt x="211" y="91"/>
                  <a:pt x="211" y="91"/>
                </a:cubicBezTo>
                <a:cubicBezTo>
                  <a:pt x="212" y="89"/>
                  <a:pt x="213" y="88"/>
                  <a:pt x="214" y="87"/>
                </a:cubicBezTo>
                <a:cubicBezTo>
                  <a:pt x="257" y="37"/>
                  <a:pt x="257" y="37"/>
                  <a:pt x="257" y="37"/>
                </a:cubicBezTo>
                <a:cubicBezTo>
                  <a:pt x="274" y="37"/>
                  <a:pt x="274" y="37"/>
                  <a:pt x="274" y="37"/>
                </a:cubicBezTo>
                <a:cubicBezTo>
                  <a:pt x="225" y="92"/>
                  <a:pt x="225" y="92"/>
                  <a:pt x="225" y="92"/>
                </a:cubicBezTo>
                <a:lnTo>
                  <a:pt x="277" y="151"/>
                </a:lnTo>
                <a:close/>
                <a:moveTo>
                  <a:pt x="377" y="105"/>
                </a:moveTo>
                <a:cubicBezTo>
                  <a:pt x="377" y="137"/>
                  <a:pt x="362" y="153"/>
                  <a:pt x="333" y="153"/>
                </a:cubicBezTo>
                <a:cubicBezTo>
                  <a:pt x="305" y="153"/>
                  <a:pt x="291" y="138"/>
                  <a:pt x="291" y="107"/>
                </a:cubicBezTo>
                <a:cubicBezTo>
                  <a:pt x="291" y="37"/>
                  <a:pt x="291" y="37"/>
                  <a:pt x="291" y="37"/>
                </a:cubicBezTo>
                <a:cubicBezTo>
                  <a:pt x="305" y="37"/>
                  <a:pt x="305" y="37"/>
                  <a:pt x="305" y="37"/>
                </a:cubicBezTo>
                <a:cubicBezTo>
                  <a:pt x="305" y="106"/>
                  <a:pt x="305" y="106"/>
                  <a:pt x="305" y="106"/>
                </a:cubicBezTo>
                <a:cubicBezTo>
                  <a:pt x="305" y="129"/>
                  <a:pt x="315" y="141"/>
                  <a:pt x="334" y="141"/>
                </a:cubicBezTo>
                <a:cubicBezTo>
                  <a:pt x="354" y="141"/>
                  <a:pt x="363" y="130"/>
                  <a:pt x="363" y="107"/>
                </a:cubicBezTo>
                <a:cubicBezTo>
                  <a:pt x="363" y="37"/>
                  <a:pt x="363" y="37"/>
                  <a:pt x="363" y="37"/>
                </a:cubicBezTo>
                <a:cubicBezTo>
                  <a:pt x="377" y="37"/>
                  <a:pt x="377" y="37"/>
                  <a:pt x="377" y="37"/>
                </a:cubicBezTo>
                <a:lnTo>
                  <a:pt x="377" y="105"/>
                </a:lnTo>
                <a:close/>
                <a:moveTo>
                  <a:pt x="435" y="110"/>
                </a:moveTo>
                <a:cubicBezTo>
                  <a:pt x="435" y="124"/>
                  <a:pt x="432" y="134"/>
                  <a:pt x="426" y="142"/>
                </a:cubicBezTo>
                <a:cubicBezTo>
                  <a:pt x="420" y="150"/>
                  <a:pt x="413" y="153"/>
                  <a:pt x="403" y="153"/>
                </a:cubicBezTo>
                <a:cubicBezTo>
                  <a:pt x="398" y="153"/>
                  <a:pt x="395" y="153"/>
                  <a:pt x="392" y="151"/>
                </a:cubicBezTo>
                <a:cubicBezTo>
                  <a:pt x="392" y="138"/>
                  <a:pt x="392" y="138"/>
                  <a:pt x="392" y="138"/>
                </a:cubicBezTo>
                <a:cubicBezTo>
                  <a:pt x="395" y="140"/>
                  <a:pt x="398" y="141"/>
                  <a:pt x="403" y="141"/>
                </a:cubicBezTo>
                <a:cubicBezTo>
                  <a:pt x="415" y="141"/>
                  <a:pt x="421" y="131"/>
                  <a:pt x="421" y="110"/>
                </a:cubicBezTo>
                <a:cubicBezTo>
                  <a:pt x="421" y="37"/>
                  <a:pt x="421" y="37"/>
                  <a:pt x="421" y="37"/>
                </a:cubicBezTo>
                <a:cubicBezTo>
                  <a:pt x="435" y="37"/>
                  <a:pt x="435" y="37"/>
                  <a:pt x="435" y="37"/>
                </a:cubicBezTo>
                <a:lnTo>
                  <a:pt x="435" y="110"/>
                </a:lnTo>
                <a:close/>
                <a:moveTo>
                  <a:pt x="477" y="151"/>
                </a:moveTo>
                <a:cubicBezTo>
                  <a:pt x="464" y="151"/>
                  <a:pt x="464" y="151"/>
                  <a:pt x="464" y="151"/>
                </a:cubicBezTo>
                <a:cubicBezTo>
                  <a:pt x="464" y="37"/>
                  <a:pt x="464" y="37"/>
                  <a:pt x="464" y="37"/>
                </a:cubicBezTo>
                <a:cubicBezTo>
                  <a:pt x="477" y="37"/>
                  <a:pt x="477" y="37"/>
                  <a:pt x="477" y="37"/>
                </a:cubicBezTo>
                <a:lnTo>
                  <a:pt x="477" y="151"/>
                </a:lnTo>
                <a:close/>
              </a:path>
            </a:pathLst>
          </a:custGeom>
          <a:solidFill>
            <a:srgbClr val="0078D7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22" name="Freeform 239">
            <a:extLst>
              <a:ext uri="{FF2B5EF4-FFF2-40B4-BE49-F238E27FC236}">
                <a16:creationId xmlns:a16="http://schemas.microsoft.com/office/drawing/2014/main" id="{D5A8FA7A-BD98-84C5-B563-798A883C08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3751887" y="1596158"/>
            <a:ext cx="852840" cy="273577"/>
          </a:xfrm>
          <a:custGeom>
            <a:avLst/>
            <a:gdLst>
              <a:gd name="T0" fmla="*/ 60 w 281"/>
              <a:gd name="T1" fmla="*/ 11 h 90"/>
              <a:gd name="T2" fmla="*/ 35 w 281"/>
              <a:gd name="T3" fmla="*/ 11 h 90"/>
              <a:gd name="T4" fmla="*/ 35 w 281"/>
              <a:gd name="T5" fmla="*/ 89 h 90"/>
              <a:gd name="T6" fmla="*/ 25 w 281"/>
              <a:gd name="T7" fmla="*/ 89 h 90"/>
              <a:gd name="T8" fmla="*/ 25 w 281"/>
              <a:gd name="T9" fmla="*/ 11 h 90"/>
              <a:gd name="T10" fmla="*/ 0 w 281"/>
              <a:gd name="T11" fmla="*/ 11 h 90"/>
              <a:gd name="T12" fmla="*/ 0 w 281"/>
              <a:gd name="T13" fmla="*/ 2 h 90"/>
              <a:gd name="T14" fmla="*/ 60 w 281"/>
              <a:gd name="T15" fmla="*/ 2 h 90"/>
              <a:gd name="T16" fmla="*/ 60 w 281"/>
              <a:gd name="T17" fmla="*/ 11 h 90"/>
              <a:gd name="T18" fmla="*/ 99 w 281"/>
              <a:gd name="T19" fmla="*/ 2 h 90"/>
              <a:gd name="T20" fmla="*/ 88 w 281"/>
              <a:gd name="T21" fmla="*/ 2 h 90"/>
              <a:gd name="T22" fmla="*/ 55 w 281"/>
              <a:gd name="T23" fmla="*/ 89 h 90"/>
              <a:gd name="T24" fmla="*/ 66 w 281"/>
              <a:gd name="T25" fmla="*/ 89 h 90"/>
              <a:gd name="T26" fmla="*/ 75 w 281"/>
              <a:gd name="T27" fmla="*/ 64 h 90"/>
              <a:gd name="T28" fmla="*/ 112 w 281"/>
              <a:gd name="T29" fmla="*/ 64 h 90"/>
              <a:gd name="T30" fmla="*/ 121 w 281"/>
              <a:gd name="T31" fmla="*/ 89 h 90"/>
              <a:gd name="T32" fmla="*/ 132 w 281"/>
              <a:gd name="T33" fmla="*/ 89 h 90"/>
              <a:gd name="T34" fmla="*/ 99 w 281"/>
              <a:gd name="T35" fmla="*/ 2 h 90"/>
              <a:gd name="T36" fmla="*/ 78 w 281"/>
              <a:gd name="T37" fmla="*/ 55 h 90"/>
              <a:gd name="T38" fmla="*/ 92 w 281"/>
              <a:gd name="T39" fmla="*/ 18 h 90"/>
              <a:gd name="T40" fmla="*/ 93 w 281"/>
              <a:gd name="T41" fmla="*/ 12 h 90"/>
              <a:gd name="T42" fmla="*/ 93 w 281"/>
              <a:gd name="T43" fmla="*/ 12 h 90"/>
              <a:gd name="T44" fmla="*/ 95 w 281"/>
              <a:gd name="T45" fmla="*/ 18 h 90"/>
              <a:gd name="T46" fmla="*/ 108 w 281"/>
              <a:gd name="T47" fmla="*/ 55 h 90"/>
              <a:gd name="T48" fmla="*/ 78 w 281"/>
              <a:gd name="T49" fmla="*/ 55 h 90"/>
              <a:gd name="T50" fmla="*/ 203 w 281"/>
              <a:gd name="T51" fmla="*/ 85 h 90"/>
              <a:gd name="T52" fmla="*/ 179 w 281"/>
              <a:gd name="T53" fmla="*/ 90 h 90"/>
              <a:gd name="T54" fmla="*/ 149 w 281"/>
              <a:gd name="T55" fmla="*/ 78 h 90"/>
              <a:gd name="T56" fmla="*/ 138 w 281"/>
              <a:gd name="T57" fmla="*/ 47 h 90"/>
              <a:gd name="T58" fmla="*/ 150 w 281"/>
              <a:gd name="T59" fmla="*/ 13 h 90"/>
              <a:gd name="T60" fmla="*/ 182 w 281"/>
              <a:gd name="T61" fmla="*/ 0 h 90"/>
              <a:gd name="T62" fmla="*/ 203 w 281"/>
              <a:gd name="T63" fmla="*/ 4 h 90"/>
              <a:gd name="T64" fmla="*/ 203 w 281"/>
              <a:gd name="T65" fmla="*/ 15 h 90"/>
              <a:gd name="T66" fmla="*/ 182 w 281"/>
              <a:gd name="T67" fmla="*/ 9 h 90"/>
              <a:gd name="T68" fmla="*/ 158 w 281"/>
              <a:gd name="T69" fmla="*/ 19 h 90"/>
              <a:gd name="T70" fmla="*/ 148 w 281"/>
              <a:gd name="T71" fmla="*/ 46 h 90"/>
              <a:gd name="T72" fmla="*/ 157 w 281"/>
              <a:gd name="T73" fmla="*/ 72 h 90"/>
              <a:gd name="T74" fmla="*/ 180 w 281"/>
              <a:gd name="T75" fmla="*/ 81 h 90"/>
              <a:gd name="T76" fmla="*/ 203 w 281"/>
              <a:gd name="T77" fmla="*/ 75 h 90"/>
              <a:gd name="T78" fmla="*/ 203 w 281"/>
              <a:gd name="T79" fmla="*/ 85 h 90"/>
              <a:gd name="T80" fmla="*/ 281 w 281"/>
              <a:gd name="T81" fmla="*/ 89 h 90"/>
              <a:gd name="T82" fmla="*/ 267 w 281"/>
              <a:gd name="T83" fmla="*/ 89 h 90"/>
              <a:gd name="T84" fmla="*/ 233 w 281"/>
              <a:gd name="T85" fmla="*/ 49 h 90"/>
              <a:gd name="T86" fmla="*/ 231 w 281"/>
              <a:gd name="T87" fmla="*/ 46 h 90"/>
              <a:gd name="T88" fmla="*/ 231 w 281"/>
              <a:gd name="T89" fmla="*/ 46 h 90"/>
              <a:gd name="T90" fmla="*/ 231 w 281"/>
              <a:gd name="T91" fmla="*/ 89 h 90"/>
              <a:gd name="T92" fmla="*/ 220 w 281"/>
              <a:gd name="T93" fmla="*/ 89 h 90"/>
              <a:gd name="T94" fmla="*/ 220 w 281"/>
              <a:gd name="T95" fmla="*/ 2 h 90"/>
              <a:gd name="T96" fmla="*/ 231 w 281"/>
              <a:gd name="T97" fmla="*/ 2 h 90"/>
              <a:gd name="T98" fmla="*/ 231 w 281"/>
              <a:gd name="T99" fmla="*/ 43 h 90"/>
              <a:gd name="T100" fmla="*/ 231 w 281"/>
              <a:gd name="T101" fmla="*/ 43 h 90"/>
              <a:gd name="T102" fmla="*/ 233 w 281"/>
              <a:gd name="T103" fmla="*/ 40 h 90"/>
              <a:gd name="T104" fmla="*/ 266 w 281"/>
              <a:gd name="T105" fmla="*/ 2 h 90"/>
              <a:gd name="T106" fmla="*/ 278 w 281"/>
              <a:gd name="T107" fmla="*/ 2 h 90"/>
              <a:gd name="T108" fmla="*/ 241 w 281"/>
              <a:gd name="T109" fmla="*/ 43 h 90"/>
              <a:gd name="T110" fmla="*/ 281 w 281"/>
              <a:gd name="T111" fmla="*/ 89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281" h="90">
                <a:moveTo>
                  <a:pt x="60" y="11"/>
                </a:moveTo>
                <a:cubicBezTo>
                  <a:pt x="35" y="11"/>
                  <a:pt x="35" y="11"/>
                  <a:pt x="35" y="11"/>
                </a:cubicBezTo>
                <a:cubicBezTo>
                  <a:pt x="35" y="89"/>
                  <a:pt x="35" y="89"/>
                  <a:pt x="35" y="89"/>
                </a:cubicBezTo>
                <a:cubicBezTo>
                  <a:pt x="25" y="89"/>
                  <a:pt x="25" y="89"/>
                  <a:pt x="25" y="89"/>
                </a:cubicBezTo>
                <a:cubicBezTo>
                  <a:pt x="25" y="11"/>
                  <a:pt x="25" y="11"/>
                  <a:pt x="25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2"/>
                  <a:pt x="0" y="2"/>
                  <a:pt x="0" y="2"/>
                </a:cubicBezTo>
                <a:cubicBezTo>
                  <a:pt x="60" y="2"/>
                  <a:pt x="60" y="2"/>
                  <a:pt x="60" y="2"/>
                </a:cubicBezTo>
                <a:lnTo>
                  <a:pt x="60" y="11"/>
                </a:lnTo>
                <a:close/>
                <a:moveTo>
                  <a:pt x="99" y="2"/>
                </a:moveTo>
                <a:cubicBezTo>
                  <a:pt x="88" y="2"/>
                  <a:pt x="88" y="2"/>
                  <a:pt x="88" y="2"/>
                </a:cubicBezTo>
                <a:cubicBezTo>
                  <a:pt x="55" y="89"/>
                  <a:pt x="55" y="89"/>
                  <a:pt x="55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75" y="64"/>
                  <a:pt x="75" y="64"/>
                  <a:pt x="75" y="64"/>
                </a:cubicBezTo>
                <a:cubicBezTo>
                  <a:pt x="112" y="64"/>
                  <a:pt x="112" y="64"/>
                  <a:pt x="112" y="64"/>
                </a:cubicBezTo>
                <a:cubicBezTo>
                  <a:pt x="121" y="89"/>
                  <a:pt x="121" y="89"/>
                  <a:pt x="121" y="89"/>
                </a:cubicBezTo>
                <a:cubicBezTo>
                  <a:pt x="132" y="89"/>
                  <a:pt x="132" y="89"/>
                  <a:pt x="132" y="89"/>
                </a:cubicBezTo>
                <a:lnTo>
                  <a:pt x="99" y="2"/>
                </a:lnTo>
                <a:close/>
                <a:moveTo>
                  <a:pt x="78" y="55"/>
                </a:moveTo>
                <a:cubicBezTo>
                  <a:pt x="92" y="18"/>
                  <a:pt x="92" y="18"/>
                  <a:pt x="92" y="18"/>
                </a:cubicBezTo>
                <a:cubicBezTo>
                  <a:pt x="92" y="17"/>
                  <a:pt x="93" y="15"/>
                  <a:pt x="93" y="12"/>
                </a:cubicBezTo>
                <a:cubicBezTo>
                  <a:pt x="93" y="12"/>
                  <a:pt x="93" y="12"/>
                  <a:pt x="93" y="12"/>
                </a:cubicBezTo>
                <a:cubicBezTo>
                  <a:pt x="94" y="15"/>
                  <a:pt x="94" y="17"/>
                  <a:pt x="95" y="18"/>
                </a:cubicBezTo>
                <a:cubicBezTo>
                  <a:pt x="108" y="55"/>
                  <a:pt x="108" y="55"/>
                  <a:pt x="108" y="55"/>
                </a:cubicBezTo>
                <a:lnTo>
                  <a:pt x="78" y="55"/>
                </a:lnTo>
                <a:close/>
                <a:moveTo>
                  <a:pt x="203" y="85"/>
                </a:moveTo>
                <a:cubicBezTo>
                  <a:pt x="196" y="89"/>
                  <a:pt x="188" y="90"/>
                  <a:pt x="179" y="90"/>
                </a:cubicBezTo>
                <a:cubicBezTo>
                  <a:pt x="166" y="90"/>
                  <a:pt x="156" y="86"/>
                  <a:pt x="149" y="78"/>
                </a:cubicBezTo>
                <a:cubicBezTo>
                  <a:pt x="141" y="70"/>
                  <a:pt x="138" y="60"/>
                  <a:pt x="138" y="47"/>
                </a:cubicBezTo>
                <a:cubicBezTo>
                  <a:pt x="138" y="33"/>
                  <a:pt x="142" y="22"/>
                  <a:pt x="150" y="13"/>
                </a:cubicBezTo>
                <a:cubicBezTo>
                  <a:pt x="159" y="5"/>
                  <a:pt x="169" y="0"/>
                  <a:pt x="182" y="0"/>
                </a:cubicBezTo>
                <a:cubicBezTo>
                  <a:pt x="190" y="0"/>
                  <a:pt x="197" y="1"/>
                  <a:pt x="203" y="4"/>
                </a:cubicBezTo>
                <a:cubicBezTo>
                  <a:pt x="203" y="15"/>
                  <a:pt x="203" y="15"/>
                  <a:pt x="203" y="15"/>
                </a:cubicBezTo>
                <a:cubicBezTo>
                  <a:pt x="196" y="11"/>
                  <a:pt x="190" y="9"/>
                  <a:pt x="182" y="9"/>
                </a:cubicBezTo>
                <a:cubicBezTo>
                  <a:pt x="172" y="9"/>
                  <a:pt x="164" y="13"/>
                  <a:pt x="158" y="19"/>
                </a:cubicBezTo>
                <a:cubicBezTo>
                  <a:pt x="151" y="26"/>
                  <a:pt x="148" y="35"/>
                  <a:pt x="148" y="46"/>
                </a:cubicBezTo>
                <a:cubicBezTo>
                  <a:pt x="148" y="57"/>
                  <a:pt x="151" y="65"/>
                  <a:pt x="157" y="72"/>
                </a:cubicBezTo>
                <a:cubicBezTo>
                  <a:pt x="163" y="78"/>
                  <a:pt x="171" y="81"/>
                  <a:pt x="180" y="81"/>
                </a:cubicBezTo>
                <a:cubicBezTo>
                  <a:pt x="189" y="81"/>
                  <a:pt x="196" y="79"/>
                  <a:pt x="203" y="75"/>
                </a:cubicBezTo>
                <a:lnTo>
                  <a:pt x="203" y="85"/>
                </a:lnTo>
                <a:close/>
                <a:moveTo>
                  <a:pt x="281" y="89"/>
                </a:moveTo>
                <a:cubicBezTo>
                  <a:pt x="267" y="89"/>
                  <a:pt x="267" y="89"/>
                  <a:pt x="267" y="89"/>
                </a:cubicBezTo>
                <a:cubicBezTo>
                  <a:pt x="233" y="49"/>
                  <a:pt x="233" y="49"/>
                  <a:pt x="233" y="49"/>
                </a:cubicBezTo>
                <a:cubicBezTo>
                  <a:pt x="232" y="47"/>
                  <a:pt x="231" y="46"/>
                  <a:pt x="231" y="46"/>
                </a:cubicBezTo>
                <a:cubicBezTo>
                  <a:pt x="231" y="46"/>
                  <a:pt x="231" y="46"/>
                  <a:pt x="231" y="46"/>
                </a:cubicBezTo>
                <a:cubicBezTo>
                  <a:pt x="231" y="89"/>
                  <a:pt x="231" y="89"/>
                  <a:pt x="231" y="89"/>
                </a:cubicBezTo>
                <a:cubicBezTo>
                  <a:pt x="220" y="89"/>
                  <a:pt x="220" y="89"/>
                  <a:pt x="220" y="89"/>
                </a:cubicBezTo>
                <a:cubicBezTo>
                  <a:pt x="220" y="2"/>
                  <a:pt x="220" y="2"/>
                  <a:pt x="220" y="2"/>
                </a:cubicBezTo>
                <a:cubicBezTo>
                  <a:pt x="231" y="2"/>
                  <a:pt x="231" y="2"/>
                  <a:pt x="231" y="2"/>
                </a:cubicBezTo>
                <a:cubicBezTo>
                  <a:pt x="231" y="43"/>
                  <a:pt x="231" y="43"/>
                  <a:pt x="231" y="43"/>
                </a:cubicBezTo>
                <a:cubicBezTo>
                  <a:pt x="231" y="43"/>
                  <a:pt x="231" y="43"/>
                  <a:pt x="231" y="43"/>
                </a:cubicBezTo>
                <a:cubicBezTo>
                  <a:pt x="231" y="42"/>
                  <a:pt x="232" y="41"/>
                  <a:pt x="233" y="40"/>
                </a:cubicBezTo>
                <a:cubicBezTo>
                  <a:pt x="266" y="2"/>
                  <a:pt x="266" y="2"/>
                  <a:pt x="266" y="2"/>
                </a:cubicBezTo>
                <a:cubicBezTo>
                  <a:pt x="278" y="2"/>
                  <a:pt x="278" y="2"/>
                  <a:pt x="278" y="2"/>
                </a:cubicBezTo>
                <a:cubicBezTo>
                  <a:pt x="241" y="43"/>
                  <a:pt x="241" y="43"/>
                  <a:pt x="241" y="43"/>
                </a:cubicBezTo>
                <a:lnTo>
                  <a:pt x="281" y="89"/>
                </a:lnTo>
                <a:close/>
              </a:path>
            </a:pathLst>
          </a:custGeom>
          <a:solidFill>
            <a:srgbClr val="0078D7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23" name="Freeform 240">
            <a:extLst>
              <a:ext uri="{FF2B5EF4-FFF2-40B4-BE49-F238E27FC236}">
                <a16:creationId xmlns:a16="http://schemas.microsoft.com/office/drawing/2014/main" id="{CD5115CE-7BE4-F02A-3BBB-E6AAF20001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879062" y="4632201"/>
            <a:ext cx="1114855" cy="464951"/>
          </a:xfrm>
          <a:custGeom>
            <a:avLst/>
            <a:gdLst>
              <a:gd name="T0" fmla="*/ 336 w 367"/>
              <a:gd name="T1" fmla="*/ 11 h 153"/>
              <a:gd name="T2" fmla="*/ 285 w 367"/>
              <a:gd name="T3" fmla="*/ 48 h 153"/>
              <a:gd name="T4" fmla="*/ 274 w 367"/>
              <a:gd name="T5" fmla="*/ 40 h 153"/>
              <a:gd name="T6" fmla="*/ 241 w 367"/>
              <a:gd name="T7" fmla="*/ 118 h 153"/>
              <a:gd name="T8" fmla="*/ 264 w 367"/>
              <a:gd name="T9" fmla="*/ 49 h 153"/>
              <a:gd name="T10" fmla="*/ 290 w 367"/>
              <a:gd name="T11" fmla="*/ 118 h 153"/>
              <a:gd name="T12" fmla="*/ 324 w 367"/>
              <a:gd name="T13" fmla="*/ 103 h 153"/>
              <a:gd name="T14" fmla="*/ 234 w 367"/>
              <a:gd name="T15" fmla="*/ 153 h 153"/>
              <a:gd name="T16" fmla="*/ 312 w 367"/>
              <a:gd name="T17" fmla="*/ 135 h 153"/>
              <a:gd name="T18" fmla="*/ 299 w 367"/>
              <a:gd name="T19" fmla="*/ 36 h 153"/>
              <a:gd name="T20" fmla="*/ 345 w 367"/>
              <a:gd name="T21" fmla="*/ 118 h 153"/>
              <a:gd name="T22" fmla="*/ 7 w 367"/>
              <a:gd name="T23" fmla="*/ 38 h 153"/>
              <a:gd name="T24" fmla="*/ 21 w 367"/>
              <a:gd name="T25" fmla="*/ 118 h 153"/>
              <a:gd name="T26" fmla="*/ 38 w 367"/>
              <a:gd name="T27" fmla="*/ 49 h 153"/>
              <a:gd name="T28" fmla="*/ 51 w 367"/>
              <a:gd name="T29" fmla="*/ 118 h 153"/>
              <a:gd name="T30" fmla="*/ 59 w 367"/>
              <a:gd name="T31" fmla="*/ 78 h 153"/>
              <a:gd name="T32" fmla="*/ 0 w 367"/>
              <a:gd name="T33" fmla="*/ 153 h 153"/>
              <a:gd name="T34" fmla="*/ 53 w 367"/>
              <a:gd name="T35" fmla="*/ 139 h 153"/>
              <a:gd name="T36" fmla="*/ 51 w 367"/>
              <a:gd name="T37" fmla="*/ 70 h 153"/>
              <a:gd name="T38" fmla="*/ 69 w 367"/>
              <a:gd name="T39" fmla="*/ 49 h 153"/>
              <a:gd name="T40" fmla="*/ 7 w 367"/>
              <a:gd name="T41" fmla="*/ 38 h 153"/>
              <a:gd name="T42" fmla="*/ 153 w 367"/>
              <a:gd name="T43" fmla="*/ 39 h 153"/>
              <a:gd name="T44" fmla="*/ 113 w 367"/>
              <a:gd name="T45" fmla="*/ 118 h 153"/>
              <a:gd name="T46" fmla="*/ 161 w 367"/>
              <a:gd name="T47" fmla="*/ 54 h 153"/>
              <a:gd name="T48" fmla="*/ 166 w 367"/>
              <a:gd name="T49" fmla="*/ 118 h 153"/>
              <a:gd name="T50" fmla="*/ 179 w 367"/>
              <a:gd name="T51" fmla="*/ 54 h 153"/>
              <a:gd name="T52" fmla="*/ 203 w 367"/>
              <a:gd name="T53" fmla="*/ 118 h 153"/>
              <a:gd name="T54" fmla="*/ 217 w 367"/>
              <a:gd name="T55" fmla="*/ 49 h 153"/>
              <a:gd name="T56" fmla="*/ 231 w 367"/>
              <a:gd name="T57" fmla="*/ 38 h 153"/>
              <a:gd name="T58" fmla="*/ 115 w 367"/>
              <a:gd name="T59" fmla="*/ 80 h 153"/>
              <a:gd name="T60" fmla="*/ 115 w 367"/>
              <a:gd name="T61" fmla="*/ 106 h 153"/>
              <a:gd name="T62" fmla="*/ 115 w 367"/>
              <a:gd name="T63" fmla="*/ 80 h 153"/>
              <a:gd name="T64" fmla="*/ 169 w 367"/>
              <a:gd name="T65" fmla="*/ 62 h 153"/>
              <a:gd name="T66" fmla="*/ 161 w 367"/>
              <a:gd name="T67" fmla="*/ 20 h 153"/>
              <a:gd name="T68" fmla="*/ 183 w 367"/>
              <a:gd name="T69" fmla="*/ 20 h 153"/>
              <a:gd name="T70" fmla="*/ 161 w 367"/>
              <a:gd name="T71" fmla="*/ 20 h 1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367" h="153">
                <a:moveTo>
                  <a:pt x="358" y="118"/>
                </a:moveTo>
                <a:cubicBezTo>
                  <a:pt x="359" y="74"/>
                  <a:pt x="367" y="24"/>
                  <a:pt x="336" y="11"/>
                </a:cubicBezTo>
                <a:cubicBezTo>
                  <a:pt x="311" y="0"/>
                  <a:pt x="270" y="17"/>
                  <a:pt x="289" y="44"/>
                </a:cubicBezTo>
                <a:cubicBezTo>
                  <a:pt x="288" y="45"/>
                  <a:pt x="287" y="47"/>
                  <a:pt x="285" y="48"/>
                </a:cubicBezTo>
                <a:cubicBezTo>
                  <a:pt x="285" y="48"/>
                  <a:pt x="285" y="49"/>
                  <a:pt x="285" y="49"/>
                </a:cubicBezTo>
                <a:cubicBezTo>
                  <a:pt x="282" y="46"/>
                  <a:pt x="279" y="42"/>
                  <a:pt x="274" y="40"/>
                </a:cubicBezTo>
                <a:cubicBezTo>
                  <a:pt x="270" y="38"/>
                  <a:pt x="262" y="38"/>
                  <a:pt x="257" y="40"/>
                </a:cubicBezTo>
                <a:cubicBezTo>
                  <a:pt x="233" y="48"/>
                  <a:pt x="240" y="87"/>
                  <a:pt x="241" y="118"/>
                </a:cubicBezTo>
                <a:cubicBezTo>
                  <a:pt x="245" y="118"/>
                  <a:pt x="250" y="118"/>
                  <a:pt x="254" y="118"/>
                </a:cubicBezTo>
                <a:cubicBezTo>
                  <a:pt x="254" y="99"/>
                  <a:pt x="249" y="52"/>
                  <a:pt x="264" y="49"/>
                </a:cubicBezTo>
                <a:cubicBezTo>
                  <a:pt x="283" y="46"/>
                  <a:pt x="277" y="99"/>
                  <a:pt x="277" y="118"/>
                </a:cubicBezTo>
                <a:cubicBezTo>
                  <a:pt x="281" y="118"/>
                  <a:pt x="286" y="118"/>
                  <a:pt x="290" y="118"/>
                </a:cubicBezTo>
                <a:cubicBezTo>
                  <a:pt x="289" y="94"/>
                  <a:pt x="284" y="55"/>
                  <a:pt x="303" y="50"/>
                </a:cubicBezTo>
                <a:cubicBezTo>
                  <a:pt x="328" y="43"/>
                  <a:pt x="329" y="83"/>
                  <a:pt x="324" y="103"/>
                </a:cubicBezTo>
                <a:cubicBezTo>
                  <a:pt x="320" y="115"/>
                  <a:pt x="314" y="125"/>
                  <a:pt x="301" y="127"/>
                </a:cubicBezTo>
                <a:cubicBezTo>
                  <a:pt x="271" y="134"/>
                  <a:pt x="234" y="116"/>
                  <a:pt x="234" y="153"/>
                </a:cubicBezTo>
                <a:cubicBezTo>
                  <a:pt x="238" y="153"/>
                  <a:pt x="243" y="153"/>
                  <a:pt x="247" y="153"/>
                </a:cubicBezTo>
                <a:cubicBezTo>
                  <a:pt x="247" y="130"/>
                  <a:pt x="294" y="143"/>
                  <a:pt x="312" y="135"/>
                </a:cubicBezTo>
                <a:cubicBezTo>
                  <a:pt x="335" y="125"/>
                  <a:pt x="350" y="74"/>
                  <a:pt x="330" y="47"/>
                </a:cubicBezTo>
                <a:cubicBezTo>
                  <a:pt x="322" y="37"/>
                  <a:pt x="309" y="42"/>
                  <a:pt x="299" y="36"/>
                </a:cubicBezTo>
                <a:cubicBezTo>
                  <a:pt x="293" y="14"/>
                  <a:pt x="330" y="15"/>
                  <a:pt x="338" y="26"/>
                </a:cubicBezTo>
                <a:cubicBezTo>
                  <a:pt x="350" y="40"/>
                  <a:pt x="346" y="92"/>
                  <a:pt x="345" y="118"/>
                </a:cubicBezTo>
                <a:cubicBezTo>
                  <a:pt x="350" y="118"/>
                  <a:pt x="354" y="118"/>
                  <a:pt x="358" y="118"/>
                </a:cubicBezTo>
                <a:close/>
                <a:moveTo>
                  <a:pt x="7" y="38"/>
                </a:moveTo>
                <a:cubicBezTo>
                  <a:pt x="7" y="65"/>
                  <a:pt x="7" y="91"/>
                  <a:pt x="7" y="118"/>
                </a:cubicBezTo>
                <a:cubicBezTo>
                  <a:pt x="12" y="118"/>
                  <a:pt x="16" y="118"/>
                  <a:pt x="21" y="118"/>
                </a:cubicBezTo>
                <a:cubicBezTo>
                  <a:pt x="21" y="95"/>
                  <a:pt x="21" y="72"/>
                  <a:pt x="21" y="49"/>
                </a:cubicBezTo>
                <a:cubicBezTo>
                  <a:pt x="27" y="49"/>
                  <a:pt x="32" y="49"/>
                  <a:pt x="38" y="49"/>
                </a:cubicBezTo>
                <a:cubicBezTo>
                  <a:pt x="38" y="72"/>
                  <a:pt x="38" y="95"/>
                  <a:pt x="38" y="118"/>
                </a:cubicBezTo>
                <a:cubicBezTo>
                  <a:pt x="43" y="118"/>
                  <a:pt x="47" y="118"/>
                  <a:pt x="51" y="118"/>
                </a:cubicBezTo>
                <a:cubicBezTo>
                  <a:pt x="51" y="103"/>
                  <a:pt x="49" y="84"/>
                  <a:pt x="57" y="78"/>
                </a:cubicBezTo>
                <a:cubicBezTo>
                  <a:pt x="58" y="78"/>
                  <a:pt x="59" y="78"/>
                  <a:pt x="59" y="78"/>
                </a:cubicBezTo>
                <a:cubicBezTo>
                  <a:pt x="75" y="79"/>
                  <a:pt x="72" y="109"/>
                  <a:pt x="66" y="119"/>
                </a:cubicBezTo>
                <a:cubicBezTo>
                  <a:pt x="51" y="142"/>
                  <a:pt x="1" y="110"/>
                  <a:pt x="0" y="153"/>
                </a:cubicBezTo>
                <a:cubicBezTo>
                  <a:pt x="5" y="153"/>
                  <a:pt x="9" y="153"/>
                  <a:pt x="14" y="153"/>
                </a:cubicBezTo>
                <a:cubicBezTo>
                  <a:pt x="14" y="132"/>
                  <a:pt x="36" y="142"/>
                  <a:pt x="53" y="139"/>
                </a:cubicBezTo>
                <a:cubicBezTo>
                  <a:pt x="67" y="136"/>
                  <a:pt x="76" y="126"/>
                  <a:pt x="81" y="115"/>
                </a:cubicBezTo>
                <a:cubicBezTo>
                  <a:pt x="90" y="92"/>
                  <a:pt x="78" y="54"/>
                  <a:pt x="51" y="70"/>
                </a:cubicBezTo>
                <a:cubicBezTo>
                  <a:pt x="51" y="63"/>
                  <a:pt x="51" y="56"/>
                  <a:pt x="51" y="49"/>
                </a:cubicBezTo>
                <a:cubicBezTo>
                  <a:pt x="57" y="49"/>
                  <a:pt x="63" y="49"/>
                  <a:pt x="69" y="49"/>
                </a:cubicBezTo>
                <a:cubicBezTo>
                  <a:pt x="69" y="45"/>
                  <a:pt x="69" y="42"/>
                  <a:pt x="69" y="38"/>
                </a:cubicBezTo>
                <a:cubicBezTo>
                  <a:pt x="48" y="38"/>
                  <a:pt x="28" y="38"/>
                  <a:pt x="7" y="38"/>
                </a:cubicBezTo>
                <a:close/>
                <a:moveTo>
                  <a:pt x="171" y="46"/>
                </a:moveTo>
                <a:cubicBezTo>
                  <a:pt x="165" y="44"/>
                  <a:pt x="159" y="41"/>
                  <a:pt x="153" y="39"/>
                </a:cubicBezTo>
                <a:cubicBezTo>
                  <a:pt x="131" y="33"/>
                  <a:pt x="111" y="45"/>
                  <a:pt x="103" y="58"/>
                </a:cubicBezTo>
                <a:cubicBezTo>
                  <a:pt x="92" y="75"/>
                  <a:pt x="90" y="113"/>
                  <a:pt x="113" y="118"/>
                </a:cubicBezTo>
                <a:cubicBezTo>
                  <a:pt x="147" y="125"/>
                  <a:pt x="144" y="59"/>
                  <a:pt x="111" y="71"/>
                </a:cubicBezTo>
                <a:cubicBezTo>
                  <a:pt x="116" y="49"/>
                  <a:pt x="140" y="47"/>
                  <a:pt x="161" y="54"/>
                </a:cubicBezTo>
                <a:cubicBezTo>
                  <a:pt x="158" y="58"/>
                  <a:pt x="155" y="63"/>
                  <a:pt x="152" y="67"/>
                </a:cubicBezTo>
                <a:cubicBezTo>
                  <a:pt x="145" y="86"/>
                  <a:pt x="148" y="113"/>
                  <a:pt x="166" y="118"/>
                </a:cubicBezTo>
                <a:cubicBezTo>
                  <a:pt x="186" y="123"/>
                  <a:pt x="194" y="95"/>
                  <a:pt x="191" y="78"/>
                </a:cubicBezTo>
                <a:cubicBezTo>
                  <a:pt x="189" y="68"/>
                  <a:pt x="185" y="61"/>
                  <a:pt x="179" y="54"/>
                </a:cubicBezTo>
                <a:cubicBezTo>
                  <a:pt x="185" y="50"/>
                  <a:pt x="195" y="49"/>
                  <a:pt x="203" y="49"/>
                </a:cubicBezTo>
                <a:cubicBezTo>
                  <a:pt x="203" y="118"/>
                  <a:pt x="203" y="118"/>
                  <a:pt x="203" y="118"/>
                </a:cubicBezTo>
                <a:cubicBezTo>
                  <a:pt x="217" y="118"/>
                  <a:pt x="217" y="118"/>
                  <a:pt x="217" y="118"/>
                </a:cubicBezTo>
                <a:cubicBezTo>
                  <a:pt x="217" y="49"/>
                  <a:pt x="217" y="49"/>
                  <a:pt x="217" y="49"/>
                </a:cubicBezTo>
                <a:cubicBezTo>
                  <a:pt x="231" y="49"/>
                  <a:pt x="231" y="49"/>
                  <a:pt x="231" y="49"/>
                </a:cubicBezTo>
                <a:cubicBezTo>
                  <a:pt x="231" y="38"/>
                  <a:pt x="231" y="38"/>
                  <a:pt x="231" y="38"/>
                </a:cubicBezTo>
                <a:cubicBezTo>
                  <a:pt x="209" y="38"/>
                  <a:pt x="183" y="36"/>
                  <a:pt x="171" y="46"/>
                </a:cubicBezTo>
                <a:close/>
                <a:moveTo>
                  <a:pt x="115" y="80"/>
                </a:moveTo>
                <a:cubicBezTo>
                  <a:pt x="118" y="80"/>
                  <a:pt x="118" y="81"/>
                  <a:pt x="120" y="82"/>
                </a:cubicBezTo>
                <a:cubicBezTo>
                  <a:pt x="127" y="86"/>
                  <a:pt x="126" y="109"/>
                  <a:pt x="115" y="106"/>
                </a:cubicBezTo>
                <a:cubicBezTo>
                  <a:pt x="110" y="104"/>
                  <a:pt x="105" y="89"/>
                  <a:pt x="111" y="83"/>
                </a:cubicBezTo>
                <a:cubicBezTo>
                  <a:pt x="112" y="82"/>
                  <a:pt x="113" y="81"/>
                  <a:pt x="115" y="80"/>
                </a:cubicBezTo>
                <a:close/>
                <a:moveTo>
                  <a:pt x="169" y="107"/>
                </a:moveTo>
                <a:cubicBezTo>
                  <a:pt x="156" y="100"/>
                  <a:pt x="163" y="71"/>
                  <a:pt x="169" y="62"/>
                </a:cubicBezTo>
                <a:cubicBezTo>
                  <a:pt x="179" y="67"/>
                  <a:pt x="183" y="104"/>
                  <a:pt x="169" y="107"/>
                </a:cubicBezTo>
                <a:close/>
                <a:moveTo>
                  <a:pt x="161" y="20"/>
                </a:moveTo>
                <a:cubicBezTo>
                  <a:pt x="161" y="26"/>
                  <a:pt x="166" y="31"/>
                  <a:pt x="172" y="31"/>
                </a:cubicBezTo>
                <a:cubicBezTo>
                  <a:pt x="178" y="31"/>
                  <a:pt x="183" y="26"/>
                  <a:pt x="183" y="20"/>
                </a:cubicBezTo>
                <a:cubicBezTo>
                  <a:pt x="183" y="14"/>
                  <a:pt x="178" y="9"/>
                  <a:pt x="172" y="9"/>
                </a:cubicBezTo>
                <a:cubicBezTo>
                  <a:pt x="166" y="9"/>
                  <a:pt x="161" y="14"/>
                  <a:pt x="161" y="20"/>
                </a:cubicBezTo>
                <a:close/>
              </a:path>
            </a:pathLst>
          </a:custGeom>
          <a:solidFill>
            <a:srgbClr val="FF5C39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24" name="Freeform 241">
            <a:extLst>
              <a:ext uri="{FF2B5EF4-FFF2-40B4-BE49-F238E27FC236}">
                <a16:creationId xmlns:a16="http://schemas.microsoft.com/office/drawing/2014/main" id="{E67DAD82-245B-4C0E-297A-E085A4571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614390" y="3149662"/>
            <a:ext cx="1548982" cy="236329"/>
          </a:xfrm>
          <a:custGeom>
            <a:avLst/>
            <a:gdLst>
              <a:gd name="T0" fmla="*/ 13 w 510"/>
              <a:gd name="T1" fmla="*/ 25 h 78"/>
              <a:gd name="T2" fmla="*/ 39 w 510"/>
              <a:gd name="T3" fmla="*/ 1 h 78"/>
              <a:gd name="T4" fmla="*/ 24 w 510"/>
              <a:gd name="T5" fmla="*/ 61 h 78"/>
              <a:gd name="T6" fmla="*/ 40 w 510"/>
              <a:gd name="T7" fmla="*/ 29 h 78"/>
              <a:gd name="T8" fmla="*/ 13 w 510"/>
              <a:gd name="T9" fmla="*/ 35 h 78"/>
              <a:gd name="T10" fmla="*/ 21 w 510"/>
              <a:gd name="T11" fmla="*/ 51 h 78"/>
              <a:gd name="T12" fmla="*/ 91 w 510"/>
              <a:gd name="T13" fmla="*/ 12 h 78"/>
              <a:gd name="T14" fmla="*/ 57 w 510"/>
              <a:gd name="T15" fmla="*/ 62 h 78"/>
              <a:gd name="T16" fmla="*/ 53 w 510"/>
              <a:gd name="T17" fmla="*/ 51 h 78"/>
              <a:gd name="T18" fmla="*/ 63 w 510"/>
              <a:gd name="T19" fmla="*/ 28 h 78"/>
              <a:gd name="T20" fmla="*/ 104 w 510"/>
              <a:gd name="T21" fmla="*/ 61 h 78"/>
              <a:gd name="T22" fmla="*/ 112 w 510"/>
              <a:gd name="T23" fmla="*/ 61 h 78"/>
              <a:gd name="T24" fmla="*/ 152 w 510"/>
              <a:gd name="T25" fmla="*/ 48 h 78"/>
              <a:gd name="T26" fmla="*/ 150 w 510"/>
              <a:gd name="T27" fmla="*/ 1 h 78"/>
              <a:gd name="T28" fmla="*/ 141 w 510"/>
              <a:gd name="T29" fmla="*/ 11 h 78"/>
              <a:gd name="T30" fmla="*/ 149 w 510"/>
              <a:gd name="T31" fmla="*/ 37 h 78"/>
              <a:gd name="T32" fmla="*/ 193 w 510"/>
              <a:gd name="T33" fmla="*/ 12 h 78"/>
              <a:gd name="T34" fmla="*/ 179 w 510"/>
              <a:gd name="T35" fmla="*/ 1 h 78"/>
              <a:gd name="T36" fmla="*/ 269 w 510"/>
              <a:gd name="T37" fmla="*/ 8 h 78"/>
              <a:gd name="T38" fmla="*/ 218 w 510"/>
              <a:gd name="T39" fmla="*/ 32 h 78"/>
              <a:gd name="T40" fmla="*/ 269 w 510"/>
              <a:gd name="T41" fmla="*/ 53 h 78"/>
              <a:gd name="T42" fmla="*/ 259 w 510"/>
              <a:gd name="T43" fmla="*/ 45 h 78"/>
              <a:gd name="T44" fmla="*/ 232 w 510"/>
              <a:gd name="T45" fmla="*/ 31 h 78"/>
              <a:gd name="T46" fmla="*/ 259 w 510"/>
              <a:gd name="T47" fmla="*/ 17 h 78"/>
              <a:gd name="T48" fmla="*/ 335 w 510"/>
              <a:gd name="T49" fmla="*/ 50 h 78"/>
              <a:gd name="T50" fmla="*/ 287 w 510"/>
              <a:gd name="T51" fmla="*/ 50 h 78"/>
              <a:gd name="T52" fmla="*/ 294 w 510"/>
              <a:gd name="T53" fmla="*/ 78 h 78"/>
              <a:gd name="T54" fmla="*/ 332 w 510"/>
              <a:gd name="T55" fmla="*/ 78 h 78"/>
              <a:gd name="T56" fmla="*/ 335 w 510"/>
              <a:gd name="T57" fmla="*/ 50 h 78"/>
              <a:gd name="T58" fmla="*/ 308 w 510"/>
              <a:gd name="T59" fmla="*/ 31 h 78"/>
              <a:gd name="T60" fmla="*/ 322 w 510"/>
              <a:gd name="T61" fmla="*/ 50 h 78"/>
              <a:gd name="T62" fmla="*/ 348 w 510"/>
              <a:gd name="T63" fmla="*/ 61 h 78"/>
              <a:gd name="T64" fmla="*/ 388 w 510"/>
              <a:gd name="T65" fmla="*/ 48 h 78"/>
              <a:gd name="T66" fmla="*/ 386 w 510"/>
              <a:gd name="T67" fmla="*/ 1 h 78"/>
              <a:gd name="T68" fmla="*/ 377 w 510"/>
              <a:gd name="T69" fmla="*/ 11 h 78"/>
              <a:gd name="T70" fmla="*/ 385 w 510"/>
              <a:gd name="T71" fmla="*/ 37 h 78"/>
              <a:gd name="T72" fmla="*/ 415 w 510"/>
              <a:gd name="T73" fmla="*/ 1 h 78"/>
              <a:gd name="T74" fmla="*/ 429 w 510"/>
              <a:gd name="T75" fmla="*/ 40 h 78"/>
              <a:gd name="T76" fmla="*/ 459 w 510"/>
              <a:gd name="T77" fmla="*/ 20 h 78"/>
              <a:gd name="T78" fmla="*/ 429 w 510"/>
              <a:gd name="T79" fmla="*/ 30 h 78"/>
              <a:gd name="T80" fmla="*/ 445 w 510"/>
              <a:gd name="T81" fmla="*/ 20 h 78"/>
              <a:gd name="T82" fmla="*/ 472 w 510"/>
              <a:gd name="T83" fmla="*/ 5 h 78"/>
              <a:gd name="T84" fmla="*/ 480 w 510"/>
              <a:gd name="T85" fmla="*/ 34 h 78"/>
              <a:gd name="T86" fmla="*/ 477 w 510"/>
              <a:gd name="T87" fmla="*/ 61 h 78"/>
              <a:gd name="T88" fmla="*/ 496 w 510"/>
              <a:gd name="T89" fmla="*/ 38 h 78"/>
              <a:gd name="T90" fmla="*/ 510 w 510"/>
              <a:gd name="T91" fmla="*/ 1 h 78"/>
              <a:gd name="T92" fmla="*/ 490 w 510"/>
              <a:gd name="T93" fmla="*/ 27 h 78"/>
              <a:gd name="T94" fmla="*/ 490 w 510"/>
              <a:gd name="T95" fmla="*/ 11 h 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510" h="78">
                <a:moveTo>
                  <a:pt x="40" y="29"/>
                </a:moveTo>
                <a:cubicBezTo>
                  <a:pt x="36" y="26"/>
                  <a:pt x="31" y="25"/>
                  <a:pt x="25" y="25"/>
                </a:cubicBezTo>
                <a:cubicBezTo>
                  <a:pt x="13" y="25"/>
                  <a:pt x="13" y="25"/>
                  <a:pt x="13" y="25"/>
                </a:cubicBezTo>
                <a:cubicBezTo>
                  <a:pt x="13" y="12"/>
                  <a:pt x="13" y="12"/>
                  <a:pt x="13" y="12"/>
                </a:cubicBezTo>
                <a:cubicBezTo>
                  <a:pt x="39" y="12"/>
                  <a:pt x="39" y="12"/>
                  <a:pt x="39" y="12"/>
                </a:cubicBezTo>
                <a:cubicBezTo>
                  <a:pt x="39" y="1"/>
                  <a:pt x="39" y="1"/>
                  <a:pt x="39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61"/>
                  <a:pt x="0" y="61"/>
                  <a:pt x="0" y="61"/>
                </a:cubicBezTo>
                <a:cubicBezTo>
                  <a:pt x="24" y="61"/>
                  <a:pt x="24" y="61"/>
                  <a:pt x="24" y="61"/>
                </a:cubicBezTo>
                <a:cubicBezTo>
                  <a:pt x="31" y="61"/>
                  <a:pt x="36" y="59"/>
                  <a:pt x="40" y="56"/>
                </a:cubicBezTo>
                <a:cubicBezTo>
                  <a:pt x="43" y="53"/>
                  <a:pt x="45" y="48"/>
                  <a:pt x="45" y="42"/>
                </a:cubicBezTo>
                <a:cubicBezTo>
                  <a:pt x="45" y="37"/>
                  <a:pt x="43" y="32"/>
                  <a:pt x="40" y="29"/>
                </a:cubicBezTo>
                <a:close/>
                <a:moveTo>
                  <a:pt x="21" y="51"/>
                </a:moveTo>
                <a:cubicBezTo>
                  <a:pt x="13" y="51"/>
                  <a:pt x="13" y="51"/>
                  <a:pt x="13" y="51"/>
                </a:cubicBezTo>
                <a:cubicBezTo>
                  <a:pt x="13" y="35"/>
                  <a:pt x="13" y="35"/>
                  <a:pt x="13" y="35"/>
                </a:cubicBezTo>
                <a:cubicBezTo>
                  <a:pt x="22" y="35"/>
                  <a:pt x="22" y="35"/>
                  <a:pt x="22" y="35"/>
                </a:cubicBezTo>
                <a:cubicBezTo>
                  <a:pt x="28" y="35"/>
                  <a:pt x="31" y="38"/>
                  <a:pt x="31" y="43"/>
                </a:cubicBezTo>
                <a:cubicBezTo>
                  <a:pt x="31" y="48"/>
                  <a:pt x="28" y="51"/>
                  <a:pt x="21" y="51"/>
                </a:cubicBezTo>
                <a:close/>
                <a:moveTo>
                  <a:pt x="104" y="61"/>
                </a:moveTo>
                <a:cubicBezTo>
                  <a:pt x="91" y="61"/>
                  <a:pt x="91" y="61"/>
                  <a:pt x="91" y="61"/>
                </a:cubicBezTo>
                <a:cubicBezTo>
                  <a:pt x="91" y="12"/>
                  <a:pt x="91" y="12"/>
                  <a:pt x="91" y="12"/>
                </a:cubicBezTo>
                <a:cubicBezTo>
                  <a:pt x="79" y="12"/>
                  <a:pt x="79" y="12"/>
                  <a:pt x="79" y="12"/>
                </a:cubicBezTo>
                <a:cubicBezTo>
                  <a:pt x="75" y="35"/>
                  <a:pt x="72" y="49"/>
                  <a:pt x="70" y="54"/>
                </a:cubicBezTo>
                <a:cubicBezTo>
                  <a:pt x="67" y="59"/>
                  <a:pt x="62" y="62"/>
                  <a:pt x="57" y="62"/>
                </a:cubicBezTo>
                <a:cubicBezTo>
                  <a:pt x="54" y="62"/>
                  <a:pt x="52" y="62"/>
                  <a:pt x="49" y="61"/>
                </a:cubicBezTo>
                <a:cubicBezTo>
                  <a:pt x="49" y="50"/>
                  <a:pt x="49" y="50"/>
                  <a:pt x="49" y="50"/>
                </a:cubicBezTo>
                <a:cubicBezTo>
                  <a:pt x="51" y="50"/>
                  <a:pt x="52" y="51"/>
                  <a:pt x="53" y="51"/>
                </a:cubicBezTo>
                <a:cubicBezTo>
                  <a:pt x="55" y="51"/>
                  <a:pt x="56" y="50"/>
                  <a:pt x="56" y="50"/>
                </a:cubicBezTo>
                <a:cubicBezTo>
                  <a:pt x="57" y="49"/>
                  <a:pt x="58" y="47"/>
                  <a:pt x="59" y="44"/>
                </a:cubicBezTo>
                <a:cubicBezTo>
                  <a:pt x="60" y="41"/>
                  <a:pt x="62" y="35"/>
                  <a:pt x="63" y="28"/>
                </a:cubicBezTo>
                <a:cubicBezTo>
                  <a:pt x="65" y="20"/>
                  <a:pt x="66" y="11"/>
                  <a:pt x="68" y="1"/>
                </a:cubicBezTo>
                <a:cubicBezTo>
                  <a:pt x="104" y="1"/>
                  <a:pt x="104" y="1"/>
                  <a:pt x="104" y="1"/>
                </a:cubicBezTo>
                <a:lnTo>
                  <a:pt x="104" y="61"/>
                </a:lnTo>
                <a:close/>
                <a:moveTo>
                  <a:pt x="150" y="1"/>
                </a:moveTo>
                <a:cubicBezTo>
                  <a:pt x="134" y="1"/>
                  <a:pt x="134" y="1"/>
                  <a:pt x="134" y="1"/>
                </a:cubicBezTo>
                <a:cubicBezTo>
                  <a:pt x="112" y="61"/>
                  <a:pt x="112" y="61"/>
                  <a:pt x="112" y="61"/>
                </a:cubicBezTo>
                <a:cubicBezTo>
                  <a:pt x="127" y="61"/>
                  <a:pt x="127" y="61"/>
                  <a:pt x="127" y="61"/>
                </a:cubicBezTo>
                <a:cubicBezTo>
                  <a:pt x="131" y="48"/>
                  <a:pt x="131" y="48"/>
                  <a:pt x="131" y="48"/>
                </a:cubicBezTo>
                <a:cubicBezTo>
                  <a:pt x="152" y="48"/>
                  <a:pt x="152" y="48"/>
                  <a:pt x="152" y="48"/>
                </a:cubicBezTo>
                <a:cubicBezTo>
                  <a:pt x="157" y="61"/>
                  <a:pt x="157" y="61"/>
                  <a:pt x="157" y="61"/>
                </a:cubicBezTo>
                <a:cubicBezTo>
                  <a:pt x="172" y="61"/>
                  <a:pt x="172" y="61"/>
                  <a:pt x="172" y="61"/>
                </a:cubicBezTo>
                <a:lnTo>
                  <a:pt x="150" y="1"/>
                </a:lnTo>
                <a:close/>
                <a:moveTo>
                  <a:pt x="134" y="37"/>
                </a:moveTo>
                <a:cubicBezTo>
                  <a:pt x="140" y="17"/>
                  <a:pt x="140" y="17"/>
                  <a:pt x="140" y="17"/>
                </a:cubicBezTo>
                <a:cubicBezTo>
                  <a:pt x="141" y="15"/>
                  <a:pt x="141" y="13"/>
                  <a:pt x="141" y="11"/>
                </a:cubicBezTo>
                <a:cubicBezTo>
                  <a:pt x="142" y="11"/>
                  <a:pt x="142" y="11"/>
                  <a:pt x="142" y="11"/>
                </a:cubicBezTo>
                <a:cubicBezTo>
                  <a:pt x="142" y="13"/>
                  <a:pt x="142" y="15"/>
                  <a:pt x="143" y="17"/>
                </a:cubicBezTo>
                <a:cubicBezTo>
                  <a:pt x="149" y="37"/>
                  <a:pt x="149" y="37"/>
                  <a:pt x="149" y="37"/>
                </a:cubicBezTo>
                <a:lnTo>
                  <a:pt x="134" y="37"/>
                </a:lnTo>
                <a:close/>
                <a:moveTo>
                  <a:pt x="215" y="12"/>
                </a:moveTo>
                <a:cubicBezTo>
                  <a:pt x="193" y="12"/>
                  <a:pt x="193" y="12"/>
                  <a:pt x="193" y="12"/>
                </a:cubicBezTo>
                <a:cubicBezTo>
                  <a:pt x="193" y="61"/>
                  <a:pt x="193" y="61"/>
                  <a:pt x="193" y="61"/>
                </a:cubicBezTo>
                <a:cubicBezTo>
                  <a:pt x="179" y="61"/>
                  <a:pt x="179" y="61"/>
                  <a:pt x="179" y="61"/>
                </a:cubicBezTo>
                <a:cubicBezTo>
                  <a:pt x="179" y="1"/>
                  <a:pt x="179" y="1"/>
                  <a:pt x="179" y="1"/>
                </a:cubicBezTo>
                <a:cubicBezTo>
                  <a:pt x="215" y="1"/>
                  <a:pt x="215" y="1"/>
                  <a:pt x="215" y="1"/>
                </a:cubicBezTo>
                <a:lnTo>
                  <a:pt x="215" y="12"/>
                </a:lnTo>
                <a:close/>
                <a:moveTo>
                  <a:pt x="269" y="8"/>
                </a:moveTo>
                <a:cubicBezTo>
                  <a:pt x="264" y="2"/>
                  <a:pt x="257" y="0"/>
                  <a:pt x="248" y="0"/>
                </a:cubicBezTo>
                <a:cubicBezTo>
                  <a:pt x="239" y="0"/>
                  <a:pt x="232" y="3"/>
                  <a:pt x="226" y="8"/>
                </a:cubicBezTo>
                <a:cubicBezTo>
                  <a:pt x="221" y="14"/>
                  <a:pt x="218" y="22"/>
                  <a:pt x="218" y="32"/>
                </a:cubicBezTo>
                <a:cubicBezTo>
                  <a:pt x="218" y="41"/>
                  <a:pt x="221" y="48"/>
                  <a:pt x="226" y="54"/>
                </a:cubicBezTo>
                <a:cubicBezTo>
                  <a:pt x="232" y="59"/>
                  <a:pt x="239" y="62"/>
                  <a:pt x="247" y="62"/>
                </a:cubicBezTo>
                <a:cubicBezTo>
                  <a:pt x="256" y="62"/>
                  <a:pt x="264" y="59"/>
                  <a:pt x="269" y="53"/>
                </a:cubicBezTo>
                <a:cubicBezTo>
                  <a:pt x="275" y="48"/>
                  <a:pt x="277" y="40"/>
                  <a:pt x="277" y="30"/>
                </a:cubicBezTo>
                <a:cubicBezTo>
                  <a:pt x="277" y="21"/>
                  <a:pt x="275" y="14"/>
                  <a:pt x="269" y="8"/>
                </a:cubicBezTo>
                <a:close/>
                <a:moveTo>
                  <a:pt x="259" y="45"/>
                </a:moveTo>
                <a:cubicBezTo>
                  <a:pt x="256" y="49"/>
                  <a:pt x="252" y="50"/>
                  <a:pt x="248" y="50"/>
                </a:cubicBezTo>
                <a:cubicBezTo>
                  <a:pt x="243" y="50"/>
                  <a:pt x="239" y="49"/>
                  <a:pt x="237" y="45"/>
                </a:cubicBezTo>
                <a:cubicBezTo>
                  <a:pt x="234" y="42"/>
                  <a:pt x="232" y="37"/>
                  <a:pt x="232" y="31"/>
                </a:cubicBezTo>
                <a:cubicBezTo>
                  <a:pt x="232" y="25"/>
                  <a:pt x="234" y="20"/>
                  <a:pt x="237" y="17"/>
                </a:cubicBezTo>
                <a:cubicBezTo>
                  <a:pt x="239" y="13"/>
                  <a:pt x="243" y="11"/>
                  <a:pt x="248" y="11"/>
                </a:cubicBezTo>
                <a:cubicBezTo>
                  <a:pt x="253" y="11"/>
                  <a:pt x="256" y="13"/>
                  <a:pt x="259" y="17"/>
                </a:cubicBezTo>
                <a:cubicBezTo>
                  <a:pt x="262" y="20"/>
                  <a:pt x="263" y="25"/>
                  <a:pt x="263" y="31"/>
                </a:cubicBezTo>
                <a:cubicBezTo>
                  <a:pt x="263" y="37"/>
                  <a:pt x="262" y="42"/>
                  <a:pt x="259" y="45"/>
                </a:cubicBezTo>
                <a:close/>
                <a:moveTo>
                  <a:pt x="335" y="50"/>
                </a:moveTo>
                <a:cubicBezTo>
                  <a:pt x="335" y="1"/>
                  <a:pt x="335" y="1"/>
                  <a:pt x="335" y="1"/>
                </a:cubicBezTo>
                <a:cubicBezTo>
                  <a:pt x="300" y="1"/>
                  <a:pt x="300" y="1"/>
                  <a:pt x="300" y="1"/>
                </a:cubicBezTo>
                <a:cubicBezTo>
                  <a:pt x="300" y="19"/>
                  <a:pt x="295" y="36"/>
                  <a:pt x="287" y="50"/>
                </a:cubicBezTo>
                <a:cubicBezTo>
                  <a:pt x="282" y="50"/>
                  <a:pt x="282" y="50"/>
                  <a:pt x="282" y="50"/>
                </a:cubicBezTo>
                <a:cubicBezTo>
                  <a:pt x="282" y="78"/>
                  <a:pt x="282" y="78"/>
                  <a:pt x="282" y="78"/>
                </a:cubicBezTo>
                <a:cubicBezTo>
                  <a:pt x="294" y="78"/>
                  <a:pt x="294" y="78"/>
                  <a:pt x="294" y="78"/>
                </a:cubicBezTo>
                <a:cubicBezTo>
                  <a:pt x="294" y="61"/>
                  <a:pt x="294" y="61"/>
                  <a:pt x="294" y="61"/>
                </a:cubicBezTo>
                <a:cubicBezTo>
                  <a:pt x="332" y="61"/>
                  <a:pt x="332" y="61"/>
                  <a:pt x="332" y="61"/>
                </a:cubicBezTo>
                <a:cubicBezTo>
                  <a:pt x="332" y="78"/>
                  <a:pt x="332" y="78"/>
                  <a:pt x="332" y="78"/>
                </a:cubicBezTo>
                <a:cubicBezTo>
                  <a:pt x="344" y="78"/>
                  <a:pt x="344" y="78"/>
                  <a:pt x="344" y="78"/>
                </a:cubicBezTo>
                <a:cubicBezTo>
                  <a:pt x="344" y="50"/>
                  <a:pt x="344" y="50"/>
                  <a:pt x="344" y="50"/>
                </a:cubicBezTo>
                <a:lnTo>
                  <a:pt x="335" y="50"/>
                </a:lnTo>
                <a:close/>
                <a:moveTo>
                  <a:pt x="322" y="50"/>
                </a:moveTo>
                <a:cubicBezTo>
                  <a:pt x="301" y="50"/>
                  <a:pt x="301" y="50"/>
                  <a:pt x="301" y="50"/>
                </a:cubicBezTo>
                <a:cubicBezTo>
                  <a:pt x="304" y="44"/>
                  <a:pt x="306" y="38"/>
                  <a:pt x="308" y="31"/>
                </a:cubicBezTo>
                <a:cubicBezTo>
                  <a:pt x="310" y="24"/>
                  <a:pt x="311" y="18"/>
                  <a:pt x="311" y="12"/>
                </a:cubicBezTo>
                <a:cubicBezTo>
                  <a:pt x="322" y="12"/>
                  <a:pt x="322" y="12"/>
                  <a:pt x="322" y="12"/>
                </a:cubicBezTo>
                <a:lnTo>
                  <a:pt x="322" y="50"/>
                </a:lnTo>
                <a:close/>
                <a:moveTo>
                  <a:pt x="386" y="1"/>
                </a:moveTo>
                <a:cubicBezTo>
                  <a:pt x="370" y="1"/>
                  <a:pt x="370" y="1"/>
                  <a:pt x="370" y="1"/>
                </a:cubicBezTo>
                <a:cubicBezTo>
                  <a:pt x="348" y="61"/>
                  <a:pt x="348" y="61"/>
                  <a:pt x="348" y="61"/>
                </a:cubicBezTo>
                <a:cubicBezTo>
                  <a:pt x="362" y="61"/>
                  <a:pt x="362" y="61"/>
                  <a:pt x="362" y="61"/>
                </a:cubicBezTo>
                <a:cubicBezTo>
                  <a:pt x="367" y="48"/>
                  <a:pt x="367" y="48"/>
                  <a:pt x="367" y="48"/>
                </a:cubicBezTo>
                <a:cubicBezTo>
                  <a:pt x="388" y="48"/>
                  <a:pt x="388" y="48"/>
                  <a:pt x="388" y="48"/>
                </a:cubicBezTo>
                <a:cubicBezTo>
                  <a:pt x="393" y="61"/>
                  <a:pt x="393" y="61"/>
                  <a:pt x="393" y="61"/>
                </a:cubicBezTo>
                <a:cubicBezTo>
                  <a:pt x="407" y="61"/>
                  <a:pt x="407" y="61"/>
                  <a:pt x="407" y="61"/>
                </a:cubicBezTo>
                <a:lnTo>
                  <a:pt x="386" y="1"/>
                </a:lnTo>
                <a:close/>
                <a:moveTo>
                  <a:pt x="370" y="37"/>
                </a:moveTo>
                <a:cubicBezTo>
                  <a:pt x="376" y="17"/>
                  <a:pt x="376" y="17"/>
                  <a:pt x="376" y="17"/>
                </a:cubicBezTo>
                <a:cubicBezTo>
                  <a:pt x="377" y="15"/>
                  <a:pt x="377" y="13"/>
                  <a:pt x="377" y="11"/>
                </a:cubicBezTo>
                <a:cubicBezTo>
                  <a:pt x="378" y="11"/>
                  <a:pt x="378" y="11"/>
                  <a:pt x="378" y="11"/>
                </a:cubicBezTo>
                <a:cubicBezTo>
                  <a:pt x="378" y="13"/>
                  <a:pt x="378" y="15"/>
                  <a:pt x="379" y="17"/>
                </a:cubicBezTo>
                <a:cubicBezTo>
                  <a:pt x="385" y="37"/>
                  <a:pt x="385" y="37"/>
                  <a:pt x="385" y="37"/>
                </a:cubicBezTo>
                <a:lnTo>
                  <a:pt x="370" y="37"/>
                </a:lnTo>
                <a:close/>
                <a:moveTo>
                  <a:pt x="436" y="1"/>
                </a:moveTo>
                <a:cubicBezTo>
                  <a:pt x="415" y="1"/>
                  <a:pt x="415" y="1"/>
                  <a:pt x="415" y="1"/>
                </a:cubicBezTo>
                <a:cubicBezTo>
                  <a:pt x="415" y="61"/>
                  <a:pt x="415" y="61"/>
                  <a:pt x="415" y="61"/>
                </a:cubicBezTo>
                <a:cubicBezTo>
                  <a:pt x="429" y="61"/>
                  <a:pt x="429" y="61"/>
                  <a:pt x="429" y="61"/>
                </a:cubicBezTo>
                <a:cubicBezTo>
                  <a:pt x="429" y="40"/>
                  <a:pt x="429" y="40"/>
                  <a:pt x="429" y="40"/>
                </a:cubicBezTo>
                <a:cubicBezTo>
                  <a:pt x="435" y="40"/>
                  <a:pt x="435" y="40"/>
                  <a:pt x="435" y="40"/>
                </a:cubicBezTo>
                <a:cubicBezTo>
                  <a:pt x="442" y="40"/>
                  <a:pt x="448" y="38"/>
                  <a:pt x="453" y="35"/>
                </a:cubicBezTo>
                <a:cubicBezTo>
                  <a:pt x="457" y="31"/>
                  <a:pt x="459" y="26"/>
                  <a:pt x="459" y="20"/>
                </a:cubicBezTo>
                <a:cubicBezTo>
                  <a:pt x="459" y="7"/>
                  <a:pt x="452" y="1"/>
                  <a:pt x="436" y="1"/>
                </a:cubicBezTo>
                <a:close/>
                <a:moveTo>
                  <a:pt x="434" y="30"/>
                </a:moveTo>
                <a:cubicBezTo>
                  <a:pt x="429" y="30"/>
                  <a:pt x="429" y="30"/>
                  <a:pt x="429" y="30"/>
                </a:cubicBezTo>
                <a:cubicBezTo>
                  <a:pt x="429" y="11"/>
                  <a:pt x="429" y="11"/>
                  <a:pt x="429" y="11"/>
                </a:cubicBezTo>
                <a:cubicBezTo>
                  <a:pt x="434" y="11"/>
                  <a:pt x="434" y="11"/>
                  <a:pt x="434" y="11"/>
                </a:cubicBezTo>
                <a:cubicBezTo>
                  <a:pt x="441" y="11"/>
                  <a:pt x="445" y="14"/>
                  <a:pt x="445" y="20"/>
                </a:cubicBezTo>
                <a:cubicBezTo>
                  <a:pt x="445" y="27"/>
                  <a:pt x="441" y="30"/>
                  <a:pt x="434" y="30"/>
                </a:cubicBezTo>
                <a:close/>
                <a:moveTo>
                  <a:pt x="489" y="1"/>
                </a:moveTo>
                <a:cubicBezTo>
                  <a:pt x="482" y="1"/>
                  <a:pt x="476" y="2"/>
                  <a:pt x="472" y="5"/>
                </a:cubicBezTo>
                <a:cubicBezTo>
                  <a:pt x="468" y="8"/>
                  <a:pt x="466" y="12"/>
                  <a:pt x="466" y="18"/>
                </a:cubicBezTo>
                <a:cubicBezTo>
                  <a:pt x="466" y="26"/>
                  <a:pt x="471" y="31"/>
                  <a:pt x="480" y="33"/>
                </a:cubicBezTo>
                <a:cubicBezTo>
                  <a:pt x="480" y="34"/>
                  <a:pt x="480" y="34"/>
                  <a:pt x="480" y="34"/>
                </a:cubicBezTo>
                <a:cubicBezTo>
                  <a:pt x="476" y="35"/>
                  <a:pt x="473" y="38"/>
                  <a:pt x="470" y="43"/>
                </a:cubicBezTo>
                <a:cubicBezTo>
                  <a:pt x="462" y="61"/>
                  <a:pt x="462" y="61"/>
                  <a:pt x="462" y="61"/>
                </a:cubicBezTo>
                <a:cubicBezTo>
                  <a:pt x="477" y="61"/>
                  <a:pt x="477" y="61"/>
                  <a:pt x="477" y="61"/>
                </a:cubicBezTo>
                <a:cubicBezTo>
                  <a:pt x="484" y="45"/>
                  <a:pt x="484" y="45"/>
                  <a:pt x="484" y="45"/>
                </a:cubicBezTo>
                <a:cubicBezTo>
                  <a:pt x="486" y="40"/>
                  <a:pt x="489" y="38"/>
                  <a:pt x="492" y="38"/>
                </a:cubicBezTo>
                <a:cubicBezTo>
                  <a:pt x="496" y="38"/>
                  <a:pt x="496" y="38"/>
                  <a:pt x="496" y="38"/>
                </a:cubicBezTo>
                <a:cubicBezTo>
                  <a:pt x="496" y="61"/>
                  <a:pt x="496" y="61"/>
                  <a:pt x="496" y="61"/>
                </a:cubicBezTo>
                <a:cubicBezTo>
                  <a:pt x="510" y="61"/>
                  <a:pt x="510" y="61"/>
                  <a:pt x="510" y="61"/>
                </a:cubicBezTo>
                <a:cubicBezTo>
                  <a:pt x="510" y="1"/>
                  <a:pt x="510" y="1"/>
                  <a:pt x="510" y="1"/>
                </a:cubicBezTo>
                <a:lnTo>
                  <a:pt x="489" y="1"/>
                </a:lnTo>
                <a:close/>
                <a:moveTo>
                  <a:pt x="496" y="27"/>
                </a:moveTo>
                <a:cubicBezTo>
                  <a:pt x="490" y="27"/>
                  <a:pt x="490" y="27"/>
                  <a:pt x="490" y="27"/>
                </a:cubicBezTo>
                <a:cubicBezTo>
                  <a:pt x="487" y="27"/>
                  <a:pt x="485" y="27"/>
                  <a:pt x="483" y="25"/>
                </a:cubicBezTo>
                <a:cubicBezTo>
                  <a:pt x="482" y="24"/>
                  <a:pt x="481" y="21"/>
                  <a:pt x="481" y="19"/>
                </a:cubicBezTo>
                <a:cubicBezTo>
                  <a:pt x="481" y="14"/>
                  <a:pt x="484" y="11"/>
                  <a:pt x="490" y="11"/>
                </a:cubicBezTo>
                <a:cubicBezTo>
                  <a:pt x="496" y="11"/>
                  <a:pt x="496" y="11"/>
                  <a:pt x="496" y="11"/>
                </a:cubicBezTo>
                <a:lnTo>
                  <a:pt x="496" y="27"/>
                </a:lnTo>
                <a:close/>
              </a:path>
            </a:pathLst>
          </a:custGeom>
          <a:solidFill>
            <a:srgbClr val="0078D7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25" name="Freeform 242">
            <a:extLst>
              <a:ext uri="{FF2B5EF4-FFF2-40B4-BE49-F238E27FC236}">
                <a16:creationId xmlns:a16="http://schemas.microsoft.com/office/drawing/2014/main" id="{295B1AC7-4989-62EB-BEB2-0B93330F64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 rot="16200000">
            <a:off x="10225913" y="3705775"/>
            <a:ext cx="319703" cy="1203703"/>
          </a:xfrm>
          <a:custGeom>
            <a:avLst/>
            <a:gdLst>
              <a:gd name="T0" fmla="*/ 21 w 70"/>
              <a:gd name="T1" fmla="*/ 4 h 264"/>
              <a:gd name="T2" fmla="*/ 0 w 70"/>
              <a:gd name="T3" fmla="*/ 0 h 264"/>
              <a:gd name="T4" fmla="*/ 15 w 70"/>
              <a:gd name="T5" fmla="*/ 6 h 264"/>
              <a:gd name="T6" fmla="*/ 0 w 70"/>
              <a:gd name="T7" fmla="*/ 45 h 264"/>
              <a:gd name="T8" fmla="*/ 21 w 70"/>
              <a:gd name="T9" fmla="*/ 51 h 264"/>
              <a:gd name="T10" fmla="*/ 70 w 70"/>
              <a:gd name="T11" fmla="*/ 43 h 264"/>
              <a:gd name="T12" fmla="*/ 44 w 70"/>
              <a:gd name="T13" fmla="*/ 13 h 264"/>
              <a:gd name="T14" fmla="*/ 21 w 70"/>
              <a:gd name="T15" fmla="*/ 37 h 264"/>
              <a:gd name="T16" fmla="*/ 42 w 70"/>
              <a:gd name="T17" fmla="*/ 19 h 264"/>
              <a:gd name="T18" fmla="*/ 64 w 70"/>
              <a:gd name="T19" fmla="*/ 37 h 264"/>
              <a:gd name="T20" fmla="*/ 54 w 70"/>
              <a:gd name="T21" fmla="*/ 59 h 264"/>
              <a:gd name="T22" fmla="*/ 40 w 70"/>
              <a:gd name="T23" fmla="*/ 70 h 264"/>
              <a:gd name="T24" fmla="*/ 37 w 70"/>
              <a:gd name="T25" fmla="*/ 66 h 264"/>
              <a:gd name="T26" fmla="*/ 15 w 70"/>
              <a:gd name="T27" fmla="*/ 55 h 264"/>
              <a:gd name="T28" fmla="*/ 31 w 70"/>
              <a:gd name="T29" fmla="*/ 70 h 264"/>
              <a:gd name="T30" fmla="*/ 38 w 70"/>
              <a:gd name="T31" fmla="*/ 78 h 264"/>
              <a:gd name="T32" fmla="*/ 15 w 70"/>
              <a:gd name="T33" fmla="*/ 86 h 264"/>
              <a:gd name="T34" fmla="*/ 70 w 70"/>
              <a:gd name="T35" fmla="*/ 92 h 264"/>
              <a:gd name="T36" fmla="*/ 65 w 70"/>
              <a:gd name="T37" fmla="*/ 63 h 264"/>
              <a:gd name="T38" fmla="*/ 44 w 70"/>
              <a:gd name="T39" fmla="*/ 86 h 264"/>
              <a:gd name="T40" fmla="*/ 47 w 70"/>
              <a:gd name="T41" fmla="*/ 68 h 264"/>
              <a:gd name="T42" fmla="*/ 61 w 70"/>
              <a:gd name="T43" fmla="*/ 68 h 264"/>
              <a:gd name="T44" fmla="*/ 64 w 70"/>
              <a:gd name="T45" fmla="*/ 86 h 264"/>
              <a:gd name="T46" fmla="*/ 15 w 70"/>
              <a:gd name="T47" fmla="*/ 135 h 264"/>
              <a:gd name="T48" fmla="*/ 42 w 70"/>
              <a:gd name="T49" fmla="*/ 113 h 264"/>
              <a:gd name="T50" fmla="*/ 15 w 70"/>
              <a:gd name="T51" fmla="*/ 113 h 264"/>
              <a:gd name="T52" fmla="*/ 70 w 70"/>
              <a:gd name="T53" fmla="*/ 106 h 264"/>
              <a:gd name="T54" fmla="*/ 44 w 70"/>
              <a:gd name="T55" fmla="*/ 113 h 264"/>
              <a:gd name="T56" fmla="*/ 46 w 70"/>
              <a:gd name="T57" fmla="*/ 114 h 264"/>
              <a:gd name="T58" fmla="*/ 70 w 70"/>
              <a:gd name="T59" fmla="*/ 143 h 264"/>
              <a:gd name="T60" fmla="*/ 15 w 70"/>
              <a:gd name="T61" fmla="*/ 144 h 264"/>
              <a:gd name="T62" fmla="*/ 31 w 70"/>
              <a:gd name="T63" fmla="*/ 172 h 264"/>
              <a:gd name="T64" fmla="*/ 14 w 70"/>
              <a:gd name="T65" fmla="*/ 154 h 264"/>
              <a:gd name="T66" fmla="*/ 22 w 70"/>
              <a:gd name="T67" fmla="*/ 147 h 264"/>
              <a:gd name="T68" fmla="*/ 22 w 70"/>
              <a:gd name="T69" fmla="*/ 159 h 264"/>
              <a:gd name="T70" fmla="*/ 70 w 70"/>
              <a:gd name="T71" fmla="*/ 147 h 264"/>
              <a:gd name="T72" fmla="*/ 40 w 70"/>
              <a:gd name="T73" fmla="*/ 167 h 264"/>
              <a:gd name="T74" fmla="*/ 37 w 70"/>
              <a:gd name="T75" fmla="*/ 168 h 264"/>
              <a:gd name="T76" fmla="*/ 70 w 70"/>
              <a:gd name="T77" fmla="*/ 182 h 264"/>
              <a:gd name="T78" fmla="*/ 64 w 70"/>
              <a:gd name="T79" fmla="*/ 223 h 264"/>
              <a:gd name="T80" fmla="*/ 46 w 70"/>
              <a:gd name="T81" fmla="*/ 202 h 264"/>
              <a:gd name="T82" fmla="*/ 70 w 70"/>
              <a:gd name="T83" fmla="*/ 196 h 264"/>
              <a:gd name="T84" fmla="*/ 15 w 70"/>
              <a:gd name="T85" fmla="*/ 202 h 264"/>
              <a:gd name="T86" fmla="*/ 40 w 70"/>
              <a:gd name="T87" fmla="*/ 215 h 264"/>
              <a:gd name="T88" fmla="*/ 14 w 70"/>
              <a:gd name="T89" fmla="*/ 239 h 264"/>
              <a:gd name="T90" fmla="*/ 43 w 70"/>
              <a:gd name="T91" fmla="*/ 264 h 264"/>
              <a:gd name="T92" fmla="*/ 70 w 70"/>
              <a:gd name="T93" fmla="*/ 240 h 264"/>
              <a:gd name="T94" fmla="*/ 59 w 70"/>
              <a:gd name="T95" fmla="*/ 253 h 264"/>
              <a:gd name="T96" fmla="*/ 26 w 70"/>
              <a:gd name="T97" fmla="*/ 253 h 264"/>
              <a:gd name="T98" fmla="*/ 26 w 70"/>
              <a:gd name="T99" fmla="*/ 226 h 264"/>
              <a:gd name="T100" fmla="*/ 59 w 70"/>
              <a:gd name="T101" fmla="*/ 226 h 264"/>
              <a:gd name="T102" fmla="*/ 59 w 70"/>
              <a:gd name="T103" fmla="*/ 253 h 2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70" h="264">
                <a:moveTo>
                  <a:pt x="44" y="13"/>
                </a:moveTo>
                <a:cubicBezTo>
                  <a:pt x="35" y="11"/>
                  <a:pt x="27" y="8"/>
                  <a:pt x="21" y="4"/>
                </a:cubicBezTo>
                <a:cubicBezTo>
                  <a:pt x="21" y="0"/>
                  <a:pt x="21" y="0"/>
                  <a:pt x="21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6"/>
                  <a:pt x="0" y="6"/>
                  <a:pt x="0" y="6"/>
                </a:cubicBezTo>
                <a:cubicBezTo>
                  <a:pt x="15" y="6"/>
                  <a:pt x="15" y="6"/>
                  <a:pt x="15" y="6"/>
                </a:cubicBezTo>
                <a:cubicBezTo>
                  <a:pt x="15" y="45"/>
                  <a:pt x="15" y="45"/>
                  <a:pt x="15" y="45"/>
                </a:cubicBezTo>
                <a:cubicBezTo>
                  <a:pt x="0" y="45"/>
                  <a:pt x="0" y="45"/>
                  <a:pt x="0" y="45"/>
                </a:cubicBezTo>
                <a:cubicBezTo>
                  <a:pt x="0" y="51"/>
                  <a:pt x="0" y="51"/>
                  <a:pt x="0" y="51"/>
                </a:cubicBezTo>
                <a:cubicBezTo>
                  <a:pt x="21" y="51"/>
                  <a:pt x="21" y="51"/>
                  <a:pt x="21" y="51"/>
                </a:cubicBezTo>
                <a:cubicBezTo>
                  <a:pt x="21" y="43"/>
                  <a:pt x="21" y="43"/>
                  <a:pt x="21" y="43"/>
                </a:cubicBezTo>
                <a:cubicBezTo>
                  <a:pt x="70" y="43"/>
                  <a:pt x="70" y="43"/>
                  <a:pt x="70" y="43"/>
                </a:cubicBezTo>
                <a:cubicBezTo>
                  <a:pt x="70" y="18"/>
                  <a:pt x="70" y="18"/>
                  <a:pt x="70" y="18"/>
                </a:cubicBezTo>
                <a:cubicBezTo>
                  <a:pt x="62" y="17"/>
                  <a:pt x="53" y="16"/>
                  <a:pt x="44" y="13"/>
                </a:cubicBezTo>
                <a:close/>
                <a:moveTo>
                  <a:pt x="64" y="37"/>
                </a:moveTo>
                <a:cubicBezTo>
                  <a:pt x="21" y="37"/>
                  <a:pt x="21" y="37"/>
                  <a:pt x="21" y="37"/>
                </a:cubicBezTo>
                <a:cubicBezTo>
                  <a:pt x="21" y="11"/>
                  <a:pt x="21" y="11"/>
                  <a:pt x="21" y="11"/>
                </a:cubicBezTo>
                <a:cubicBezTo>
                  <a:pt x="26" y="14"/>
                  <a:pt x="33" y="16"/>
                  <a:pt x="42" y="19"/>
                </a:cubicBezTo>
                <a:cubicBezTo>
                  <a:pt x="50" y="21"/>
                  <a:pt x="57" y="23"/>
                  <a:pt x="64" y="23"/>
                </a:cubicBezTo>
                <a:lnTo>
                  <a:pt x="64" y="37"/>
                </a:lnTo>
                <a:close/>
                <a:moveTo>
                  <a:pt x="65" y="63"/>
                </a:moveTo>
                <a:cubicBezTo>
                  <a:pt x="63" y="60"/>
                  <a:pt x="59" y="59"/>
                  <a:pt x="54" y="59"/>
                </a:cubicBezTo>
                <a:cubicBezTo>
                  <a:pt x="51" y="59"/>
                  <a:pt x="47" y="60"/>
                  <a:pt x="45" y="62"/>
                </a:cubicBezTo>
                <a:cubicBezTo>
                  <a:pt x="42" y="64"/>
                  <a:pt x="41" y="66"/>
                  <a:pt x="40" y="70"/>
                </a:cubicBezTo>
                <a:cubicBezTo>
                  <a:pt x="40" y="70"/>
                  <a:pt x="40" y="70"/>
                  <a:pt x="40" y="70"/>
                </a:cubicBezTo>
                <a:cubicBezTo>
                  <a:pt x="39" y="69"/>
                  <a:pt x="38" y="67"/>
                  <a:pt x="37" y="66"/>
                </a:cubicBezTo>
                <a:cubicBezTo>
                  <a:pt x="36" y="65"/>
                  <a:pt x="34" y="64"/>
                  <a:pt x="33" y="64"/>
                </a:cubicBezTo>
                <a:cubicBezTo>
                  <a:pt x="15" y="55"/>
                  <a:pt x="15" y="55"/>
                  <a:pt x="15" y="55"/>
                </a:cubicBezTo>
                <a:cubicBezTo>
                  <a:pt x="15" y="63"/>
                  <a:pt x="15" y="63"/>
                  <a:pt x="15" y="63"/>
                </a:cubicBezTo>
                <a:cubicBezTo>
                  <a:pt x="31" y="70"/>
                  <a:pt x="31" y="70"/>
                  <a:pt x="31" y="70"/>
                </a:cubicBezTo>
                <a:cubicBezTo>
                  <a:pt x="34" y="71"/>
                  <a:pt x="36" y="72"/>
                  <a:pt x="37" y="74"/>
                </a:cubicBezTo>
                <a:cubicBezTo>
                  <a:pt x="38" y="75"/>
                  <a:pt x="38" y="76"/>
                  <a:pt x="38" y="78"/>
                </a:cubicBezTo>
                <a:cubicBezTo>
                  <a:pt x="38" y="86"/>
                  <a:pt x="38" y="86"/>
                  <a:pt x="38" y="86"/>
                </a:cubicBezTo>
                <a:cubicBezTo>
                  <a:pt x="15" y="86"/>
                  <a:pt x="15" y="86"/>
                  <a:pt x="15" y="86"/>
                </a:cubicBezTo>
                <a:cubicBezTo>
                  <a:pt x="15" y="92"/>
                  <a:pt x="15" y="92"/>
                  <a:pt x="15" y="92"/>
                </a:cubicBezTo>
                <a:cubicBezTo>
                  <a:pt x="70" y="92"/>
                  <a:pt x="70" y="92"/>
                  <a:pt x="70" y="92"/>
                </a:cubicBezTo>
                <a:cubicBezTo>
                  <a:pt x="70" y="76"/>
                  <a:pt x="70" y="76"/>
                  <a:pt x="70" y="76"/>
                </a:cubicBezTo>
                <a:cubicBezTo>
                  <a:pt x="70" y="71"/>
                  <a:pt x="68" y="67"/>
                  <a:pt x="65" y="63"/>
                </a:cubicBezTo>
                <a:close/>
                <a:moveTo>
                  <a:pt x="64" y="86"/>
                </a:moveTo>
                <a:cubicBezTo>
                  <a:pt x="44" y="86"/>
                  <a:pt x="44" y="86"/>
                  <a:pt x="44" y="86"/>
                </a:cubicBezTo>
                <a:cubicBezTo>
                  <a:pt x="44" y="77"/>
                  <a:pt x="44" y="77"/>
                  <a:pt x="44" y="77"/>
                </a:cubicBezTo>
                <a:cubicBezTo>
                  <a:pt x="44" y="73"/>
                  <a:pt x="45" y="70"/>
                  <a:pt x="47" y="68"/>
                </a:cubicBezTo>
                <a:cubicBezTo>
                  <a:pt x="48" y="66"/>
                  <a:pt x="51" y="65"/>
                  <a:pt x="54" y="65"/>
                </a:cubicBezTo>
                <a:cubicBezTo>
                  <a:pt x="57" y="65"/>
                  <a:pt x="59" y="66"/>
                  <a:pt x="61" y="68"/>
                </a:cubicBezTo>
                <a:cubicBezTo>
                  <a:pt x="63" y="70"/>
                  <a:pt x="64" y="73"/>
                  <a:pt x="64" y="77"/>
                </a:cubicBezTo>
                <a:lnTo>
                  <a:pt x="64" y="86"/>
                </a:lnTo>
                <a:close/>
                <a:moveTo>
                  <a:pt x="15" y="144"/>
                </a:moveTo>
                <a:cubicBezTo>
                  <a:pt x="15" y="135"/>
                  <a:pt x="15" y="135"/>
                  <a:pt x="15" y="135"/>
                </a:cubicBezTo>
                <a:cubicBezTo>
                  <a:pt x="40" y="114"/>
                  <a:pt x="40" y="114"/>
                  <a:pt x="40" y="114"/>
                </a:cubicBezTo>
                <a:cubicBezTo>
                  <a:pt x="41" y="114"/>
                  <a:pt x="42" y="113"/>
                  <a:pt x="42" y="113"/>
                </a:cubicBezTo>
                <a:cubicBezTo>
                  <a:pt x="42" y="113"/>
                  <a:pt x="42" y="113"/>
                  <a:pt x="42" y="113"/>
                </a:cubicBezTo>
                <a:cubicBezTo>
                  <a:pt x="15" y="113"/>
                  <a:pt x="15" y="113"/>
                  <a:pt x="15" y="113"/>
                </a:cubicBezTo>
                <a:cubicBezTo>
                  <a:pt x="15" y="106"/>
                  <a:pt x="15" y="106"/>
                  <a:pt x="15" y="106"/>
                </a:cubicBezTo>
                <a:cubicBezTo>
                  <a:pt x="70" y="106"/>
                  <a:pt x="70" y="106"/>
                  <a:pt x="70" y="106"/>
                </a:cubicBezTo>
                <a:cubicBezTo>
                  <a:pt x="70" y="113"/>
                  <a:pt x="70" y="113"/>
                  <a:pt x="70" y="113"/>
                </a:cubicBezTo>
                <a:cubicBezTo>
                  <a:pt x="44" y="113"/>
                  <a:pt x="44" y="113"/>
                  <a:pt x="44" y="113"/>
                </a:cubicBezTo>
                <a:cubicBezTo>
                  <a:pt x="44" y="113"/>
                  <a:pt x="44" y="113"/>
                  <a:pt x="44" y="113"/>
                </a:cubicBezTo>
                <a:cubicBezTo>
                  <a:pt x="44" y="113"/>
                  <a:pt x="45" y="114"/>
                  <a:pt x="46" y="114"/>
                </a:cubicBezTo>
                <a:cubicBezTo>
                  <a:pt x="70" y="135"/>
                  <a:pt x="70" y="135"/>
                  <a:pt x="70" y="135"/>
                </a:cubicBezTo>
                <a:cubicBezTo>
                  <a:pt x="70" y="143"/>
                  <a:pt x="70" y="143"/>
                  <a:pt x="70" y="143"/>
                </a:cubicBezTo>
                <a:cubicBezTo>
                  <a:pt x="43" y="119"/>
                  <a:pt x="43" y="119"/>
                  <a:pt x="43" y="119"/>
                </a:cubicBezTo>
                <a:lnTo>
                  <a:pt x="15" y="144"/>
                </a:lnTo>
                <a:close/>
                <a:moveTo>
                  <a:pt x="70" y="189"/>
                </a:moveTo>
                <a:cubicBezTo>
                  <a:pt x="31" y="172"/>
                  <a:pt x="31" y="172"/>
                  <a:pt x="31" y="172"/>
                </a:cubicBezTo>
                <a:cubicBezTo>
                  <a:pt x="25" y="169"/>
                  <a:pt x="20" y="166"/>
                  <a:pt x="18" y="163"/>
                </a:cubicBezTo>
                <a:cubicBezTo>
                  <a:pt x="15" y="161"/>
                  <a:pt x="14" y="158"/>
                  <a:pt x="14" y="154"/>
                </a:cubicBezTo>
                <a:cubicBezTo>
                  <a:pt x="14" y="152"/>
                  <a:pt x="14" y="149"/>
                  <a:pt x="15" y="147"/>
                </a:cubicBezTo>
                <a:cubicBezTo>
                  <a:pt x="22" y="147"/>
                  <a:pt x="22" y="147"/>
                  <a:pt x="22" y="147"/>
                </a:cubicBezTo>
                <a:cubicBezTo>
                  <a:pt x="20" y="150"/>
                  <a:pt x="20" y="152"/>
                  <a:pt x="20" y="154"/>
                </a:cubicBezTo>
                <a:cubicBezTo>
                  <a:pt x="20" y="156"/>
                  <a:pt x="21" y="158"/>
                  <a:pt x="22" y="159"/>
                </a:cubicBezTo>
                <a:cubicBezTo>
                  <a:pt x="24" y="161"/>
                  <a:pt x="27" y="163"/>
                  <a:pt x="31" y="165"/>
                </a:cubicBezTo>
                <a:cubicBezTo>
                  <a:pt x="70" y="147"/>
                  <a:pt x="70" y="147"/>
                  <a:pt x="70" y="147"/>
                </a:cubicBezTo>
                <a:cubicBezTo>
                  <a:pt x="70" y="154"/>
                  <a:pt x="70" y="154"/>
                  <a:pt x="70" y="154"/>
                </a:cubicBezTo>
                <a:cubicBezTo>
                  <a:pt x="40" y="167"/>
                  <a:pt x="40" y="167"/>
                  <a:pt x="40" y="167"/>
                </a:cubicBezTo>
                <a:cubicBezTo>
                  <a:pt x="40" y="167"/>
                  <a:pt x="39" y="168"/>
                  <a:pt x="37" y="168"/>
                </a:cubicBezTo>
                <a:cubicBezTo>
                  <a:pt x="37" y="168"/>
                  <a:pt x="37" y="168"/>
                  <a:pt x="37" y="168"/>
                </a:cubicBezTo>
                <a:cubicBezTo>
                  <a:pt x="37" y="168"/>
                  <a:pt x="38" y="169"/>
                  <a:pt x="41" y="170"/>
                </a:cubicBezTo>
                <a:cubicBezTo>
                  <a:pt x="70" y="182"/>
                  <a:pt x="70" y="182"/>
                  <a:pt x="70" y="182"/>
                </a:cubicBezTo>
                <a:lnTo>
                  <a:pt x="70" y="189"/>
                </a:lnTo>
                <a:close/>
                <a:moveTo>
                  <a:pt x="64" y="223"/>
                </a:moveTo>
                <a:cubicBezTo>
                  <a:pt x="60" y="218"/>
                  <a:pt x="54" y="216"/>
                  <a:pt x="46" y="215"/>
                </a:cubicBezTo>
                <a:cubicBezTo>
                  <a:pt x="46" y="202"/>
                  <a:pt x="46" y="202"/>
                  <a:pt x="46" y="202"/>
                </a:cubicBezTo>
                <a:cubicBezTo>
                  <a:pt x="70" y="202"/>
                  <a:pt x="70" y="202"/>
                  <a:pt x="70" y="202"/>
                </a:cubicBezTo>
                <a:cubicBezTo>
                  <a:pt x="70" y="196"/>
                  <a:pt x="70" y="196"/>
                  <a:pt x="70" y="196"/>
                </a:cubicBezTo>
                <a:cubicBezTo>
                  <a:pt x="15" y="196"/>
                  <a:pt x="15" y="196"/>
                  <a:pt x="15" y="196"/>
                </a:cubicBezTo>
                <a:cubicBezTo>
                  <a:pt x="15" y="202"/>
                  <a:pt x="15" y="202"/>
                  <a:pt x="15" y="202"/>
                </a:cubicBezTo>
                <a:cubicBezTo>
                  <a:pt x="40" y="202"/>
                  <a:pt x="40" y="202"/>
                  <a:pt x="40" y="202"/>
                </a:cubicBezTo>
                <a:cubicBezTo>
                  <a:pt x="40" y="215"/>
                  <a:pt x="40" y="215"/>
                  <a:pt x="40" y="215"/>
                </a:cubicBezTo>
                <a:cubicBezTo>
                  <a:pt x="33" y="215"/>
                  <a:pt x="26" y="217"/>
                  <a:pt x="21" y="222"/>
                </a:cubicBezTo>
                <a:cubicBezTo>
                  <a:pt x="17" y="226"/>
                  <a:pt x="14" y="232"/>
                  <a:pt x="14" y="239"/>
                </a:cubicBezTo>
                <a:cubicBezTo>
                  <a:pt x="14" y="247"/>
                  <a:pt x="17" y="253"/>
                  <a:pt x="22" y="257"/>
                </a:cubicBezTo>
                <a:cubicBezTo>
                  <a:pt x="27" y="262"/>
                  <a:pt x="34" y="264"/>
                  <a:pt x="43" y="264"/>
                </a:cubicBezTo>
                <a:cubicBezTo>
                  <a:pt x="51" y="264"/>
                  <a:pt x="58" y="262"/>
                  <a:pt x="63" y="258"/>
                </a:cubicBezTo>
                <a:cubicBezTo>
                  <a:pt x="68" y="253"/>
                  <a:pt x="70" y="247"/>
                  <a:pt x="70" y="240"/>
                </a:cubicBezTo>
                <a:cubicBezTo>
                  <a:pt x="70" y="233"/>
                  <a:pt x="68" y="227"/>
                  <a:pt x="64" y="223"/>
                </a:cubicBezTo>
                <a:close/>
                <a:moveTo>
                  <a:pt x="59" y="253"/>
                </a:moveTo>
                <a:cubicBezTo>
                  <a:pt x="55" y="256"/>
                  <a:pt x="49" y="257"/>
                  <a:pt x="42" y="257"/>
                </a:cubicBezTo>
                <a:cubicBezTo>
                  <a:pt x="35" y="257"/>
                  <a:pt x="30" y="256"/>
                  <a:pt x="26" y="253"/>
                </a:cubicBezTo>
                <a:cubicBezTo>
                  <a:pt x="22" y="249"/>
                  <a:pt x="20" y="245"/>
                  <a:pt x="20" y="239"/>
                </a:cubicBezTo>
                <a:cubicBezTo>
                  <a:pt x="20" y="233"/>
                  <a:pt x="22" y="229"/>
                  <a:pt x="26" y="226"/>
                </a:cubicBezTo>
                <a:cubicBezTo>
                  <a:pt x="30" y="223"/>
                  <a:pt x="35" y="221"/>
                  <a:pt x="42" y="221"/>
                </a:cubicBezTo>
                <a:cubicBezTo>
                  <a:pt x="49" y="221"/>
                  <a:pt x="55" y="223"/>
                  <a:pt x="59" y="226"/>
                </a:cubicBezTo>
                <a:cubicBezTo>
                  <a:pt x="63" y="229"/>
                  <a:pt x="65" y="234"/>
                  <a:pt x="65" y="240"/>
                </a:cubicBezTo>
                <a:cubicBezTo>
                  <a:pt x="65" y="245"/>
                  <a:pt x="63" y="250"/>
                  <a:pt x="59" y="253"/>
                </a:cubicBezTo>
                <a:close/>
              </a:path>
            </a:pathLst>
          </a:custGeom>
          <a:solidFill>
            <a:srgbClr val="0078D7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26" name="Freeform 243">
            <a:extLst>
              <a:ext uri="{FF2B5EF4-FFF2-40B4-BE49-F238E27FC236}">
                <a16:creationId xmlns:a16="http://schemas.microsoft.com/office/drawing/2014/main" id="{3376B231-5F87-88DE-A7DC-89EBB20C9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085764" y="3617028"/>
            <a:ext cx="1077609" cy="222200"/>
          </a:xfrm>
          <a:custGeom>
            <a:avLst/>
            <a:gdLst>
              <a:gd name="T0" fmla="*/ 0 w 355"/>
              <a:gd name="T1" fmla="*/ 56 h 73"/>
              <a:gd name="T2" fmla="*/ 50 w 355"/>
              <a:gd name="T3" fmla="*/ 27 h 73"/>
              <a:gd name="T4" fmla="*/ 19 w 355"/>
              <a:gd name="T5" fmla="*/ 46 h 73"/>
              <a:gd name="T6" fmla="*/ 19 w 355"/>
              <a:gd name="T7" fmla="*/ 10 h 73"/>
              <a:gd name="T8" fmla="*/ 32 w 355"/>
              <a:gd name="T9" fmla="*/ 41 h 73"/>
              <a:gd name="T10" fmla="*/ 53 w 355"/>
              <a:gd name="T11" fmla="*/ 49 h 73"/>
              <a:gd name="T12" fmla="*/ 55 w 355"/>
              <a:gd name="T13" fmla="*/ 0 h 73"/>
              <a:gd name="T14" fmla="*/ 70 w 355"/>
              <a:gd name="T15" fmla="*/ 46 h 73"/>
              <a:gd name="T16" fmla="*/ 120 w 355"/>
              <a:gd name="T17" fmla="*/ 56 h 73"/>
              <a:gd name="T18" fmla="*/ 120 w 355"/>
              <a:gd name="T19" fmla="*/ 0 h 73"/>
              <a:gd name="T20" fmla="*/ 133 w 355"/>
              <a:gd name="T21" fmla="*/ 56 h 73"/>
              <a:gd name="T22" fmla="*/ 165 w 355"/>
              <a:gd name="T23" fmla="*/ 10 h 73"/>
              <a:gd name="T24" fmla="*/ 164 w 355"/>
              <a:gd name="T25" fmla="*/ 23 h 73"/>
              <a:gd name="T26" fmla="*/ 145 w 355"/>
              <a:gd name="T27" fmla="*/ 46 h 73"/>
              <a:gd name="T28" fmla="*/ 162 w 355"/>
              <a:gd name="T29" fmla="*/ 72 h 73"/>
              <a:gd name="T30" fmla="*/ 152 w 355"/>
              <a:gd name="T31" fmla="*/ 71 h 73"/>
              <a:gd name="T32" fmla="*/ 152 w 355"/>
              <a:gd name="T33" fmla="*/ 61 h 73"/>
              <a:gd name="T34" fmla="*/ 163 w 355"/>
              <a:gd name="T35" fmla="*/ 56 h 73"/>
              <a:gd name="T36" fmla="*/ 157 w 355"/>
              <a:gd name="T37" fmla="*/ 67 h 73"/>
              <a:gd name="T38" fmla="*/ 162 w 355"/>
              <a:gd name="T39" fmla="*/ 67 h 73"/>
              <a:gd name="T40" fmla="*/ 206 w 355"/>
              <a:gd name="T41" fmla="*/ 56 h 73"/>
              <a:gd name="T42" fmla="*/ 188 w 355"/>
              <a:gd name="T43" fmla="*/ 29 h 73"/>
              <a:gd name="T44" fmla="*/ 176 w 355"/>
              <a:gd name="T45" fmla="*/ 0 h 73"/>
              <a:gd name="T46" fmla="*/ 189 w 355"/>
              <a:gd name="T47" fmla="*/ 27 h 73"/>
              <a:gd name="T48" fmla="*/ 221 w 355"/>
              <a:gd name="T49" fmla="*/ 0 h 73"/>
              <a:gd name="T50" fmla="*/ 274 w 355"/>
              <a:gd name="T51" fmla="*/ 32 h 73"/>
              <a:gd name="T52" fmla="*/ 227 w 355"/>
              <a:gd name="T53" fmla="*/ 0 h 73"/>
              <a:gd name="T54" fmla="*/ 251 w 355"/>
              <a:gd name="T55" fmla="*/ 46 h 73"/>
              <a:gd name="T56" fmla="*/ 274 w 355"/>
              <a:gd name="T57" fmla="*/ 0 h 73"/>
              <a:gd name="T58" fmla="*/ 303 w 355"/>
              <a:gd name="T59" fmla="*/ 51 h 73"/>
              <a:gd name="T60" fmla="*/ 280 w 355"/>
              <a:gd name="T61" fmla="*/ 44 h 73"/>
              <a:gd name="T62" fmla="*/ 296 w 355"/>
              <a:gd name="T63" fmla="*/ 0 h 73"/>
              <a:gd name="T64" fmla="*/ 355 w 355"/>
              <a:gd name="T65" fmla="*/ 56 h 73"/>
              <a:gd name="T66" fmla="*/ 354 w 355"/>
              <a:gd name="T67" fmla="*/ 0 h 73"/>
              <a:gd name="T68" fmla="*/ 334 w 355"/>
              <a:gd name="T69" fmla="*/ 23 h 73"/>
              <a:gd name="T70" fmla="*/ 334 w 355"/>
              <a:gd name="T71" fmla="*/ 33 h 73"/>
              <a:gd name="T72" fmla="*/ 355 w 355"/>
              <a:gd name="T73" fmla="*/ 56 h 73"/>
              <a:gd name="T74" fmla="*/ 346 w 355"/>
              <a:gd name="T75" fmla="*/ 73 h 73"/>
              <a:gd name="T76" fmla="*/ 339 w 355"/>
              <a:gd name="T77" fmla="*/ 64 h 73"/>
              <a:gd name="T78" fmla="*/ 345 w 355"/>
              <a:gd name="T79" fmla="*/ 56 h 73"/>
              <a:gd name="T80" fmla="*/ 345 w 355"/>
              <a:gd name="T81" fmla="*/ 65 h 73"/>
              <a:gd name="T82" fmla="*/ 349 w 355"/>
              <a:gd name="T83" fmla="*/ 67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355" h="73">
                <a:moveTo>
                  <a:pt x="2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56"/>
                  <a:pt x="0" y="56"/>
                  <a:pt x="0" y="56"/>
                </a:cubicBezTo>
                <a:cubicBezTo>
                  <a:pt x="20" y="56"/>
                  <a:pt x="20" y="56"/>
                  <a:pt x="20" y="56"/>
                </a:cubicBezTo>
                <a:cubicBezTo>
                  <a:pt x="29" y="56"/>
                  <a:pt x="36" y="54"/>
                  <a:pt x="42" y="48"/>
                </a:cubicBezTo>
                <a:cubicBezTo>
                  <a:pt x="47" y="43"/>
                  <a:pt x="50" y="36"/>
                  <a:pt x="50" y="27"/>
                </a:cubicBezTo>
                <a:cubicBezTo>
                  <a:pt x="50" y="9"/>
                  <a:pt x="40" y="0"/>
                  <a:pt x="20" y="0"/>
                </a:cubicBezTo>
                <a:close/>
                <a:moveTo>
                  <a:pt x="32" y="41"/>
                </a:moveTo>
                <a:cubicBezTo>
                  <a:pt x="29" y="44"/>
                  <a:pt x="25" y="46"/>
                  <a:pt x="19" y="46"/>
                </a:cubicBezTo>
                <a:cubicBezTo>
                  <a:pt x="13" y="46"/>
                  <a:pt x="13" y="46"/>
                  <a:pt x="13" y="46"/>
                </a:cubicBezTo>
                <a:cubicBezTo>
                  <a:pt x="13" y="10"/>
                  <a:pt x="13" y="10"/>
                  <a:pt x="13" y="10"/>
                </a:cubicBezTo>
                <a:cubicBezTo>
                  <a:pt x="19" y="10"/>
                  <a:pt x="19" y="10"/>
                  <a:pt x="19" y="10"/>
                </a:cubicBezTo>
                <a:cubicBezTo>
                  <a:pt x="25" y="10"/>
                  <a:pt x="29" y="12"/>
                  <a:pt x="32" y="15"/>
                </a:cubicBezTo>
                <a:cubicBezTo>
                  <a:pt x="35" y="18"/>
                  <a:pt x="37" y="22"/>
                  <a:pt x="37" y="28"/>
                </a:cubicBezTo>
                <a:cubicBezTo>
                  <a:pt x="37" y="33"/>
                  <a:pt x="35" y="38"/>
                  <a:pt x="32" y="41"/>
                </a:cubicBezTo>
                <a:close/>
                <a:moveTo>
                  <a:pt x="99" y="56"/>
                </a:moveTo>
                <a:cubicBezTo>
                  <a:pt x="53" y="56"/>
                  <a:pt x="53" y="56"/>
                  <a:pt x="53" y="56"/>
                </a:cubicBezTo>
                <a:cubicBezTo>
                  <a:pt x="53" y="49"/>
                  <a:pt x="53" y="49"/>
                  <a:pt x="53" y="49"/>
                </a:cubicBezTo>
                <a:cubicBezTo>
                  <a:pt x="82" y="10"/>
                  <a:pt x="82" y="10"/>
                  <a:pt x="82" y="10"/>
                </a:cubicBezTo>
                <a:cubicBezTo>
                  <a:pt x="55" y="10"/>
                  <a:pt x="55" y="10"/>
                  <a:pt x="55" y="10"/>
                </a:cubicBezTo>
                <a:cubicBezTo>
                  <a:pt x="55" y="0"/>
                  <a:pt x="55" y="0"/>
                  <a:pt x="55" y="0"/>
                </a:cubicBezTo>
                <a:cubicBezTo>
                  <a:pt x="99" y="0"/>
                  <a:pt x="99" y="0"/>
                  <a:pt x="99" y="0"/>
                </a:cubicBezTo>
                <a:cubicBezTo>
                  <a:pt x="99" y="7"/>
                  <a:pt x="99" y="7"/>
                  <a:pt x="99" y="7"/>
                </a:cubicBezTo>
                <a:cubicBezTo>
                  <a:pt x="70" y="46"/>
                  <a:pt x="70" y="46"/>
                  <a:pt x="70" y="46"/>
                </a:cubicBezTo>
                <a:cubicBezTo>
                  <a:pt x="99" y="46"/>
                  <a:pt x="99" y="46"/>
                  <a:pt x="99" y="46"/>
                </a:cubicBezTo>
                <a:lnTo>
                  <a:pt x="99" y="56"/>
                </a:lnTo>
                <a:close/>
                <a:moveTo>
                  <a:pt x="120" y="56"/>
                </a:moveTo>
                <a:cubicBezTo>
                  <a:pt x="107" y="56"/>
                  <a:pt x="107" y="56"/>
                  <a:pt x="107" y="56"/>
                </a:cubicBezTo>
                <a:cubicBezTo>
                  <a:pt x="107" y="0"/>
                  <a:pt x="107" y="0"/>
                  <a:pt x="107" y="0"/>
                </a:cubicBezTo>
                <a:cubicBezTo>
                  <a:pt x="120" y="0"/>
                  <a:pt x="120" y="0"/>
                  <a:pt x="120" y="0"/>
                </a:cubicBezTo>
                <a:lnTo>
                  <a:pt x="120" y="56"/>
                </a:lnTo>
                <a:close/>
                <a:moveTo>
                  <a:pt x="166" y="56"/>
                </a:moveTo>
                <a:cubicBezTo>
                  <a:pt x="133" y="56"/>
                  <a:pt x="133" y="56"/>
                  <a:pt x="133" y="56"/>
                </a:cubicBezTo>
                <a:cubicBezTo>
                  <a:pt x="133" y="0"/>
                  <a:pt x="133" y="0"/>
                  <a:pt x="133" y="0"/>
                </a:cubicBezTo>
                <a:cubicBezTo>
                  <a:pt x="165" y="0"/>
                  <a:pt x="165" y="0"/>
                  <a:pt x="165" y="0"/>
                </a:cubicBezTo>
                <a:cubicBezTo>
                  <a:pt x="165" y="10"/>
                  <a:pt x="165" y="10"/>
                  <a:pt x="165" y="10"/>
                </a:cubicBezTo>
                <a:cubicBezTo>
                  <a:pt x="145" y="10"/>
                  <a:pt x="145" y="10"/>
                  <a:pt x="145" y="10"/>
                </a:cubicBezTo>
                <a:cubicBezTo>
                  <a:pt x="145" y="23"/>
                  <a:pt x="145" y="23"/>
                  <a:pt x="145" y="23"/>
                </a:cubicBezTo>
                <a:cubicBezTo>
                  <a:pt x="164" y="23"/>
                  <a:pt x="164" y="23"/>
                  <a:pt x="164" y="23"/>
                </a:cubicBezTo>
                <a:cubicBezTo>
                  <a:pt x="164" y="33"/>
                  <a:pt x="164" y="33"/>
                  <a:pt x="164" y="33"/>
                </a:cubicBezTo>
                <a:cubicBezTo>
                  <a:pt x="145" y="33"/>
                  <a:pt x="145" y="33"/>
                  <a:pt x="145" y="33"/>
                </a:cubicBezTo>
                <a:cubicBezTo>
                  <a:pt x="145" y="46"/>
                  <a:pt x="145" y="46"/>
                  <a:pt x="145" y="46"/>
                </a:cubicBezTo>
                <a:cubicBezTo>
                  <a:pt x="166" y="46"/>
                  <a:pt x="166" y="46"/>
                  <a:pt x="166" y="46"/>
                </a:cubicBezTo>
                <a:lnTo>
                  <a:pt x="166" y="56"/>
                </a:lnTo>
                <a:close/>
                <a:moveTo>
                  <a:pt x="162" y="72"/>
                </a:moveTo>
                <a:cubicBezTo>
                  <a:pt x="162" y="72"/>
                  <a:pt x="161" y="73"/>
                  <a:pt x="160" y="73"/>
                </a:cubicBezTo>
                <a:cubicBezTo>
                  <a:pt x="159" y="73"/>
                  <a:pt x="158" y="73"/>
                  <a:pt x="157" y="73"/>
                </a:cubicBezTo>
                <a:cubicBezTo>
                  <a:pt x="155" y="73"/>
                  <a:pt x="153" y="72"/>
                  <a:pt x="152" y="71"/>
                </a:cubicBezTo>
                <a:cubicBezTo>
                  <a:pt x="151" y="70"/>
                  <a:pt x="150" y="68"/>
                  <a:pt x="150" y="66"/>
                </a:cubicBezTo>
                <a:cubicBezTo>
                  <a:pt x="150" y="65"/>
                  <a:pt x="150" y="64"/>
                  <a:pt x="150" y="64"/>
                </a:cubicBezTo>
                <a:cubicBezTo>
                  <a:pt x="151" y="63"/>
                  <a:pt x="151" y="62"/>
                  <a:pt x="152" y="61"/>
                </a:cubicBezTo>
                <a:cubicBezTo>
                  <a:pt x="152" y="60"/>
                  <a:pt x="153" y="59"/>
                  <a:pt x="154" y="58"/>
                </a:cubicBezTo>
                <a:cubicBezTo>
                  <a:pt x="155" y="58"/>
                  <a:pt x="156" y="57"/>
                  <a:pt x="157" y="56"/>
                </a:cubicBezTo>
                <a:cubicBezTo>
                  <a:pt x="163" y="56"/>
                  <a:pt x="163" y="56"/>
                  <a:pt x="163" y="56"/>
                </a:cubicBezTo>
                <a:cubicBezTo>
                  <a:pt x="161" y="58"/>
                  <a:pt x="159" y="59"/>
                  <a:pt x="158" y="61"/>
                </a:cubicBezTo>
                <a:cubicBezTo>
                  <a:pt x="157" y="62"/>
                  <a:pt x="157" y="63"/>
                  <a:pt x="157" y="65"/>
                </a:cubicBezTo>
                <a:cubicBezTo>
                  <a:pt x="157" y="65"/>
                  <a:pt x="157" y="66"/>
                  <a:pt x="157" y="67"/>
                </a:cubicBezTo>
                <a:cubicBezTo>
                  <a:pt x="158" y="67"/>
                  <a:pt x="158" y="67"/>
                  <a:pt x="159" y="67"/>
                </a:cubicBezTo>
                <a:cubicBezTo>
                  <a:pt x="160" y="67"/>
                  <a:pt x="160" y="67"/>
                  <a:pt x="161" y="67"/>
                </a:cubicBezTo>
                <a:cubicBezTo>
                  <a:pt x="161" y="67"/>
                  <a:pt x="162" y="67"/>
                  <a:pt x="162" y="67"/>
                </a:cubicBezTo>
                <a:lnTo>
                  <a:pt x="162" y="72"/>
                </a:lnTo>
                <a:close/>
                <a:moveTo>
                  <a:pt x="223" y="56"/>
                </a:moveTo>
                <a:cubicBezTo>
                  <a:pt x="206" y="56"/>
                  <a:pt x="206" y="56"/>
                  <a:pt x="206" y="56"/>
                </a:cubicBezTo>
                <a:cubicBezTo>
                  <a:pt x="190" y="32"/>
                  <a:pt x="190" y="32"/>
                  <a:pt x="190" y="32"/>
                </a:cubicBezTo>
                <a:cubicBezTo>
                  <a:pt x="190" y="31"/>
                  <a:pt x="189" y="30"/>
                  <a:pt x="189" y="29"/>
                </a:cubicBezTo>
                <a:cubicBezTo>
                  <a:pt x="188" y="29"/>
                  <a:pt x="188" y="29"/>
                  <a:pt x="188" y="29"/>
                </a:cubicBezTo>
                <a:cubicBezTo>
                  <a:pt x="188" y="56"/>
                  <a:pt x="188" y="56"/>
                  <a:pt x="188" y="56"/>
                </a:cubicBezTo>
                <a:cubicBezTo>
                  <a:pt x="176" y="56"/>
                  <a:pt x="176" y="56"/>
                  <a:pt x="176" y="56"/>
                </a:cubicBezTo>
                <a:cubicBezTo>
                  <a:pt x="176" y="0"/>
                  <a:pt x="176" y="0"/>
                  <a:pt x="176" y="0"/>
                </a:cubicBezTo>
                <a:cubicBezTo>
                  <a:pt x="188" y="0"/>
                  <a:pt x="188" y="0"/>
                  <a:pt x="188" y="0"/>
                </a:cubicBezTo>
                <a:cubicBezTo>
                  <a:pt x="188" y="27"/>
                  <a:pt x="188" y="27"/>
                  <a:pt x="188" y="27"/>
                </a:cubicBezTo>
                <a:cubicBezTo>
                  <a:pt x="189" y="27"/>
                  <a:pt x="189" y="27"/>
                  <a:pt x="189" y="27"/>
                </a:cubicBezTo>
                <a:cubicBezTo>
                  <a:pt x="189" y="26"/>
                  <a:pt x="189" y="25"/>
                  <a:pt x="190" y="23"/>
                </a:cubicBezTo>
                <a:cubicBezTo>
                  <a:pt x="206" y="0"/>
                  <a:pt x="206" y="0"/>
                  <a:pt x="206" y="0"/>
                </a:cubicBezTo>
                <a:cubicBezTo>
                  <a:pt x="221" y="0"/>
                  <a:pt x="221" y="0"/>
                  <a:pt x="221" y="0"/>
                </a:cubicBezTo>
                <a:cubicBezTo>
                  <a:pt x="201" y="27"/>
                  <a:pt x="201" y="27"/>
                  <a:pt x="201" y="27"/>
                </a:cubicBezTo>
                <a:lnTo>
                  <a:pt x="223" y="56"/>
                </a:lnTo>
                <a:close/>
                <a:moveTo>
                  <a:pt x="274" y="32"/>
                </a:moveTo>
                <a:cubicBezTo>
                  <a:pt x="274" y="49"/>
                  <a:pt x="266" y="57"/>
                  <a:pt x="250" y="57"/>
                </a:cubicBezTo>
                <a:cubicBezTo>
                  <a:pt x="235" y="57"/>
                  <a:pt x="227" y="49"/>
                  <a:pt x="227" y="32"/>
                </a:cubicBezTo>
                <a:cubicBezTo>
                  <a:pt x="227" y="0"/>
                  <a:pt x="227" y="0"/>
                  <a:pt x="227" y="0"/>
                </a:cubicBezTo>
                <a:cubicBezTo>
                  <a:pt x="240" y="0"/>
                  <a:pt x="240" y="0"/>
                  <a:pt x="240" y="0"/>
                </a:cubicBezTo>
                <a:cubicBezTo>
                  <a:pt x="240" y="33"/>
                  <a:pt x="240" y="33"/>
                  <a:pt x="240" y="33"/>
                </a:cubicBezTo>
                <a:cubicBezTo>
                  <a:pt x="240" y="42"/>
                  <a:pt x="244" y="46"/>
                  <a:pt x="251" y="46"/>
                </a:cubicBezTo>
                <a:cubicBezTo>
                  <a:pt x="258" y="46"/>
                  <a:pt x="261" y="42"/>
                  <a:pt x="261" y="33"/>
                </a:cubicBezTo>
                <a:cubicBezTo>
                  <a:pt x="261" y="0"/>
                  <a:pt x="261" y="0"/>
                  <a:pt x="261" y="0"/>
                </a:cubicBezTo>
                <a:cubicBezTo>
                  <a:pt x="274" y="0"/>
                  <a:pt x="274" y="0"/>
                  <a:pt x="274" y="0"/>
                </a:cubicBezTo>
                <a:lnTo>
                  <a:pt x="274" y="32"/>
                </a:lnTo>
                <a:close/>
                <a:moveTo>
                  <a:pt x="309" y="34"/>
                </a:moveTo>
                <a:cubicBezTo>
                  <a:pt x="309" y="42"/>
                  <a:pt x="307" y="47"/>
                  <a:pt x="303" y="51"/>
                </a:cubicBezTo>
                <a:cubicBezTo>
                  <a:pt x="300" y="55"/>
                  <a:pt x="295" y="57"/>
                  <a:pt x="288" y="57"/>
                </a:cubicBezTo>
                <a:cubicBezTo>
                  <a:pt x="285" y="57"/>
                  <a:pt x="282" y="57"/>
                  <a:pt x="280" y="56"/>
                </a:cubicBezTo>
                <a:cubicBezTo>
                  <a:pt x="280" y="44"/>
                  <a:pt x="280" y="44"/>
                  <a:pt x="280" y="44"/>
                </a:cubicBezTo>
                <a:cubicBezTo>
                  <a:pt x="282" y="46"/>
                  <a:pt x="284" y="46"/>
                  <a:pt x="287" y="46"/>
                </a:cubicBezTo>
                <a:cubicBezTo>
                  <a:pt x="293" y="46"/>
                  <a:pt x="296" y="42"/>
                  <a:pt x="296" y="33"/>
                </a:cubicBezTo>
                <a:cubicBezTo>
                  <a:pt x="296" y="0"/>
                  <a:pt x="296" y="0"/>
                  <a:pt x="296" y="0"/>
                </a:cubicBezTo>
                <a:cubicBezTo>
                  <a:pt x="309" y="0"/>
                  <a:pt x="309" y="0"/>
                  <a:pt x="309" y="0"/>
                </a:cubicBezTo>
                <a:lnTo>
                  <a:pt x="309" y="34"/>
                </a:lnTo>
                <a:close/>
                <a:moveTo>
                  <a:pt x="355" y="56"/>
                </a:moveTo>
                <a:cubicBezTo>
                  <a:pt x="321" y="56"/>
                  <a:pt x="321" y="56"/>
                  <a:pt x="321" y="56"/>
                </a:cubicBezTo>
                <a:cubicBezTo>
                  <a:pt x="321" y="0"/>
                  <a:pt x="321" y="0"/>
                  <a:pt x="321" y="0"/>
                </a:cubicBezTo>
                <a:cubicBezTo>
                  <a:pt x="354" y="0"/>
                  <a:pt x="354" y="0"/>
                  <a:pt x="354" y="0"/>
                </a:cubicBezTo>
                <a:cubicBezTo>
                  <a:pt x="354" y="10"/>
                  <a:pt x="354" y="10"/>
                  <a:pt x="354" y="10"/>
                </a:cubicBezTo>
                <a:cubicBezTo>
                  <a:pt x="334" y="10"/>
                  <a:pt x="334" y="10"/>
                  <a:pt x="334" y="10"/>
                </a:cubicBezTo>
                <a:cubicBezTo>
                  <a:pt x="334" y="23"/>
                  <a:pt x="334" y="23"/>
                  <a:pt x="334" y="23"/>
                </a:cubicBezTo>
                <a:cubicBezTo>
                  <a:pt x="352" y="23"/>
                  <a:pt x="352" y="23"/>
                  <a:pt x="352" y="23"/>
                </a:cubicBezTo>
                <a:cubicBezTo>
                  <a:pt x="352" y="33"/>
                  <a:pt x="352" y="33"/>
                  <a:pt x="352" y="33"/>
                </a:cubicBezTo>
                <a:cubicBezTo>
                  <a:pt x="334" y="33"/>
                  <a:pt x="334" y="33"/>
                  <a:pt x="334" y="33"/>
                </a:cubicBezTo>
                <a:cubicBezTo>
                  <a:pt x="334" y="46"/>
                  <a:pt x="334" y="46"/>
                  <a:pt x="334" y="46"/>
                </a:cubicBezTo>
                <a:cubicBezTo>
                  <a:pt x="355" y="46"/>
                  <a:pt x="355" y="46"/>
                  <a:pt x="355" y="46"/>
                </a:cubicBezTo>
                <a:lnTo>
                  <a:pt x="355" y="56"/>
                </a:lnTo>
                <a:close/>
                <a:moveTo>
                  <a:pt x="351" y="72"/>
                </a:moveTo>
                <a:cubicBezTo>
                  <a:pt x="350" y="72"/>
                  <a:pt x="349" y="73"/>
                  <a:pt x="348" y="73"/>
                </a:cubicBezTo>
                <a:cubicBezTo>
                  <a:pt x="348" y="73"/>
                  <a:pt x="347" y="73"/>
                  <a:pt x="346" y="73"/>
                </a:cubicBezTo>
                <a:cubicBezTo>
                  <a:pt x="344" y="73"/>
                  <a:pt x="342" y="72"/>
                  <a:pt x="340" y="71"/>
                </a:cubicBezTo>
                <a:cubicBezTo>
                  <a:pt x="339" y="70"/>
                  <a:pt x="338" y="68"/>
                  <a:pt x="338" y="66"/>
                </a:cubicBezTo>
                <a:cubicBezTo>
                  <a:pt x="338" y="65"/>
                  <a:pt x="339" y="64"/>
                  <a:pt x="339" y="64"/>
                </a:cubicBezTo>
                <a:cubicBezTo>
                  <a:pt x="339" y="63"/>
                  <a:pt x="340" y="62"/>
                  <a:pt x="340" y="61"/>
                </a:cubicBezTo>
                <a:cubicBezTo>
                  <a:pt x="341" y="60"/>
                  <a:pt x="341" y="59"/>
                  <a:pt x="342" y="58"/>
                </a:cubicBezTo>
                <a:cubicBezTo>
                  <a:pt x="343" y="58"/>
                  <a:pt x="344" y="57"/>
                  <a:pt x="345" y="56"/>
                </a:cubicBezTo>
                <a:cubicBezTo>
                  <a:pt x="351" y="56"/>
                  <a:pt x="351" y="56"/>
                  <a:pt x="351" y="56"/>
                </a:cubicBezTo>
                <a:cubicBezTo>
                  <a:pt x="349" y="58"/>
                  <a:pt x="348" y="59"/>
                  <a:pt x="347" y="61"/>
                </a:cubicBezTo>
                <a:cubicBezTo>
                  <a:pt x="346" y="62"/>
                  <a:pt x="345" y="63"/>
                  <a:pt x="345" y="65"/>
                </a:cubicBezTo>
                <a:cubicBezTo>
                  <a:pt x="345" y="65"/>
                  <a:pt x="345" y="66"/>
                  <a:pt x="346" y="67"/>
                </a:cubicBezTo>
                <a:cubicBezTo>
                  <a:pt x="346" y="67"/>
                  <a:pt x="347" y="67"/>
                  <a:pt x="348" y="67"/>
                </a:cubicBezTo>
                <a:cubicBezTo>
                  <a:pt x="348" y="67"/>
                  <a:pt x="349" y="67"/>
                  <a:pt x="349" y="67"/>
                </a:cubicBezTo>
                <a:cubicBezTo>
                  <a:pt x="350" y="67"/>
                  <a:pt x="350" y="67"/>
                  <a:pt x="351" y="67"/>
                </a:cubicBezTo>
                <a:lnTo>
                  <a:pt x="351" y="72"/>
                </a:lnTo>
                <a:close/>
              </a:path>
            </a:pathLst>
          </a:custGeom>
          <a:solidFill>
            <a:srgbClr val="002050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27" name="Freeform 245">
            <a:extLst>
              <a:ext uri="{FF2B5EF4-FFF2-40B4-BE49-F238E27FC236}">
                <a16:creationId xmlns:a16="http://schemas.microsoft.com/office/drawing/2014/main" id="{124AB6B0-0B1D-34FA-F8C1-06E17009E4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 rot="16200000">
            <a:off x="2303347" y="4840040"/>
            <a:ext cx="217637" cy="1139516"/>
          </a:xfrm>
          <a:custGeom>
            <a:avLst/>
            <a:gdLst>
              <a:gd name="T0" fmla="*/ 32 w 90"/>
              <a:gd name="T1" fmla="*/ 20 h 469"/>
              <a:gd name="T2" fmla="*/ 7 w 90"/>
              <a:gd name="T3" fmla="*/ 32 h 469"/>
              <a:gd name="T4" fmla="*/ 30 w 90"/>
              <a:gd name="T5" fmla="*/ 68 h 469"/>
              <a:gd name="T6" fmla="*/ 33 w 90"/>
              <a:gd name="T7" fmla="*/ 33 h 469"/>
              <a:gd name="T8" fmla="*/ 25 w 90"/>
              <a:gd name="T9" fmla="*/ 32 h 469"/>
              <a:gd name="T10" fmla="*/ 11 w 90"/>
              <a:gd name="T11" fmla="*/ 60 h 469"/>
              <a:gd name="T12" fmla="*/ 78 w 90"/>
              <a:gd name="T13" fmla="*/ 5 h 469"/>
              <a:gd name="T14" fmla="*/ 78 w 90"/>
              <a:gd name="T15" fmla="*/ 40 h 469"/>
              <a:gd name="T16" fmla="*/ 33 w 90"/>
              <a:gd name="T17" fmla="*/ 0 h 469"/>
              <a:gd name="T18" fmla="*/ 74 w 90"/>
              <a:gd name="T19" fmla="*/ 19 h 469"/>
              <a:gd name="T20" fmla="*/ 90 w 90"/>
              <a:gd name="T21" fmla="*/ 55 h 469"/>
              <a:gd name="T22" fmla="*/ 57 w 90"/>
              <a:gd name="T23" fmla="*/ 68 h 469"/>
              <a:gd name="T24" fmla="*/ 54 w 90"/>
              <a:gd name="T25" fmla="*/ 84 h 469"/>
              <a:gd name="T26" fmla="*/ 82 w 90"/>
              <a:gd name="T27" fmla="*/ 62 h 469"/>
              <a:gd name="T28" fmla="*/ 90 w 90"/>
              <a:gd name="T29" fmla="*/ 150 h 469"/>
              <a:gd name="T30" fmla="*/ 47 w 90"/>
              <a:gd name="T31" fmla="*/ 163 h 469"/>
              <a:gd name="T32" fmla="*/ 44 w 90"/>
              <a:gd name="T33" fmla="*/ 180 h 469"/>
              <a:gd name="T34" fmla="*/ 1 w 90"/>
              <a:gd name="T35" fmla="*/ 159 h 469"/>
              <a:gd name="T36" fmla="*/ 70 w 90"/>
              <a:gd name="T37" fmla="*/ 121 h 469"/>
              <a:gd name="T38" fmla="*/ 71 w 90"/>
              <a:gd name="T39" fmla="*/ 129 h 469"/>
              <a:gd name="T40" fmla="*/ 33 w 90"/>
              <a:gd name="T41" fmla="*/ 142 h 469"/>
              <a:gd name="T42" fmla="*/ 27 w 90"/>
              <a:gd name="T43" fmla="*/ 92 h 469"/>
              <a:gd name="T44" fmla="*/ 34 w 90"/>
              <a:gd name="T45" fmla="*/ 248 h 469"/>
              <a:gd name="T46" fmla="*/ 28 w 90"/>
              <a:gd name="T47" fmla="*/ 225 h 469"/>
              <a:gd name="T48" fmla="*/ 32 w 90"/>
              <a:gd name="T49" fmla="*/ 211 h 469"/>
              <a:gd name="T50" fmla="*/ 0 w 90"/>
              <a:gd name="T51" fmla="*/ 221 h 469"/>
              <a:gd name="T52" fmla="*/ 14 w 90"/>
              <a:gd name="T53" fmla="*/ 258 h 469"/>
              <a:gd name="T54" fmla="*/ 35 w 90"/>
              <a:gd name="T55" fmla="*/ 246 h 469"/>
              <a:gd name="T56" fmla="*/ 21 w 90"/>
              <a:gd name="T57" fmla="*/ 253 h 469"/>
              <a:gd name="T58" fmla="*/ 72 w 90"/>
              <a:gd name="T59" fmla="*/ 196 h 469"/>
              <a:gd name="T60" fmla="*/ 68 w 90"/>
              <a:gd name="T61" fmla="*/ 205 h 469"/>
              <a:gd name="T62" fmla="*/ 52 w 90"/>
              <a:gd name="T63" fmla="*/ 203 h 469"/>
              <a:gd name="T64" fmla="*/ 66 w 90"/>
              <a:gd name="T65" fmla="*/ 223 h 469"/>
              <a:gd name="T66" fmla="*/ 74 w 90"/>
              <a:gd name="T67" fmla="*/ 239 h 469"/>
              <a:gd name="T68" fmla="*/ 52 w 90"/>
              <a:gd name="T69" fmla="*/ 208 h 469"/>
              <a:gd name="T70" fmla="*/ 87 w 90"/>
              <a:gd name="T71" fmla="*/ 244 h 469"/>
              <a:gd name="T72" fmla="*/ 85 w 90"/>
              <a:gd name="T73" fmla="*/ 259 h 469"/>
              <a:gd name="T74" fmla="*/ 59 w 90"/>
              <a:gd name="T75" fmla="*/ 272 h 469"/>
              <a:gd name="T76" fmla="*/ 41 w 90"/>
              <a:gd name="T77" fmla="*/ 254 h 469"/>
              <a:gd name="T78" fmla="*/ 84 w 90"/>
              <a:gd name="T79" fmla="*/ 206 h 469"/>
              <a:gd name="T80" fmla="*/ 81 w 90"/>
              <a:gd name="T81" fmla="*/ 230 h 469"/>
              <a:gd name="T82" fmla="*/ 87 w 90"/>
              <a:gd name="T83" fmla="*/ 344 h 469"/>
              <a:gd name="T84" fmla="*/ 85 w 90"/>
              <a:gd name="T85" fmla="*/ 358 h 469"/>
              <a:gd name="T86" fmla="*/ 1 w 90"/>
              <a:gd name="T87" fmla="*/ 354 h 469"/>
              <a:gd name="T88" fmla="*/ 34 w 90"/>
              <a:gd name="T89" fmla="*/ 300 h 469"/>
              <a:gd name="T90" fmla="*/ 72 w 90"/>
              <a:gd name="T91" fmla="*/ 292 h 469"/>
              <a:gd name="T92" fmla="*/ 38 w 90"/>
              <a:gd name="T93" fmla="*/ 305 h 469"/>
              <a:gd name="T94" fmla="*/ 82 w 90"/>
              <a:gd name="T95" fmla="*/ 444 h 469"/>
              <a:gd name="T96" fmla="*/ 87 w 90"/>
              <a:gd name="T97" fmla="*/ 448 h 469"/>
              <a:gd name="T98" fmla="*/ 47 w 90"/>
              <a:gd name="T99" fmla="*/ 455 h 469"/>
              <a:gd name="T100" fmla="*/ 44 w 90"/>
              <a:gd name="T101" fmla="*/ 450 h 469"/>
              <a:gd name="T102" fmla="*/ 5 w 90"/>
              <a:gd name="T103" fmla="*/ 444 h 469"/>
              <a:gd name="T104" fmla="*/ 65 w 90"/>
              <a:gd name="T105" fmla="*/ 392 h 469"/>
              <a:gd name="T106" fmla="*/ 71 w 90"/>
              <a:gd name="T107" fmla="*/ 399 h 469"/>
              <a:gd name="T108" fmla="*/ 69 w 90"/>
              <a:gd name="T109" fmla="*/ 428 h 469"/>
              <a:gd name="T110" fmla="*/ 33 w 90"/>
              <a:gd name="T111" fmla="*/ 401 h 4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90" h="469">
                <a:moveTo>
                  <a:pt x="33" y="33"/>
                </a:moveTo>
                <a:cubicBezTo>
                  <a:pt x="34" y="31"/>
                  <a:pt x="35" y="25"/>
                  <a:pt x="35" y="21"/>
                </a:cubicBezTo>
                <a:cubicBezTo>
                  <a:pt x="34" y="19"/>
                  <a:pt x="34" y="18"/>
                  <a:pt x="33" y="18"/>
                </a:cubicBezTo>
                <a:cubicBezTo>
                  <a:pt x="33" y="18"/>
                  <a:pt x="32" y="19"/>
                  <a:pt x="32" y="20"/>
                </a:cubicBezTo>
                <a:cubicBezTo>
                  <a:pt x="31" y="24"/>
                  <a:pt x="30" y="25"/>
                  <a:pt x="28" y="26"/>
                </a:cubicBezTo>
                <a:cubicBezTo>
                  <a:pt x="6" y="27"/>
                  <a:pt x="6" y="27"/>
                  <a:pt x="6" y="27"/>
                </a:cubicBezTo>
                <a:cubicBezTo>
                  <a:pt x="2" y="27"/>
                  <a:pt x="0" y="28"/>
                  <a:pt x="0" y="29"/>
                </a:cubicBezTo>
                <a:cubicBezTo>
                  <a:pt x="0" y="30"/>
                  <a:pt x="3" y="32"/>
                  <a:pt x="7" y="32"/>
                </a:cubicBezTo>
                <a:cubicBezTo>
                  <a:pt x="7" y="65"/>
                  <a:pt x="7" y="65"/>
                  <a:pt x="7" y="65"/>
                </a:cubicBezTo>
                <a:cubicBezTo>
                  <a:pt x="7" y="67"/>
                  <a:pt x="7" y="68"/>
                  <a:pt x="8" y="68"/>
                </a:cubicBezTo>
                <a:cubicBezTo>
                  <a:pt x="9" y="68"/>
                  <a:pt x="10" y="67"/>
                  <a:pt x="11" y="63"/>
                </a:cubicBezTo>
                <a:cubicBezTo>
                  <a:pt x="13" y="64"/>
                  <a:pt x="23" y="66"/>
                  <a:pt x="30" y="68"/>
                </a:cubicBezTo>
                <a:cubicBezTo>
                  <a:pt x="31" y="68"/>
                  <a:pt x="32" y="69"/>
                  <a:pt x="33" y="69"/>
                </a:cubicBezTo>
                <a:cubicBezTo>
                  <a:pt x="34" y="69"/>
                  <a:pt x="35" y="65"/>
                  <a:pt x="35" y="63"/>
                </a:cubicBezTo>
                <a:cubicBezTo>
                  <a:pt x="35" y="61"/>
                  <a:pt x="34" y="61"/>
                  <a:pt x="34" y="59"/>
                </a:cubicBezTo>
                <a:lnTo>
                  <a:pt x="33" y="33"/>
                </a:lnTo>
                <a:close/>
                <a:moveTo>
                  <a:pt x="11" y="60"/>
                </a:moveTo>
                <a:cubicBezTo>
                  <a:pt x="10" y="57"/>
                  <a:pt x="9" y="57"/>
                  <a:pt x="9" y="54"/>
                </a:cubicBezTo>
                <a:cubicBezTo>
                  <a:pt x="9" y="32"/>
                  <a:pt x="9" y="32"/>
                  <a:pt x="9" y="32"/>
                </a:cubicBezTo>
                <a:cubicBezTo>
                  <a:pt x="25" y="32"/>
                  <a:pt x="25" y="32"/>
                  <a:pt x="25" y="32"/>
                </a:cubicBezTo>
                <a:cubicBezTo>
                  <a:pt x="29" y="32"/>
                  <a:pt x="29" y="32"/>
                  <a:pt x="29" y="32"/>
                </a:cubicBezTo>
                <a:cubicBezTo>
                  <a:pt x="30" y="32"/>
                  <a:pt x="30" y="33"/>
                  <a:pt x="31" y="33"/>
                </a:cubicBezTo>
                <a:cubicBezTo>
                  <a:pt x="31" y="61"/>
                  <a:pt x="31" y="61"/>
                  <a:pt x="31" y="61"/>
                </a:cubicBezTo>
                <a:lnTo>
                  <a:pt x="11" y="60"/>
                </a:lnTo>
                <a:close/>
                <a:moveTo>
                  <a:pt x="74" y="19"/>
                </a:moveTo>
                <a:cubicBezTo>
                  <a:pt x="73" y="16"/>
                  <a:pt x="72" y="15"/>
                  <a:pt x="72" y="14"/>
                </a:cubicBezTo>
                <a:cubicBezTo>
                  <a:pt x="72" y="11"/>
                  <a:pt x="76" y="4"/>
                  <a:pt x="77" y="4"/>
                </a:cubicBezTo>
                <a:cubicBezTo>
                  <a:pt x="77" y="4"/>
                  <a:pt x="78" y="4"/>
                  <a:pt x="78" y="5"/>
                </a:cubicBezTo>
                <a:cubicBezTo>
                  <a:pt x="78" y="6"/>
                  <a:pt x="77" y="6"/>
                  <a:pt x="77" y="7"/>
                </a:cubicBezTo>
                <a:cubicBezTo>
                  <a:pt x="77" y="11"/>
                  <a:pt x="77" y="16"/>
                  <a:pt x="77" y="21"/>
                </a:cubicBezTo>
                <a:cubicBezTo>
                  <a:pt x="77" y="25"/>
                  <a:pt x="77" y="30"/>
                  <a:pt x="77" y="35"/>
                </a:cubicBezTo>
                <a:cubicBezTo>
                  <a:pt x="77" y="38"/>
                  <a:pt x="78" y="37"/>
                  <a:pt x="78" y="40"/>
                </a:cubicBezTo>
                <a:cubicBezTo>
                  <a:pt x="78" y="42"/>
                  <a:pt x="78" y="46"/>
                  <a:pt x="76" y="46"/>
                </a:cubicBezTo>
                <a:cubicBezTo>
                  <a:pt x="76" y="46"/>
                  <a:pt x="75" y="45"/>
                  <a:pt x="74" y="44"/>
                </a:cubicBezTo>
                <a:cubicBezTo>
                  <a:pt x="58" y="36"/>
                  <a:pt x="44" y="22"/>
                  <a:pt x="35" y="3"/>
                </a:cubicBezTo>
                <a:cubicBezTo>
                  <a:pt x="34" y="2"/>
                  <a:pt x="33" y="1"/>
                  <a:pt x="33" y="0"/>
                </a:cubicBezTo>
                <a:cubicBezTo>
                  <a:pt x="33" y="0"/>
                  <a:pt x="33" y="0"/>
                  <a:pt x="33" y="0"/>
                </a:cubicBezTo>
                <a:cubicBezTo>
                  <a:pt x="34" y="0"/>
                  <a:pt x="35" y="1"/>
                  <a:pt x="36" y="3"/>
                </a:cubicBezTo>
                <a:cubicBezTo>
                  <a:pt x="45" y="16"/>
                  <a:pt x="63" y="32"/>
                  <a:pt x="75" y="37"/>
                </a:cubicBezTo>
                <a:lnTo>
                  <a:pt x="74" y="19"/>
                </a:lnTo>
                <a:close/>
                <a:moveTo>
                  <a:pt x="82" y="62"/>
                </a:moveTo>
                <a:cubicBezTo>
                  <a:pt x="83" y="62"/>
                  <a:pt x="85" y="59"/>
                  <a:pt x="87" y="53"/>
                </a:cubicBezTo>
                <a:cubicBezTo>
                  <a:pt x="88" y="52"/>
                  <a:pt x="88" y="51"/>
                  <a:pt x="89" y="51"/>
                </a:cubicBezTo>
                <a:cubicBezTo>
                  <a:pt x="89" y="51"/>
                  <a:pt x="90" y="52"/>
                  <a:pt x="90" y="55"/>
                </a:cubicBezTo>
                <a:cubicBezTo>
                  <a:pt x="89" y="59"/>
                  <a:pt x="88" y="62"/>
                  <a:pt x="88" y="65"/>
                </a:cubicBezTo>
                <a:cubicBezTo>
                  <a:pt x="87" y="68"/>
                  <a:pt x="86" y="68"/>
                  <a:pt x="85" y="68"/>
                </a:cubicBezTo>
                <a:cubicBezTo>
                  <a:pt x="84" y="68"/>
                  <a:pt x="83" y="68"/>
                  <a:pt x="82" y="68"/>
                </a:cubicBezTo>
                <a:cubicBezTo>
                  <a:pt x="57" y="68"/>
                  <a:pt x="57" y="68"/>
                  <a:pt x="57" y="68"/>
                </a:cubicBezTo>
                <a:cubicBezTo>
                  <a:pt x="57" y="69"/>
                  <a:pt x="57" y="70"/>
                  <a:pt x="57" y="71"/>
                </a:cubicBezTo>
                <a:cubicBezTo>
                  <a:pt x="57" y="76"/>
                  <a:pt x="59" y="74"/>
                  <a:pt x="59" y="81"/>
                </a:cubicBezTo>
                <a:cubicBezTo>
                  <a:pt x="59" y="83"/>
                  <a:pt x="59" y="87"/>
                  <a:pt x="57" y="87"/>
                </a:cubicBezTo>
                <a:cubicBezTo>
                  <a:pt x="56" y="87"/>
                  <a:pt x="55" y="86"/>
                  <a:pt x="54" y="84"/>
                </a:cubicBezTo>
                <a:cubicBezTo>
                  <a:pt x="54" y="68"/>
                  <a:pt x="54" y="68"/>
                  <a:pt x="54" y="68"/>
                </a:cubicBezTo>
                <a:cubicBezTo>
                  <a:pt x="40" y="67"/>
                  <a:pt x="38" y="64"/>
                  <a:pt x="38" y="63"/>
                </a:cubicBezTo>
                <a:cubicBezTo>
                  <a:pt x="38" y="62"/>
                  <a:pt x="39" y="62"/>
                  <a:pt x="42" y="62"/>
                </a:cubicBezTo>
                <a:lnTo>
                  <a:pt x="82" y="62"/>
                </a:lnTo>
                <a:close/>
                <a:moveTo>
                  <a:pt x="82" y="157"/>
                </a:moveTo>
                <a:cubicBezTo>
                  <a:pt x="83" y="157"/>
                  <a:pt x="86" y="152"/>
                  <a:pt x="87" y="148"/>
                </a:cubicBezTo>
                <a:cubicBezTo>
                  <a:pt x="88" y="147"/>
                  <a:pt x="88" y="146"/>
                  <a:pt x="89" y="146"/>
                </a:cubicBezTo>
                <a:cubicBezTo>
                  <a:pt x="89" y="146"/>
                  <a:pt x="90" y="147"/>
                  <a:pt x="90" y="150"/>
                </a:cubicBezTo>
                <a:cubicBezTo>
                  <a:pt x="89" y="154"/>
                  <a:pt x="88" y="158"/>
                  <a:pt x="87" y="161"/>
                </a:cubicBezTo>
                <a:cubicBezTo>
                  <a:pt x="87" y="163"/>
                  <a:pt x="86" y="164"/>
                  <a:pt x="85" y="164"/>
                </a:cubicBezTo>
                <a:cubicBezTo>
                  <a:pt x="84" y="164"/>
                  <a:pt x="83" y="163"/>
                  <a:pt x="82" y="163"/>
                </a:cubicBezTo>
                <a:cubicBezTo>
                  <a:pt x="47" y="163"/>
                  <a:pt x="47" y="163"/>
                  <a:pt x="47" y="163"/>
                </a:cubicBezTo>
                <a:cubicBezTo>
                  <a:pt x="47" y="168"/>
                  <a:pt x="47" y="168"/>
                  <a:pt x="47" y="168"/>
                </a:cubicBezTo>
                <a:cubicBezTo>
                  <a:pt x="48" y="173"/>
                  <a:pt x="50" y="171"/>
                  <a:pt x="50" y="177"/>
                </a:cubicBezTo>
                <a:cubicBezTo>
                  <a:pt x="50" y="179"/>
                  <a:pt x="50" y="183"/>
                  <a:pt x="47" y="183"/>
                </a:cubicBezTo>
                <a:cubicBezTo>
                  <a:pt x="45" y="183"/>
                  <a:pt x="44" y="182"/>
                  <a:pt x="44" y="180"/>
                </a:cubicBezTo>
                <a:cubicBezTo>
                  <a:pt x="44" y="163"/>
                  <a:pt x="44" y="163"/>
                  <a:pt x="44" y="163"/>
                </a:cubicBezTo>
                <a:cubicBezTo>
                  <a:pt x="16" y="163"/>
                  <a:pt x="16" y="163"/>
                  <a:pt x="16" y="163"/>
                </a:cubicBezTo>
                <a:cubicBezTo>
                  <a:pt x="10" y="163"/>
                  <a:pt x="6" y="162"/>
                  <a:pt x="2" y="161"/>
                </a:cubicBezTo>
                <a:cubicBezTo>
                  <a:pt x="1" y="160"/>
                  <a:pt x="1" y="159"/>
                  <a:pt x="1" y="159"/>
                </a:cubicBezTo>
                <a:cubicBezTo>
                  <a:pt x="1" y="158"/>
                  <a:pt x="2" y="157"/>
                  <a:pt x="5" y="157"/>
                </a:cubicBezTo>
                <a:lnTo>
                  <a:pt x="82" y="157"/>
                </a:lnTo>
                <a:close/>
                <a:moveTo>
                  <a:pt x="30" y="94"/>
                </a:moveTo>
                <a:cubicBezTo>
                  <a:pt x="37" y="102"/>
                  <a:pt x="53" y="116"/>
                  <a:pt x="70" y="121"/>
                </a:cubicBezTo>
                <a:cubicBezTo>
                  <a:pt x="71" y="121"/>
                  <a:pt x="72" y="121"/>
                  <a:pt x="76" y="116"/>
                </a:cubicBezTo>
                <a:cubicBezTo>
                  <a:pt x="77" y="114"/>
                  <a:pt x="78" y="114"/>
                  <a:pt x="78" y="116"/>
                </a:cubicBezTo>
                <a:cubicBezTo>
                  <a:pt x="78" y="117"/>
                  <a:pt x="78" y="118"/>
                  <a:pt x="78" y="120"/>
                </a:cubicBezTo>
                <a:cubicBezTo>
                  <a:pt x="74" y="127"/>
                  <a:pt x="73" y="129"/>
                  <a:pt x="71" y="129"/>
                </a:cubicBezTo>
                <a:cubicBezTo>
                  <a:pt x="70" y="129"/>
                  <a:pt x="68" y="128"/>
                  <a:pt x="57" y="122"/>
                </a:cubicBezTo>
                <a:cubicBezTo>
                  <a:pt x="53" y="124"/>
                  <a:pt x="50" y="128"/>
                  <a:pt x="46" y="132"/>
                </a:cubicBezTo>
                <a:cubicBezTo>
                  <a:pt x="43" y="136"/>
                  <a:pt x="44" y="137"/>
                  <a:pt x="37" y="140"/>
                </a:cubicBezTo>
                <a:cubicBezTo>
                  <a:pt x="35" y="141"/>
                  <a:pt x="34" y="142"/>
                  <a:pt x="33" y="142"/>
                </a:cubicBezTo>
                <a:cubicBezTo>
                  <a:pt x="31" y="142"/>
                  <a:pt x="30" y="141"/>
                  <a:pt x="30" y="140"/>
                </a:cubicBezTo>
                <a:cubicBezTo>
                  <a:pt x="30" y="139"/>
                  <a:pt x="30" y="138"/>
                  <a:pt x="31" y="138"/>
                </a:cubicBezTo>
                <a:cubicBezTo>
                  <a:pt x="35" y="134"/>
                  <a:pt x="44" y="128"/>
                  <a:pt x="54" y="120"/>
                </a:cubicBezTo>
                <a:cubicBezTo>
                  <a:pt x="39" y="110"/>
                  <a:pt x="27" y="94"/>
                  <a:pt x="27" y="92"/>
                </a:cubicBezTo>
                <a:cubicBezTo>
                  <a:pt x="27" y="92"/>
                  <a:pt x="27" y="92"/>
                  <a:pt x="27" y="92"/>
                </a:cubicBezTo>
                <a:cubicBezTo>
                  <a:pt x="28" y="92"/>
                  <a:pt x="28" y="92"/>
                  <a:pt x="30" y="94"/>
                </a:cubicBezTo>
                <a:close/>
                <a:moveTo>
                  <a:pt x="35" y="246"/>
                </a:moveTo>
                <a:cubicBezTo>
                  <a:pt x="34" y="246"/>
                  <a:pt x="34" y="247"/>
                  <a:pt x="34" y="248"/>
                </a:cubicBezTo>
                <a:cubicBezTo>
                  <a:pt x="33" y="251"/>
                  <a:pt x="31" y="253"/>
                  <a:pt x="30" y="253"/>
                </a:cubicBezTo>
                <a:cubicBezTo>
                  <a:pt x="24" y="253"/>
                  <a:pt x="24" y="253"/>
                  <a:pt x="24" y="253"/>
                </a:cubicBezTo>
                <a:cubicBezTo>
                  <a:pt x="23" y="225"/>
                  <a:pt x="23" y="225"/>
                  <a:pt x="23" y="225"/>
                </a:cubicBezTo>
                <a:cubicBezTo>
                  <a:pt x="28" y="225"/>
                  <a:pt x="28" y="225"/>
                  <a:pt x="28" y="225"/>
                </a:cubicBezTo>
                <a:cubicBezTo>
                  <a:pt x="29" y="225"/>
                  <a:pt x="30" y="225"/>
                  <a:pt x="30" y="225"/>
                </a:cubicBezTo>
                <a:cubicBezTo>
                  <a:pt x="31" y="225"/>
                  <a:pt x="32" y="224"/>
                  <a:pt x="32" y="221"/>
                </a:cubicBezTo>
                <a:cubicBezTo>
                  <a:pt x="32" y="220"/>
                  <a:pt x="33" y="217"/>
                  <a:pt x="33" y="215"/>
                </a:cubicBezTo>
                <a:cubicBezTo>
                  <a:pt x="33" y="214"/>
                  <a:pt x="32" y="211"/>
                  <a:pt x="32" y="211"/>
                </a:cubicBezTo>
                <a:cubicBezTo>
                  <a:pt x="31" y="211"/>
                  <a:pt x="31" y="212"/>
                  <a:pt x="31" y="213"/>
                </a:cubicBezTo>
                <a:cubicBezTo>
                  <a:pt x="30" y="216"/>
                  <a:pt x="28" y="219"/>
                  <a:pt x="27" y="219"/>
                </a:cubicBezTo>
                <a:cubicBezTo>
                  <a:pt x="4" y="219"/>
                  <a:pt x="4" y="219"/>
                  <a:pt x="4" y="219"/>
                </a:cubicBezTo>
                <a:cubicBezTo>
                  <a:pt x="1" y="219"/>
                  <a:pt x="0" y="220"/>
                  <a:pt x="0" y="221"/>
                </a:cubicBezTo>
                <a:cubicBezTo>
                  <a:pt x="0" y="222"/>
                  <a:pt x="3" y="224"/>
                  <a:pt x="6" y="224"/>
                </a:cubicBezTo>
                <a:cubicBezTo>
                  <a:pt x="6" y="253"/>
                  <a:pt x="6" y="253"/>
                  <a:pt x="6" y="253"/>
                </a:cubicBezTo>
                <a:cubicBezTo>
                  <a:pt x="3" y="253"/>
                  <a:pt x="2" y="254"/>
                  <a:pt x="2" y="255"/>
                </a:cubicBezTo>
                <a:cubicBezTo>
                  <a:pt x="2" y="257"/>
                  <a:pt x="7" y="258"/>
                  <a:pt x="14" y="258"/>
                </a:cubicBezTo>
                <a:cubicBezTo>
                  <a:pt x="31" y="258"/>
                  <a:pt x="31" y="258"/>
                  <a:pt x="31" y="258"/>
                </a:cubicBezTo>
                <a:cubicBezTo>
                  <a:pt x="32" y="258"/>
                  <a:pt x="32" y="259"/>
                  <a:pt x="33" y="259"/>
                </a:cubicBezTo>
                <a:cubicBezTo>
                  <a:pt x="35" y="259"/>
                  <a:pt x="36" y="250"/>
                  <a:pt x="36" y="249"/>
                </a:cubicBezTo>
                <a:cubicBezTo>
                  <a:pt x="36" y="248"/>
                  <a:pt x="36" y="246"/>
                  <a:pt x="35" y="246"/>
                </a:cubicBezTo>
                <a:close/>
                <a:moveTo>
                  <a:pt x="9" y="253"/>
                </a:moveTo>
                <a:cubicBezTo>
                  <a:pt x="9" y="225"/>
                  <a:pt x="9" y="225"/>
                  <a:pt x="9" y="225"/>
                </a:cubicBezTo>
                <a:cubicBezTo>
                  <a:pt x="20" y="225"/>
                  <a:pt x="20" y="225"/>
                  <a:pt x="20" y="225"/>
                </a:cubicBezTo>
                <a:cubicBezTo>
                  <a:pt x="21" y="253"/>
                  <a:pt x="21" y="253"/>
                  <a:pt x="21" y="253"/>
                </a:cubicBezTo>
                <a:lnTo>
                  <a:pt x="9" y="253"/>
                </a:lnTo>
                <a:close/>
                <a:moveTo>
                  <a:pt x="72" y="229"/>
                </a:moveTo>
                <a:cubicBezTo>
                  <a:pt x="71" y="220"/>
                  <a:pt x="71" y="214"/>
                  <a:pt x="71" y="210"/>
                </a:cubicBezTo>
                <a:cubicBezTo>
                  <a:pt x="71" y="205"/>
                  <a:pt x="71" y="201"/>
                  <a:pt x="72" y="196"/>
                </a:cubicBezTo>
                <a:cubicBezTo>
                  <a:pt x="72" y="196"/>
                  <a:pt x="72" y="195"/>
                  <a:pt x="72" y="194"/>
                </a:cubicBezTo>
                <a:cubicBezTo>
                  <a:pt x="72" y="194"/>
                  <a:pt x="72" y="193"/>
                  <a:pt x="72" y="193"/>
                </a:cubicBezTo>
                <a:cubicBezTo>
                  <a:pt x="71" y="193"/>
                  <a:pt x="67" y="201"/>
                  <a:pt x="67" y="202"/>
                </a:cubicBezTo>
                <a:cubicBezTo>
                  <a:pt x="67" y="203"/>
                  <a:pt x="68" y="203"/>
                  <a:pt x="68" y="205"/>
                </a:cubicBezTo>
                <a:cubicBezTo>
                  <a:pt x="68" y="210"/>
                  <a:pt x="69" y="213"/>
                  <a:pt x="69" y="217"/>
                </a:cubicBezTo>
                <a:cubicBezTo>
                  <a:pt x="68" y="218"/>
                  <a:pt x="67" y="218"/>
                  <a:pt x="66" y="218"/>
                </a:cubicBezTo>
                <a:cubicBezTo>
                  <a:pt x="66" y="218"/>
                  <a:pt x="65" y="218"/>
                  <a:pt x="64" y="217"/>
                </a:cubicBezTo>
                <a:cubicBezTo>
                  <a:pt x="63" y="207"/>
                  <a:pt x="58" y="203"/>
                  <a:pt x="52" y="203"/>
                </a:cubicBezTo>
                <a:cubicBezTo>
                  <a:pt x="45" y="203"/>
                  <a:pt x="39" y="209"/>
                  <a:pt x="39" y="220"/>
                </a:cubicBezTo>
                <a:cubicBezTo>
                  <a:pt x="39" y="231"/>
                  <a:pt x="46" y="237"/>
                  <a:pt x="52" y="237"/>
                </a:cubicBezTo>
                <a:cubicBezTo>
                  <a:pt x="57" y="237"/>
                  <a:pt x="63" y="232"/>
                  <a:pt x="64" y="222"/>
                </a:cubicBezTo>
                <a:cubicBezTo>
                  <a:pt x="65" y="222"/>
                  <a:pt x="66" y="223"/>
                  <a:pt x="66" y="223"/>
                </a:cubicBezTo>
                <a:cubicBezTo>
                  <a:pt x="67" y="223"/>
                  <a:pt x="68" y="222"/>
                  <a:pt x="69" y="221"/>
                </a:cubicBezTo>
                <a:cubicBezTo>
                  <a:pt x="70" y="226"/>
                  <a:pt x="70" y="233"/>
                  <a:pt x="70" y="241"/>
                </a:cubicBezTo>
                <a:cubicBezTo>
                  <a:pt x="70" y="243"/>
                  <a:pt x="71" y="245"/>
                  <a:pt x="72" y="245"/>
                </a:cubicBezTo>
                <a:cubicBezTo>
                  <a:pt x="72" y="245"/>
                  <a:pt x="74" y="244"/>
                  <a:pt x="74" y="239"/>
                </a:cubicBezTo>
                <a:cubicBezTo>
                  <a:pt x="74" y="232"/>
                  <a:pt x="73" y="234"/>
                  <a:pt x="72" y="229"/>
                </a:cubicBezTo>
                <a:close/>
                <a:moveTo>
                  <a:pt x="52" y="231"/>
                </a:moveTo>
                <a:cubicBezTo>
                  <a:pt x="47" y="231"/>
                  <a:pt x="42" y="228"/>
                  <a:pt x="42" y="220"/>
                </a:cubicBezTo>
                <a:cubicBezTo>
                  <a:pt x="42" y="212"/>
                  <a:pt x="47" y="208"/>
                  <a:pt x="52" y="208"/>
                </a:cubicBezTo>
                <a:cubicBezTo>
                  <a:pt x="57" y="208"/>
                  <a:pt x="62" y="212"/>
                  <a:pt x="62" y="220"/>
                </a:cubicBezTo>
                <a:cubicBezTo>
                  <a:pt x="62" y="228"/>
                  <a:pt x="57" y="231"/>
                  <a:pt x="52" y="231"/>
                </a:cubicBezTo>
                <a:close/>
                <a:moveTo>
                  <a:pt x="82" y="253"/>
                </a:moveTo>
                <a:cubicBezTo>
                  <a:pt x="83" y="253"/>
                  <a:pt x="85" y="250"/>
                  <a:pt x="87" y="244"/>
                </a:cubicBezTo>
                <a:cubicBezTo>
                  <a:pt x="88" y="243"/>
                  <a:pt x="88" y="242"/>
                  <a:pt x="89" y="242"/>
                </a:cubicBezTo>
                <a:cubicBezTo>
                  <a:pt x="89" y="242"/>
                  <a:pt x="90" y="243"/>
                  <a:pt x="90" y="246"/>
                </a:cubicBezTo>
                <a:cubicBezTo>
                  <a:pt x="89" y="250"/>
                  <a:pt x="88" y="253"/>
                  <a:pt x="88" y="256"/>
                </a:cubicBezTo>
                <a:cubicBezTo>
                  <a:pt x="87" y="258"/>
                  <a:pt x="86" y="259"/>
                  <a:pt x="85" y="259"/>
                </a:cubicBezTo>
                <a:cubicBezTo>
                  <a:pt x="84" y="259"/>
                  <a:pt x="83" y="259"/>
                  <a:pt x="82" y="259"/>
                </a:cubicBezTo>
                <a:cubicBezTo>
                  <a:pt x="57" y="259"/>
                  <a:pt x="57" y="259"/>
                  <a:pt x="57" y="259"/>
                </a:cubicBezTo>
                <a:cubicBezTo>
                  <a:pt x="57" y="260"/>
                  <a:pt x="57" y="261"/>
                  <a:pt x="57" y="262"/>
                </a:cubicBezTo>
                <a:cubicBezTo>
                  <a:pt x="58" y="267"/>
                  <a:pt x="59" y="265"/>
                  <a:pt x="59" y="272"/>
                </a:cubicBezTo>
                <a:cubicBezTo>
                  <a:pt x="59" y="274"/>
                  <a:pt x="59" y="278"/>
                  <a:pt x="57" y="278"/>
                </a:cubicBezTo>
                <a:cubicBezTo>
                  <a:pt x="56" y="278"/>
                  <a:pt x="55" y="276"/>
                  <a:pt x="54" y="275"/>
                </a:cubicBezTo>
                <a:cubicBezTo>
                  <a:pt x="54" y="259"/>
                  <a:pt x="54" y="259"/>
                  <a:pt x="54" y="259"/>
                </a:cubicBezTo>
                <a:cubicBezTo>
                  <a:pt x="44" y="258"/>
                  <a:pt x="41" y="255"/>
                  <a:pt x="41" y="254"/>
                </a:cubicBezTo>
                <a:cubicBezTo>
                  <a:pt x="41" y="253"/>
                  <a:pt x="42" y="253"/>
                  <a:pt x="45" y="253"/>
                </a:cubicBezTo>
                <a:lnTo>
                  <a:pt x="82" y="253"/>
                </a:lnTo>
                <a:close/>
                <a:moveTo>
                  <a:pt x="79" y="214"/>
                </a:moveTo>
                <a:cubicBezTo>
                  <a:pt x="79" y="212"/>
                  <a:pt x="83" y="206"/>
                  <a:pt x="84" y="206"/>
                </a:cubicBezTo>
                <a:cubicBezTo>
                  <a:pt x="84" y="206"/>
                  <a:pt x="84" y="207"/>
                  <a:pt x="84" y="207"/>
                </a:cubicBezTo>
                <a:cubicBezTo>
                  <a:pt x="84" y="208"/>
                  <a:pt x="84" y="208"/>
                  <a:pt x="84" y="209"/>
                </a:cubicBezTo>
                <a:cubicBezTo>
                  <a:pt x="83" y="213"/>
                  <a:pt x="83" y="214"/>
                  <a:pt x="83" y="226"/>
                </a:cubicBezTo>
                <a:cubicBezTo>
                  <a:pt x="83" y="229"/>
                  <a:pt x="82" y="230"/>
                  <a:pt x="81" y="230"/>
                </a:cubicBezTo>
                <a:cubicBezTo>
                  <a:pt x="80" y="230"/>
                  <a:pt x="79" y="229"/>
                  <a:pt x="79" y="225"/>
                </a:cubicBezTo>
                <a:lnTo>
                  <a:pt x="79" y="214"/>
                </a:lnTo>
                <a:close/>
                <a:moveTo>
                  <a:pt x="81" y="352"/>
                </a:moveTo>
                <a:cubicBezTo>
                  <a:pt x="82" y="352"/>
                  <a:pt x="85" y="349"/>
                  <a:pt x="87" y="344"/>
                </a:cubicBezTo>
                <a:cubicBezTo>
                  <a:pt x="88" y="343"/>
                  <a:pt x="88" y="342"/>
                  <a:pt x="89" y="342"/>
                </a:cubicBezTo>
                <a:cubicBezTo>
                  <a:pt x="89" y="342"/>
                  <a:pt x="90" y="343"/>
                  <a:pt x="90" y="345"/>
                </a:cubicBezTo>
                <a:cubicBezTo>
                  <a:pt x="89" y="351"/>
                  <a:pt x="88" y="354"/>
                  <a:pt x="87" y="357"/>
                </a:cubicBezTo>
                <a:cubicBezTo>
                  <a:pt x="86" y="358"/>
                  <a:pt x="86" y="358"/>
                  <a:pt x="85" y="358"/>
                </a:cubicBezTo>
                <a:cubicBezTo>
                  <a:pt x="84" y="358"/>
                  <a:pt x="83" y="358"/>
                  <a:pt x="82" y="358"/>
                </a:cubicBezTo>
                <a:cubicBezTo>
                  <a:pt x="26" y="358"/>
                  <a:pt x="26" y="358"/>
                  <a:pt x="26" y="358"/>
                </a:cubicBezTo>
                <a:cubicBezTo>
                  <a:pt x="8" y="358"/>
                  <a:pt x="6" y="357"/>
                  <a:pt x="2" y="356"/>
                </a:cubicBezTo>
                <a:cubicBezTo>
                  <a:pt x="1" y="355"/>
                  <a:pt x="1" y="354"/>
                  <a:pt x="1" y="354"/>
                </a:cubicBezTo>
                <a:cubicBezTo>
                  <a:pt x="1" y="353"/>
                  <a:pt x="2" y="352"/>
                  <a:pt x="5" y="352"/>
                </a:cubicBezTo>
                <a:cubicBezTo>
                  <a:pt x="42" y="352"/>
                  <a:pt x="42" y="352"/>
                  <a:pt x="42" y="352"/>
                </a:cubicBezTo>
                <a:cubicBezTo>
                  <a:pt x="35" y="339"/>
                  <a:pt x="28" y="307"/>
                  <a:pt x="28" y="304"/>
                </a:cubicBezTo>
                <a:cubicBezTo>
                  <a:pt x="28" y="301"/>
                  <a:pt x="32" y="300"/>
                  <a:pt x="34" y="300"/>
                </a:cubicBezTo>
                <a:cubicBezTo>
                  <a:pt x="65" y="299"/>
                  <a:pt x="65" y="299"/>
                  <a:pt x="65" y="299"/>
                </a:cubicBezTo>
                <a:cubicBezTo>
                  <a:pt x="67" y="299"/>
                  <a:pt x="68" y="295"/>
                  <a:pt x="69" y="291"/>
                </a:cubicBezTo>
                <a:cubicBezTo>
                  <a:pt x="70" y="289"/>
                  <a:pt x="70" y="289"/>
                  <a:pt x="71" y="289"/>
                </a:cubicBezTo>
                <a:cubicBezTo>
                  <a:pt x="71" y="289"/>
                  <a:pt x="72" y="289"/>
                  <a:pt x="72" y="292"/>
                </a:cubicBezTo>
                <a:cubicBezTo>
                  <a:pt x="72" y="297"/>
                  <a:pt x="72" y="300"/>
                  <a:pt x="71" y="303"/>
                </a:cubicBezTo>
                <a:cubicBezTo>
                  <a:pt x="71" y="305"/>
                  <a:pt x="71" y="306"/>
                  <a:pt x="70" y="306"/>
                </a:cubicBezTo>
                <a:cubicBezTo>
                  <a:pt x="69" y="306"/>
                  <a:pt x="68" y="306"/>
                  <a:pt x="66" y="306"/>
                </a:cubicBezTo>
                <a:cubicBezTo>
                  <a:pt x="38" y="305"/>
                  <a:pt x="38" y="305"/>
                  <a:pt x="38" y="305"/>
                </a:cubicBezTo>
                <a:cubicBezTo>
                  <a:pt x="35" y="305"/>
                  <a:pt x="35" y="306"/>
                  <a:pt x="35" y="308"/>
                </a:cubicBezTo>
                <a:cubicBezTo>
                  <a:pt x="35" y="317"/>
                  <a:pt x="39" y="342"/>
                  <a:pt x="44" y="352"/>
                </a:cubicBezTo>
                <a:lnTo>
                  <a:pt x="81" y="352"/>
                </a:lnTo>
                <a:close/>
                <a:moveTo>
                  <a:pt x="82" y="444"/>
                </a:moveTo>
                <a:cubicBezTo>
                  <a:pt x="83" y="443"/>
                  <a:pt x="86" y="438"/>
                  <a:pt x="87" y="434"/>
                </a:cubicBezTo>
                <a:cubicBezTo>
                  <a:pt x="88" y="433"/>
                  <a:pt x="88" y="433"/>
                  <a:pt x="89" y="433"/>
                </a:cubicBezTo>
                <a:cubicBezTo>
                  <a:pt x="89" y="433"/>
                  <a:pt x="90" y="434"/>
                  <a:pt x="90" y="437"/>
                </a:cubicBezTo>
                <a:cubicBezTo>
                  <a:pt x="89" y="441"/>
                  <a:pt x="88" y="445"/>
                  <a:pt x="87" y="448"/>
                </a:cubicBezTo>
                <a:cubicBezTo>
                  <a:pt x="87" y="450"/>
                  <a:pt x="86" y="450"/>
                  <a:pt x="85" y="450"/>
                </a:cubicBezTo>
                <a:cubicBezTo>
                  <a:pt x="84" y="450"/>
                  <a:pt x="83" y="450"/>
                  <a:pt x="82" y="450"/>
                </a:cubicBezTo>
                <a:cubicBezTo>
                  <a:pt x="47" y="450"/>
                  <a:pt x="47" y="450"/>
                  <a:pt x="47" y="450"/>
                </a:cubicBezTo>
                <a:cubicBezTo>
                  <a:pt x="47" y="455"/>
                  <a:pt x="47" y="455"/>
                  <a:pt x="47" y="455"/>
                </a:cubicBezTo>
                <a:cubicBezTo>
                  <a:pt x="48" y="459"/>
                  <a:pt x="50" y="458"/>
                  <a:pt x="50" y="464"/>
                </a:cubicBezTo>
                <a:cubicBezTo>
                  <a:pt x="50" y="465"/>
                  <a:pt x="50" y="469"/>
                  <a:pt x="47" y="469"/>
                </a:cubicBezTo>
                <a:cubicBezTo>
                  <a:pt x="45" y="469"/>
                  <a:pt x="44" y="468"/>
                  <a:pt x="44" y="466"/>
                </a:cubicBezTo>
                <a:cubicBezTo>
                  <a:pt x="44" y="450"/>
                  <a:pt x="44" y="450"/>
                  <a:pt x="44" y="450"/>
                </a:cubicBezTo>
                <a:cubicBezTo>
                  <a:pt x="16" y="450"/>
                  <a:pt x="16" y="450"/>
                  <a:pt x="16" y="450"/>
                </a:cubicBezTo>
                <a:cubicBezTo>
                  <a:pt x="10" y="450"/>
                  <a:pt x="6" y="449"/>
                  <a:pt x="2" y="447"/>
                </a:cubicBezTo>
                <a:cubicBezTo>
                  <a:pt x="1" y="446"/>
                  <a:pt x="1" y="446"/>
                  <a:pt x="1" y="445"/>
                </a:cubicBezTo>
                <a:cubicBezTo>
                  <a:pt x="1" y="444"/>
                  <a:pt x="2" y="444"/>
                  <a:pt x="5" y="444"/>
                </a:cubicBezTo>
                <a:cubicBezTo>
                  <a:pt x="42" y="444"/>
                  <a:pt x="42" y="444"/>
                  <a:pt x="42" y="444"/>
                </a:cubicBezTo>
                <a:cubicBezTo>
                  <a:pt x="36" y="432"/>
                  <a:pt x="27" y="408"/>
                  <a:pt x="27" y="397"/>
                </a:cubicBezTo>
                <a:cubicBezTo>
                  <a:pt x="27" y="395"/>
                  <a:pt x="31" y="392"/>
                  <a:pt x="35" y="392"/>
                </a:cubicBezTo>
                <a:cubicBezTo>
                  <a:pt x="65" y="392"/>
                  <a:pt x="65" y="392"/>
                  <a:pt x="65" y="392"/>
                </a:cubicBezTo>
                <a:cubicBezTo>
                  <a:pt x="68" y="391"/>
                  <a:pt x="68" y="389"/>
                  <a:pt x="70" y="384"/>
                </a:cubicBezTo>
                <a:cubicBezTo>
                  <a:pt x="70" y="383"/>
                  <a:pt x="71" y="383"/>
                  <a:pt x="71" y="383"/>
                </a:cubicBezTo>
                <a:cubicBezTo>
                  <a:pt x="71" y="383"/>
                  <a:pt x="72" y="384"/>
                  <a:pt x="73" y="386"/>
                </a:cubicBezTo>
                <a:cubicBezTo>
                  <a:pt x="72" y="391"/>
                  <a:pt x="71" y="397"/>
                  <a:pt x="71" y="399"/>
                </a:cubicBezTo>
                <a:cubicBezTo>
                  <a:pt x="71" y="405"/>
                  <a:pt x="71" y="411"/>
                  <a:pt x="71" y="414"/>
                </a:cubicBezTo>
                <a:cubicBezTo>
                  <a:pt x="72" y="419"/>
                  <a:pt x="74" y="418"/>
                  <a:pt x="74" y="424"/>
                </a:cubicBezTo>
                <a:cubicBezTo>
                  <a:pt x="74" y="427"/>
                  <a:pt x="74" y="431"/>
                  <a:pt x="72" y="431"/>
                </a:cubicBezTo>
                <a:cubicBezTo>
                  <a:pt x="71" y="431"/>
                  <a:pt x="70" y="430"/>
                  <a:pt x="69" y="428"/>
                </a:cubicBezTo>
                <a:cubicBezTo>
                  <a:pt x="69" y="419"/>
                  <a:pt x="68" y="409"/>
                  <a:pt x="68" y="400"/>
                </a:cubicBezTo>
                <a:cubicBezTo>
                  <a:pt x="68" y="399"/>
                  <a:pt x="69" y="398"/>
                  <a:pt x="67" y="398"/>
                </a:cubicBezTo>
                <a:cubicBezTo>
                  <a:pt x="63" y="398"/>
                  <a:pt x="48" y="398"/>
                  <a:pt x="40" y="398"/>
                </a:cubicBezTo>
                <a:cubicBezTo>
                  <a:pt x="33" y="398"/>
                  <a:pt x="33" y="398"/>
                  <a:pt x="33" y="401"/>
                </a:cubicBezTo>
                <a:cubicBezTo>
                  <a:pt x="33" y="404"/>
                  <a:pt x="37" y="429"/>
                  <a:pt x="44" y="444"/>
                </a:cubicBezTo>
                <a:lnTo>
                  <a:pt x="82" y="444"/>
                </a:lnTo>
                <a:close/>
              </a:path>
            </a:pathLst>
          </a:custGeom>
          <a:solidFill>
            <a:srgbClr val="0072C6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28" name="Freeform 247">
            <a:extLst>
              <a:ext uri="{FF2B5EF4-FFF2-40B4-BE49-F238E27FC236}">
                <a16:creationId xmlns:a16="http://schemas.microsoft.com/office/drawing/2014/main" id="{B685E2BB-74D5-4E9C-297E-97D8E4A2F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 rot="16200000">
            <a:off x="8502452" y="5010596"/>
            <a:ext cx="382750" cy="1049352"/>
          </a:xfrm>
          <a:custGeom>
            <a:avLst/>
            <a:gdLst>
              <a:gd name="T0" fmla="*/ 114 w 126"/>
              <a:gd name="T1" fmla="*/ 228 h 345"/>
              <a:gd name="T2" fmla="*/ 119 w 126"/>
              <a:gd name="T3" fmla="*/ 243 h 345"/>
              <a:gd name="T4" fmla="*/ 117 w 126"/>
              <a:gd name="T5" fmla="*/ 282 h 345"/>
              <a:gd name="T6" fmla="*/ 103 w 126"/>
              <a:gd name="T7" fmla="*/ 288 h 345"/>
              <a:gd name="T8" fmla="*/ 117 w 126"/>
              <a:gd name="T9" fmla="*/ 282 h 345"/>
              <a:gd name="T10" fmla="*/ 104 w 126"/>
              <a:gd name="T11" fmla="*/ 240 h 345"/>
              <a:gd name="T12" fmla="*/ 107 w 126"/>
              <a:gd name="T13" fmla="*/ 255 h 345"/>
              <a:gd name="T14" fmla="*/ 111 w 126"/>
              <a:gd name="T15" fmla="*/ 267 h 345"/>
              <a:gd name="T16" fmla="*/ 97 w 126"/>
              <a:gd name="T17" fmla="*/ 273 h 345"/>
              <a:gd name="T18" fmla="*/ 111 w 126"/>
              <a:gd name="T19" fmla="*/ 267 h 345"/>
              <a:gd name="T20" fmla="*/ 97 w 126"/>
              <a:gd name="T21" fmla="*/ 225 h 345"/>
              <a:gd name="T22" fmla="*/ 101 w 126"/>
              <a:gd name="T23" fmla="*/ 241 h 345"/>
              <a:gd name="T24" fmla="*/ 47 w 126"/>
              <a:gd name="T25" fmla="*/ 59 h 345"/>
              <a:gd name="T26" fmla="*/ 62 w 126"/>
              <a:gd name="T27" fmla="*/ 27 h 345"/>
              <a:gd name="T28" fmla="*/ 63 w 126"/>
              <a:gd name="T29" fmla="*/ 44 h 345"/>
              <a:gd name="T30" fmla="*/ 58 w 126"/>
              <a:gd name="T31" fmla="*/ 48 h 345"/>
              <a:gd name="T32" fmla="*/ 0 w 126"/>
              <a:gd name="T33" fmla="*/ 27 h 345"/>
              <a:gd name="T34" fmla="*/ 47 w 126"/>
              <a:gd name="T35" fmla="*/ 59 h 345"/>
              <a:gd name="T36" fmla="*/ 80 w 126"/>
              <a:gd name="T37" fmla="*/ 140 h 345"/>
              <a:gd name="T38" fmla="*/ 65 w 126"/>
              <a:gd name="T39" fmla="*/ 149 h 345"/>
              <a:gd name="T40" fmla="*/ 84 w 126"/>
              <a:gd name="T41" fmla="*/ 116 h 345"/>
              <a:gd name="T42" fmla="*/ 75 w 126"/>
              <a:gd name="T43" fmla="*/ 109 h 345"/>
              <a:gd name="T44" fmla="*/ 24 w 126"/>
              <a:gd name="T45" fmla="*/ 86 h 345"/>
              <a:gd name="T46" fmla="*/ 24 w 126"/>
              <a:gd name="T47" fmla="*/ 64 h 345"/>
              <a:gd name="T48" fmla="*/ 16 w 126"/>
              <a:gd name="T49" fmla="*/ 95 h 345"/>
              <a:gd name="T50" fmla="*/ 72 w 126"/>
              <a:gd name="T51" fmla="*/ 155 h 345"/>
              <a:gd name="T52" fmla="*/ 51 w 126"/>
              <a:gd name="T53" fmla="*/ 213 h 345"/>
              <a:gd name="T54" fmla="*/ 52 w 126"/>
              <a:gd name="T55" fmla="*/ 244 h 345"/>
              <a:gd name="T56" fmla="*/ 55 w 126"/>
              <a:gd name="T57" fmla="*/ 317 h 345"/>
              <a:gd name="T58" fmla="*/ 83 w 126"/>
              <a:gd name="T59" fmla="*/ 335 h 345"/>
              <a:gd name="T60" fmla="*/ 88 w 126"/>
              <a:gd name="T61" fmla="*/ 286 h 345"/>
              <a:gd name="T62" fmla="*/ 59 w 126"/>
              <a:gd name="T63" fmla="*/ 288 h 345"/>
              <a:gd name="T64" fmla="*/ 82 w 126"/>
              <a:gd name="T65" fmla="*/ 257 h 345"/>
              <a:gd name="T66" fmla="*/ 74 w 126"/>
              <a:gd name="T67" fmla="*/ 252 h 345"/>
              <a:gd name="T68" fmla="*/ 77 w 126"/>
              <a:gd name="T69" fmla="*/ 243 h 345"/>
              <a:gd name="T70" fmla="*/ 60 w 126"/>
              <a:gd name="T71" fmla="*/ 239 h 345"/>
              <a:gd name="T72" fmla="*/ 77 w 126"/>
              <a:gd name="T73" fmla="*/ 212 h 345"/>
              <a:gd name="T74" fmla="*/ 60 w 126"/>
              <a:gd name="T75" fmla="*/ 207 h 345"/>
              <a:gd name="T76" fmla="*/ 91 w 126"/>
              <a:gd name="T77" fmla="*/ 148 h 345"/>
              <a:gd name="T78" fmla="*/ 115 w 126"/>
              <a:gd name="T79" fmla="*/ 169 h 345"/>
              <a:gd name="T80" fmla="*/ 90 w 126"/>
              <a:gd name="T81" fmla="*/ 128 h 345"/>
              <a:gd name="T82" fmla="*/ 74 w 126"/>
              <a:gd name="T83" fmla="*/ 331 h 345"/>
              <a:gd name="T84" fmla="*/ 66 w 126"/>
              <a:gd name="T85" fmla="*/ 323 h 3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26" h="345">
                <a:moveTo>
                  <a:pt x="124" y="232"/>
                </a:moveTo>
                <a:cubicBezTo>
                  <a:pt x="121" y="231"/>
                  <a:pt x="117" y="229"/>
                  <a:pt x="114" y="228"/>
                </a:cubicBezTo>
                <a:cubicBezTo>
                  <a:pt x="113" y="231"/>
                  <a:pt x="111" y="235"/>
                  <a:pt x="109" y="238"/>
                </a:cubicBezTo>
                <a:cubicBezTo>
                  <a:pt x="112" y="240"/>
                  <a:pt x="116" y="241"/>
                  <a:pt x="119" y="243"/>
                </a:cubicBezTo>
                <a:cubicBezTo>
                  <a:pt x="121" y="240"/>
                  <a:pt x="122" y="236"/>
                  <a:pt x="124" y="232"/>
                </a:cubicBezTo>
                <a:close/>
                <a:moveTo>
                  <a:pt x="117" y="282"/>
                </a:moveTo>
                <a:cubicBezTo>
                  <a:pt x="114" y="281"/>
                  <a:pt x="111" y="279"/>
                  <a:pt x="109" y="278"/>
                </a:cubicBezTo>
                <a:cubicBezTo>
                  <a:pt x="106" y="281"/>
                  <a:pt x="104" y="284"/>
                  <a:pt x="103" y="288"/>
                </a:cubicBezTo>
                <a:cubicBezTo>
                  <a:pt x="106" y="290"/>
                  <a:pt x="109" y="291"/>
                  <a:pt x="112" y="293"/>
                </a:cubicBezTo>
                <a:cubicBezTo>
                  <a:pt x="114" y="289"/>
                  <a:pt x="116" y="286"/>
                  <a:pt x="117" y="282"/>
                </a:cubicBezTo>
                <a:close/>
                <a:moveTo>
                  <a:pt x="112" y="245"/>
                </a:moveTo>
                <a:cubicBezTo>
                  <a:pt x="109" y="243"/>
                  <a:pt x="106" y="242"/>
                  <a:pt x="104" y="240"/>
                </a:cubicBezTo>
                <a:cubicBezTo>
                  <a:pt x="102" y="244"/>
                  <a:pt x="100" y="247"/>
                  <a:pt x="98" y="250"/>
                </a:cubicBezTo>
                <a:cubicBezTo>
                  <a:pt x="101" y="252"/>
                  <a:pt x="104" y="254"/>
                  <a:pt x="107" y="255"/>
                </a:cubicBezTo>
                <a:cubicBezTo>
                  <a:pt x="109" y="252"/>
                  <a:pt x="111" y="248"/>
                  <a:pt x="112" y="245"/>
                </a:cubicBezTo>
                <a:close/>
                <a:moveTo>
                  <a:pt x="111" y="267"/>
                </a:moveTo>
                <a:cubicBezTo>
                  <a:pt x="108" y="266"/>
                  <a:pt x="105" y="264"/>
                  <a:pt x="102" y="263"/>
                </a:cubicBezTo>
                <a:cubicBezTo>
                  <a:pt x="100" y="266"/>
                  <a:pt x="98" y="269"/>
                  <a:pt x="97" y="273"/>
                </a:cubicBezTo>
                <a:cubicBezTo>
                  <a:pt x="100" y="275"/>
                  <a:pt x="103" y="276"/>
                  <a:pt x="106" y="278"/>
                </a:cubicBezTo>
                <a:cubicBezTo>
                  <a:pt x="108" y="274"/>
                  <a:pt x="110" y="271"/>
                  <a:pt x="111" y="267"/>
                </a:cubicBezTo>
                <a:close/>
                <a:moveTo>
                  <a:pt x="106" y="230"/>
                </a:moveTo>
                <a:cubicBezTo>
                  <a:pt x="103" y="228"/>
                  <a:pt x="100" y="227"/>
                  <a:pt x="97" y="225"/>
                </a:cubicBezTo>
                <a:cubicBezTo>
                  <a:pt x="95" y="229"/>
                  <a:pt x="93" y="232"/>
                  <a:pt x="92" y="236"/>
                </a:cubicBezTo>
                <a:cubicBezTo>
                  <a:pt x="95" y="237"/>
                  <a:pt x="98" y="239"/>
                  <a:pt x="101" y="241"/>
                </a:cubicBezTo>
                <a:cubicBezTo>
                  <a:pt x="103" y="237"/>
                  <a:pt x="105" y="233"/>
                  <a:pt x="106" y="230"/>
                </a:cubicBezTo>
                <a:close/>
                <a:moveTo>
                  <a:pt x="47" y="59"/>
                </a:moveTo>
                <a:cubicBezTo>
                  <a:pt x="73" y="60"/>
                  <a:pt x="87" y="36"/>
                  <a:pt x="63" y="26"/>
                </a:cubicBezTo>
                <a:cubicBezTo>
                  <a:pt x="63" y="26"/>
                  <a:pt x="62" y="27"/>
                  <a:pt x="62" y="27"/>
                </a:cubicBezTo>
                <a:cubicBezTo>
                  <a:pt x="61" y="29"/>
                  <a:pt x="65" y="32"/>
                  <a:pt x="66" y="34"/>
                </a:cubicBezTo>
                <a:cubicBezTo>
                  <a:pt x="66" y="40"/>
                  <a:pt x="64" y="41"/>
                  <a:pt x="63" y="44"/>
                </a:cubicBezTo>
                <a:cubicBezTo>
                  <a:pt x="62" y="45"/>
                  <a:pt x="60" y="47"/>
                  <a:pt x="59" y="48"/>
                </a:cubicBezTo>
                <a:cubicBezTo>
                  <a:pt x="59" y="48"/>
                  <a:pt x="59" y="48"/>
                  <a:pt x="58" y="48"/>
                </a:cubicBezTo>
                <a:cubicBezTo>
                  <a:pt x="58" y="0"/>
                  <a:pt x="27" y="22"/>
                  <a:pt x="0" y="26"/>
                </a:cubicBezTo>
                <a:cubicBezTo>
                  <a:pt x="0" y="26"/>
                  <a:pt x="0" y="27"/>
                  <a:pt x="0" y="27"/>
                </a:cubicBezTo>
                <a:cubicBezTo>
                  <a:pt x="12" y="33"/>
                  <a:pt x="26" y="23"/>
                  <a:pt x="39" y="23"/>
                </a:cubicBezTo>
                <a:cubicBezTo>
                  <a:pt x="47" y="30"/>
                  <a:pt x="48" y="45"/>
                  <a:pt x="47" y="59"/>
                </a:cubicBezTo>
                <a:close/>
                <a:moveTo>
                  <a:pt x="90" y="128"/>
                </a:moveTo>
                <a:cubicBezTo>
                  <a:pt x="86" y="131"/>
                  <a:pt x="82" y="135"/>
                  <a:pt x="80" y="140"/>
                </a:cubicBezTo>
                <a:cubicBezTo>
                  <a:pt x="80" y="140"/>
                  <a:pt x="81" y="141"/>
                  <a:pt x="82" y="141"/>
                </a:cubicBezTo>
                <a:cubicBezTo>
                  <a:pt x="80" y="147"/>
                  <a:pt x="72" y="155"/>
                  <a:pt x="65" y="149"/>
                </a:cubicBezTo>
                <a:cubicBezTo>
                  <a:pt x="60" y="145"/>
                  <a:pt x="58" y="134"/>
                  <a:pt x="59" y="124"/>
                </a:cubicBezTo>
                <a:cubicBezTo>
                  <a:pt x="72" y="124"/>
                  <a:pt x="76" y="119"/>
                  <a:pt x="84" y="116"/>
                </a:cubicBezTo>
                <a:cubicBezTo>
                  <a:pt x="84" y="115"/>
                  <a:pt x="85" y="114"/>
                  <a:pt x="85" y="113"/>
                </a:cubicBezTo>
                <a:cubicBezTo>
                  <a:pt x="82" y="112"/>
                  <a:pt x="79" y="111"/>
                  <a:pt x="75" y="109"/>
                </a:cubicBezTo>
                <a:cubicBezTo>
                  <a:pt x="71" y="113"/>
                  <a:pt x="66" y="118"/>
                  <a:pt x="60" y="119"/>
                </a:cubicBezTo>
                <a:cubicBezTo>
                  <a:pt x="42" y="122"/>
                  <a:pt x="27" y="100"/>
                  <a:pt x="24" y="86"/>
                </a:cubicBezTo>
                <a:cubicBezTo>
                  <a:pt x="22" y="79"/>
                  <a:pt x="25" y="70"/>
                  <a:pt x="27" y="64"/>
                </a:cubicBezTo>
                <a:cubicBezTo>
                  <a:pt x="26" y="64"/>
                  <a:pt x="25" y="64"/>
                  <a:pt x="24" y="64"/>
                </a:cubicBezTo>
                <a:cubicBezTo>
                  <a:pt x="23" y="67"/>
                  <a:pt x="21" y="71"/>
                  <a:pt x="20" y="74"/>
                </a:cubicBezTo>
                <a:cubicBezTo>
                  <a:pt x="18" y="79"/>
                  <a:pt x="14" y="87"/>
                  <a:pt x="16" y="95"/>
                </a:cubicBezTo>
                <a:cubicBezTo>
                  <a:pt x="18" y="106"/>
                  <a:pt x="34" y="124"/>
                  <a:pt x="47" y="124"/>
                </a:cubicBezTo>
                <a:cubicBezTo>
                  <a:pt x="47" y="142"/>
                  <a:pt x="54" y="155"/>
                  <a:pt x="72" y="155"/>
                </a:cubicBezTo>
                <a:cubicBezTo>
                  <a:pt x="61" y="170"/>
                  <a:pt x="47" y="166"/>
                  <a:pt x="47" y="194"/>
                </a:cubicBezTo>
                <a:cubicBezTo>
                  <a:pt x="47" y="203"/>
                  <a:pt x="48" y="208"/>
                  <a:pt x="51" y="213"/>
                </a:cubicBezTo>
                <a:cubicBezTo>
                  <a:pt x="49" y="218"/>
                  <a:pt x="45" y="226"/>
                  <a:pt x="47" y="235"/>
                </a:cubicBezTo>
                <a:cubicBezTo>
                  <a:pt x="48" y="239"/>
                  <a:pt x="50" y="242"/>
                  <a:pt x="52" y="244"/>
                </a:cubicBezTo>
                <a:cubicBezTo>
                  <a:pt x="47" y="247"/>
                  <a:pt x="47" y="257"/>
                  <a:pt x="47" y="266"/>
                </a:cubicBezTo>
                <a:cubicBezTo>
                  <a:pt x="47" y="285"/>
                  <a:pt x="44" y="309"/>
                  <a:pt x="55" y="317"/>
                </a:cubicBezTo>
                <a:cubicBezTo>
                  <a:pt x="52" y="327"/>
                  <a:pt x="47" y="329"/>
                  <a:pt x="47" y="345"/>
                </a:cubicBezTo>
                <a:cubicBezTo>
                  <a:pt x="69" y="345"/>
                  <a:pt x="69" y="340"/>
                  <a:pt x="83" y="335"/>
                </a:cubicBezTo>
                <a:cubicBezTo>
                  <a:pt x="80" y="315"/>
                  <a:pt x="59" y="318"/>
                  <a:pt x="59" y="293"/>
                </a:cubicBezTo>
                <a:cubicBezTo>
                  <a:pt x="72" y="293"/>
                  <a:pt x="82" y="293"/>
                  <a:pt x="88" y="286"/>
                </a:cubicBezTo>
                <a:cubicBezTo>
                  <a:pt x="89" y="286"/>
                  <a:pt x="89" y="286"/>
                  <a:pt x="89" y="286"/>
                </a:cubicBezTo>
                <a:cubicBezTo>
                  <a:pt x="78" y="275"/>
                  <a:pt x="74" y="288"/>
                  <a:pt x="59" y="288"/>
                </a:cubicBezTo>
                <a:cubicBezTo>
                  <a:pt x="59" y="262"/>
                  <a:pt x="59" y="262"/>
                  <a:pt x="59" y="262"/>
                </a:cubicBezTo>
                <a:cubicBezTo>
                  <a:pt x="70" y="262"/>
                  <a:pt x="75" y="260"/>
                  <a:pt x="82" y="257"/>
                </a:cubicBezTo>
                <a:cubicBezTo>
                  <a:pt x="82" y="257"/>
                  <a:pt x="82" y="257"/>
                  <a:pt x="82" y="257"/>
                </a:cubicBezTo>
                <a:cubicBezTo>
                  <a:pt x="79" y="255"/>
                  <a:pt x="77" y="254"/>
                  <a:pt x="74" y="252"/>
                </a:cubicBezTo>
                <a:cubicBezTo>
                  <a:pt x="72" y="255"/>
                  <a:pt x="62" y="262"/>
                  <a:pt x="59" y="256"/>
                </a:cubicBezTo>
                <a:cubicBezTo>
                  <a:pt x="55" y="246"/>
                  <a:pt x="71" y="245"/>
                  <a:pt x="77" y="243"/>
                </a:cubicBezTo>
                <a:cubicBezTo>
                  <a:pt x="77" y="243"/>
                  <a:pt x="77" y="242"/>
                  <a:pt x="77" y="242"/>
                </a:cubicBezTo>
                <a:cubicBezTo>
                  <a:pt x="73" y="241"/>
                  <a:pt x="62" y="242"/>
                  <a:pt x="60" y="239"/>
                </a:cubicBezTo>
                <a:cubicBezTo>
                  <a:pt x="59" y="237"/>
                  <a:pt x="59" y="234"/>
                  <a:pt x="59" y="230"/>
                </a:cubicBezTo>
                <a:cubicBezTo>
                  <a:pt x="59" y="218"/>
                  <a:pt x="67" y="214"/>
                  <a:pt x="77" y="212"/>
                </a:cubicBezTo>
                <a:cubicBezTo>
                  <a:pt x="77" y="212"/>
                  <a:pt x="77" y="212"/>
                  <a:pt x="77" y="211"/>
                </a:cubicBezTo>
                <a:cubicBezTo>
                  <a:pt x="73" y="210"/>
                  <a:pt x="62" y="211"/>
                  <a:pt x="60" y="207"/>
                </a:cubicBezTo>
                <a:cubicBezTo>
                  <a:pt x="58" y="205"/>
                  <a:pt x="58" y="185"/>
                  <a:pt x="59" y="181"/>
                </a:cubicBezTo>
                <a:cubicBezTo>
                  <a:pt x="61" y="174"/>
                  <a:pt x="84" y="157"/>
                  <a:pt x="91" y="148"/>
                </a:cubicBezTo>
                <a:cubicBezTo>
                  <a:pt x="94" y="145"/>
                  <a:pt x="97" y="137"/>
                  <a:pt x="102" y="136"/>
                </a:cubicBezTo>
                <a:cubicBezTo>
                  <a:pt x="107" y="141"/>
                  <a:pt x="113" y="161"/>
                  <a:pt x="115" y="169"/>
                </a:cubicBezTo>
                <a:cubicBezTo>
                  <a:pt x="126" y="169"/>
                  <a:pt x="126" y="169"/>
                  <a:pt x="126" y="169"/>
                </a:cubicBezTo>
                <a:cubicBezTo>
                  <a:pt x="121" y="150"/>
                  <a:pt x="114" y="128"/>
                  <a:pt x="90" y="128"/>
                </a:cubicBezTo>
                <a:close/>
                <a:moveTo>
                  <a:pt x="66" y="323"/>
                </a:moveTo>
                <a:cubicBezTo>
                  <a:pt x="67" y="321"/>
                  <a:pt x="73" y="328"/>
                  <a:pt x="74" y="331"/>
                </a:cubicBezTo>
                <a:cubicBezTo>
                  <a:pt x="71" y="334"/>
                  <a:pt x="65" y="338"/>
                  <a:pt x="60" y="338"/>
                </a:cubicBezTo>
                <a:cubicBezTo>
                  <a:pt x="60" y="332"/>
                  <a:pt x="62" y="326"/>
                  <a:pt x="66" y="323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29" name="Freeform 248">
            <a:extLst>
              <a:ext uri="{FF2B5EF4-FFF2-40B4-BE49-F238E27FC236}">
                <a16:creationId xmlns:a16="http://schemas.microsoft.com/office/drawing/2014/main" id="{E7DF1F3F-1966-0D7F-0D4E-5380EF99F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5141200" y="1000463"/>
            <a:ext cx="1128984" cy="453392"/>
          </a:xfrm>
          <a:custGeom>
            <a:avLst/>
            <a:gdLst>
              <a:gd name="T0" fmla="*/ 323 w 372"/>
              <a:gd name="T1" fmla="*/ 16 h 149"/>
              <a:gd name="T2" fmla="*/ 347 w 372"/>
              <a:gd name="T3" fmla="*/ 7 h 149"/>
              <a:gd name="T4" fmla="*/ 297 w 372"/>
              <a:gd name="T5" fmla="*/ 61 h 149"/>
              <a:gd name="T6" fmla="*/ 255 w 372"/>
              <a:gd name="T7" fmla="*/ 85 h 149"/>
              <a:gd name="T8" fmla="*/ 208 w 372"/>
              <a:gd name="T9" fmla="*/ 43 h 149"/>
              <a:gd name="T10" fmla="*/ 242 w 372"/>
              <a:gd name="T11" fmla="*/ 10 h 149"/>
              <a:gd name="T12" fmla="*/ 206 w 372"/>
              <a:gd name="T13" fmla="*/ 65 h 149"/>
              <a:gd name="T14" fmla="*/ 214 w 372"/>
              <a:gd name="T15" fmla="*/ 80 h 149"/>
              <a:gd name="T16" fmla="*/ 169 w 372"/>
              <a:gd name="T17" fmla="*/ 55 h 149"/>
              <a:gd name="T18" fmla="*/ 163 w 372"/>
              <a:gd name="T19" fmla="*/ 76 h 149"/>
              <a:gd name="T20" fmla="*/ 136 w 372"/>
              <a:gd name="T21" fmla="*/ 129 h 149"/>
              <a:gd name="T22" fmla="*/ 108 w 372"/>
              <a:gd name="T23" fmla="*/ 125 h 149"/>
              <a:gd name="T24" fmla="*/ 138 w 372"/>
              <a:gd name="T25" fmla="*/ 144 h 149"/>
              <a:gd name="T26" fmla="*/ 223 w 372"/>
              <a:gd name="T27" fmla="*/ 80 h 149"/>
              <a:gd name="T28" fmla="*/ 285 w 372"/>
              <a:gd name="T29" fmla="*/ 106 h 149"/>
              <a:gd name="T30" fmla="*/ 303 w 372"/>
              <a:gd name="T31" fmla="*/ 105 h 149"/>
              <a:gd name="T32" fmla="*/ 372 w 372"/>
              <a:gd name="T33" fmla="*/ 107 h 149"/>
              <a:gd name="T34" fmla="*/ 367 w 372"/>
              <a:gd name="T35" fmla="*/ 57 h 149"/>
              <a:gd name="T36" fmla="*/ 363 w 372"/>
              <a:gd name="T37" fmla="*/ 82 h 149"/>
              <a:gd name="T38" fmla="*/ 349 w 372"/>
              <a:gd name="T39" fmla="*/ 81 h 149"/>
              <a:gd name="T40" fmla="*/ 337 w 372"/>
              <a:gd name="T41" fmla="*/ 82 h 149"/>
              <a:gd name="T42" fmla="*/ 302 w 372"/>
              <a:gd name="T43" fmla="*/ 62 h 149"/>
              <a:gd name="T44" fmla="*/ 347 w 372"/>
              <a:gd name="T45" fmla="*/ 20 h 149"/>
              <a:gd name="T46" fmla="*/ 329 w 372"/>
              <a:gd name="T47" fmla="*/ 27 h 149"/>
              <a:gd name="T48" fmla="*/ 334 w 372"/>
              <a:gd name="T49" fmla="*/ 51 h 149"/>
              <a:gd name="T50" fmla="*/ 353 w 372"/>
              <a:gd name="T51" fmla="*/ 45 h 149"/>
              <a:gd name="T52" fmla="*/ 347 w 372"/>
              <a:gd name="T53" fmla="*/ 20 h 149"/>
              <a:gd name="T54" fmla="*/ 104 w 372"/>
              <a:gd name="T55" fmla="*/ 60 h 149"/>
              <a:gd name="T56" fmla="*/ 96 w 372"/>
              <a:gd name="T57" fmla="*/ 49 h 149"/>
              <a:gd name="T58" fmla="*/ 99 w 372"/>
              <a:gd name="T59" fmla="*/ 85 h 149"/>
              <a:gd name="T60" fmla="*/ 35 w 372"/>
              <a:gd name="T61" fmla="*/ 68 h 149"/>
              <a:gd name="T62" fmla="*/ 4 w 372"/>
              <a:gd name="T63" fmla="*/ 120 h 149"/>
              <a:gd name="T64" fmla="*/ 51 w 372"/>
              <a:gd name="T65" fmla="*/ 107 h 149"/>
              <a:gd name="T66" fmla="*/ 90 w 372"/>
              <a:gd name="T67" fmla="*/ 114 h 149"/>
              <a:gd name="T68" fmla="*/ 72 w 372"/>
              <a:gd name="T69" fmla="*/ 122 h 149"/>
              <a:gd name="T70" fmla="*/ 78 w 372"/>
              <a:gd name="T71" fmla="*/ 146 h 149"/>
              <a:gd name="T72" fmla="*/ 96 w 372"/>
              <a:gd name="T73" fmla="*/ 139 h 149"/>
              <a:gd name="T74" fmla="*/ 90 w 372"/>
              <a:gd name="T75" fmla="*/ 114 h 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372" h="149">
                <a:moveTo>
                  <a:pt x="331" y="0"/>
                </a:moveTo>
                <a:cubicBezTo>
                  <a:pt x="328" y="6"/>
                  <a:pt x="326" y="11"/>
                  <a:pt x="323" y="16"/>
                </a:cubicBezTo>
                <a:cubicBezTo>
                  <a:pt x="328" y="19"/>
                  <a:pt x="333" y="22"/>
                  <a:pt x="338" y="25"/>
                </a:cubicBezTo>
                <a:cubicBezTo>
                  <a:pt x="341" y="19"/>
                  <a:pt x="344" y="13"/>
                  <a:pt x="347" y="7"/>
                </a:cubicBezTo>
                <a:cubicBezTo>
                  <a:pt x="341" y="5"/>
                  <a:pt x="336" y="2"/>
                  <a:pt x="331" y="0"/>
                </a:cubicBezTo>
                <a:close/>
                <a:moveTo>
                  <a:pt x="297" y="61"/>
                </a:moveTo>
                <a:cubicBezTo>
                  <a:pt x="297" y="80"/>
                  <a:pt x="287" y="85"/>
                  <a:pt x="268" y="85"/>
                </a:cubicBezTo>
                <a:cubicBezTo>
                  <a:pt x="264" y="85"/>
                  <a:pt x="259" y="85"/>
                  <a:pt x="255" y="85"/>
                </a:cubicBezTo>
                <a:cubicBezTo>
                  <a:pt x="248" y="83"/>
                  <a:pt x="211" y="52"/>
                  <a:pt x="209" y="47"/>
                </a:cubicBezTo>
                <a:cubicBezTo>
                  <a:pt x="209" y="45"/>
                  <a:pt x="209" y="44"/>
                  <a:pt x="208" y="43"/>
                </a:cubicBezTo>
                <a:cubicBezTo>
                  <a:pt x="214" y="37"/>
                  <a:pt x="232" y="31"/>
                  <a:pt x="242" y="30"/>
                </a:cubicBezTo>
                <a:cubicBezTo>
                  <a:pt x="242" y="23"/>
                  <a:pt x="242" y="16"/>
                  <a:pt x="242" y="10"/>
                </a:cubicBezTo>
                <a:cubicBezTo>
                  <a:pt x="228" y="13"/>
                  <a:pt x="197" y="25"/>
                  <a:pt x="192" y="36"/>
                </a:cubicBezTo>
                <a:cubicBezTo>
                  <a:pt x="186" y="50"/>
                  <a:pt x="198" y="71"/>
                  <a:pt x="206" y="65"/>
                </a:cubicBezTo>
                <a:cubicBezTo>
                  <a:pt x="210" y="67"/>
                  <a:pt x="213" y="70"/>
                  <a:pt x="215" y="74"/>
                </a:cubicBezTo>
                <a:cubicBezTo>
                  <a:pt x="215" y="76"/>
                  <a:pt x="214" y="78"/>
                  <a:pt x="214" y="80"/>
                </a:cubicBezTo>
                <a:cubicBezTo>
                  <a:pt x="206" y="85"/>
                  <a:pt x="193" y="85"/>
                  <a:pt x="179" y="85"/>
                </a:cubicBezTo>
                <a:cubicBezTo>
                  <a:pt x="179" y="70"/>
                  <a:pt x="173" y="64"/>
                  <a:pt x="169" y="55"/>
                </a:cubicBezTo>
                <a:cubicBezTo>
                  <a:pt x="168" y="55"/>
                  <a:pt x="168" y="54"/>
                  <a:pt x="168" y="54"/>
                </a:cubicBezTo>
                <a:cubicBezTo>
                  <a:pt x="166" y="62"/>
                  <a:pt x="164" y="69"/>
                  <a:pt x="163" y="76"/>
                </a:cubicBezTo>
                <a:cubicBezTo>
                  <a:pt x="167" y="81"/>
                  <a:pt x="175" y="89"/>
                  <a:pt x="172" y="99"/>
                </a:cubicBezTo>
                <a:cubicBezTo>
                  <a:pt x="169" y="108"/>
                  <a:pt x="146" y="127"/>
                  <a:pt x="136" y="129"/>
                </a:cubicBezTo>
                <a:cubicBezTo>
                  <a:pt x="123" y="132"/>
                  <a:pt x="117" y="124"/>
                  <a:pt x="109" y="121"/>
                </a:cubicBezTo>
                <a:cubicBezTo>
                  <a:pt x="109" y="122"/>
                  <a:pt x="108" y="124"/>
                  <a:pt x="108" y="125"/>
                </a:cubicBezTo>
                <a:cubicBezTo>
                  <a:pt x="108" y="125"/>
                  <a:pt x="107" y="126"/>
                  <a:pt x="107" y="127"/>
                </a:cubicBezTo>
                <a:cubicBezTo>
                  <a:pt x="118" y="131"/>
                  <a:pt x="126" y="140"/>
                  <a:pt x="138" y="144"/>
                </a:cubicBezTo>
                <a:cubicBezTo>
                  <a:pt x="157" y="149"/>
                  <a:pt x="180" y="123"/>
                  <a:pt x="179" y="107"/>
                </a:cubicBezTo>
                <a:cubicBezTo>
                  <a:pt x="203" y="108"/>
                  <a:pt x="223" y="103"/>
                  <a:pt x="223" y="80"/>
                </a:cubicBezTo>
                <a:cubicBezTo>
                  <a:pt x="223" y="80"/>
                  <a:pt x="223" y="80"/>
                  <a:pt x="223" y="80"/>
                </a:cubicBezTo>
                <a:cubicBezTo>
                  <a:pt x="230" y="94"/>
                  <a:pt x="257" y="117"/>
                  <a:pt x="285" y="106"/>
                </a:cubicBezTo>
                <a:cubicBezTo>
                  <a:pt x="290" y="104"/>
                  <a:pt x="293" y="99"/>
                  <a:pt x="297" y="96"/>
                </a:cubicBezTo>
                <a:cubicBezTo>
                  <a:pt x="299" y="99"/>
                  <a:pt x="301" y="102"/>
                  <a:pt x="303" y="105"/>
                </a:cubicBezTo>
                <a:cubicBezTo>
                  <a:pt x="313" y="113"/>
                  <a:pt x="339" y="106"/>
                  <a:pt x="345" y="102"/>
                </a:cubicBezTo>
                <a:cubicBezTo>
                  <a:pt x="353" y="106"/>
                  <a:pt x="361" y="108"/>
                  <a:pt x="372" y="107"/>
                </a:cubicBezTo>
                <a:cubicBezTo>
                  <a:pt x="372" y="89"/>
                  <a:pt x="372" y="71"/>
                  <a:pt x="369" y="57"/>
                </a:cubicBezTo>
                <a:cubicBezTo>
                  <a:pt x="368" y="57"/>
                  <a:pt x="368" y="57"/>
                  <a:pt x="367" y="57"/>
                </a:cubicBezTo>
                <a:cubicBezTo>
                  <a:pt x="365" y="61"/>
                  <a:pt x="362" y="65"/>
                  <a:pt x="359" y="69"/>
                </a:cubicBezTo>
                <a:cubicBezTo>
                  <a:pt x="359" y="75"/>
                  <a:pt x="361" y="78"/>
                  <a:pt x="363" y="82"/>
                </a:cubicBezTo>
                <a:cubicBezTo>
                  <a:pt x="363" y="83"/>
                  <a:pt x="363" y="84"/>
                  <a:pt x="363" y="85"/>
                </a:cubicBezTo>
                <a:cubicBezTo>
                  <a:pt x="358" y="84"/>
                  <a:pt x="353" y="83"/>
                  <a:pt x="349" y="81"/>
                </a:cubicBezTo>
                <a:cubicBezTo>
                  <a:pt x="349" y="75"/>
                  <a:pt x="349" y="68"/>
                  <a:pt x="349" y="61"/>
                </a:cubicBezTo>
                <a:cubicBezTo>
                  <a:pt x="340" y="68"/>
                  <a:pt x="344" y="77"/>
                  <a:pt x="337" y="82"/>
                </a:cubicBezTo>
                <a:cubicBezTo>
                  <a:pt x="333" y="85"/>
                  <a:pt x="328" y="85"/>
                  <a:pt x="321" y="85"/>
                </a:cubicBezTo>
                <a:cubicBezTo>
                  <a:pt x="302" y="85"/>
                  <a:pt x="302" y="80"/>
                  <a:pt x="302" y="62"/>
                </a:cubicBezTo>
                <a:cubicBezTo>
                  <a:pt x="300" y="62"/>
                  <a:pt x="299" y="61"/>
                  <a:pt x="297" y="61"/>
                </a:cubicBezTo>
                <a:close/>
                <a:moveTo>
                  <a:pt x="347" y="20"/>
                </a:moveTo>
                <a:cubicBezTo>
                  <a:pt x="345" y="24"/>
                  <a:pt x="343" y="28"/>
                  <a:pt x="341" y="32"/>
                </a:cubicBezTo>
                <a:cubicBezTo>
                  <a:pt x="338" y="33"/>
                  <a:pt x="332" y="28"/>
                  <a:pt x="329" y="27"/>
                </a:cubicBezTo>
                <a:cubicBezTo>
                  <a:pt x="325" y="30"/>
                  <a:pt x="321" y="39"/>
                  <a:pt x="320" y="44"/>
                </a:cubicBezTo>
                <a:cubicBezTo>
                  <a:pt x="325" y="46"/>
                  <a:pt x="329" y="49"/>
                  <a:pt x="334" y="51"/>
                </a:cubicBezTo>
                <a:cubicBezTo>
                  <a:pt x="336" y="47"/>
                  <a:pt x="339" y="43"/>
                  <a:pt x="341" y="39"/>
                </a:cubicBezTo>
                <a:cubicBezTo>
                  <a:pt x="345" y="39"/>
                  <a:pt x="349" y="43"/>
                  <a:pt x="353" y="45"/>
                </a:cubicBezTo>
                <a:cubicBezTo>
                  <a:pt x="356" y="40"/>
                  <a:pt x="359" y="34"/>
                  <a:pt x="363" y="29"/>
                </a:cubicBezTo>
                <a:cubicBezTo>
                  <a:pt x="357" y="26"/>
                  <a:pt x="352" y="23"/>
                  <a:pt x="347" y="20"/>
                </a:cubicBezTo>
                <a:close/>
                <a:moveTo>
                  <a:pt x="107" y="107"/>
                </a:moveTo>
                <a:cubicBezTo>
                  <a:pt x="107" y="91"/>
                  <a:pt x="109" y="72"/>
                  <a:pt x="104" y="60"/>
                </a:cubicBezTo>
                <a:cubicBezTo>
                  <a:pt x="102" y="57"/>
                  <a:pt x="100" y="53"/>
                  <a:pt x="97" y="50"/>
                </a:cubicBezTo>
                <a:cubicBezTo>
                  <a:pt x="97" y="49"/>
                  <a:pt x="97" y="49"/>
                  <a:pt x="96" y="49"/>
                </a:cubicBezTo>
                <a:cubicBezTo>
                  <a:pt x="94" y="55"/>
                  <a:pt x="92" y="62"/>
                  <a:pt x="90" y="68"/>
                </a:cubicBezTo>
                <a:cubicBezTo>
                  <a:pt x="93" y="73"/>
                  <a:pt x="98" y="77"/>
                  <a:pt x="99" y="85"/>
                </a:cubicBezTo>
                <a:cubicBezTo>
                  <a:pt x="85" y="85"/>
                  <a:pt x="70" y="85"/>
                  <a:pt x="56" y="85"/>
                </a:cubicBezTo>
                <a:cubicBezTo>
                  <a:pt x="47" y="82"/>
                  <a:pt x="43" y="72"/>
                  <a:pt x="35" y="68"/>
                </a:cubicBezTo>
                <a:cubicBezTo>
                  <a:pt x="20" y="68"/>
                  <a:pt x="2" y="104"/>
                  <a:pt x="0" y="118"/>
                </a:cubicBezTo>
                <a:cubicBezTo>
                  <a:pt x="1" y="119"/>
                  <a:pt x="3" y="119"/>
                  <a:pt x="4" y="120"/>
                </a:cubicBezTo>
                <a:cubicBezTo>
                  <a:pt x="10" y="112"/>
                  <a:pt x="17" y="87"/>
                  <a:pt x="31" y="90"/>
                </a:cubicBezTo>
                <a:cubicBezTo>
                  <a:pt x="39" y="94"/>
                  <a:pt x="42" y="104"/>
                  <a:pt x="51" y="107"/>
                </a:cubicBezTo>
                <a:cubicBezTo>
                  <a:pt x="70" y="107"/>
                  <a:pt x="89" y="107"/>
                  <a:pt x="107" y="107"/>
                </a:cubicBezTo>
                <a:close/>
                <a:moveTo>
                  <a:pt x="90" y="114"/>
                </a:moveTo>
                <a:cubicBezTo>
                  <a:pt x="88" y="119"/>
                  <a:pt x="86" y="123"/>
                  <a:pt x="84" y="127"/>
                </a:cubicBezTo>
                <a:cubicBezTo>
                  <a:pt x="80" y="125"/>
                  <a:pt x="76" y="123"/>
                  <a:pt x="72" y="122"/>
                </a:cubicBezTo>
                <a:cubicBezTo>
                  <a:pt x="69" y="127"/>
                  <a:pt x="66" y="132"/>
                  <a:pt x="63" y="137"/>
                </a:cubicBezTo>
                <a:cubicBezTo>
                  <a:pt x="68" y="140"/>
                  <a:pt x="73" y="143"/>
                  <a:pt x="78" y="146"/>
                </a:cubicBezTo>
                <a:cubicBezTo>
                  <a:pt x="80" y="141"/>
                  <a:pt x="82" y="137"/>
                  <a:pt x="84" y="132"/>
                </a:cubicBezTo>
                <a:cubicBezTo>
                  <a:pt x="89" y="134"/>
                  <a:pt x="92" y="137"/>
                  <a:pt x="96" y="139"/>
                </a:cubicBezTo>
                <a:cubicBezTo>
                  <a:pt x="100" y="133"/>
                  <a:pt x="103" y="128"/>
                  <a:pt x="106" y="123"/>
                </a:cubicBezTo>
                <a:cubicBezTo>
                  <a:pt x="101" y="120"/>
                  <a:pt x="95" y="117"/>
                  <a:pt x="90" y="114"/>
                </a:cubicBezTo>
                <a:close/>
              </a:path>
            </a:pathLst>
          </a:custGeom>
          <a:solidFill>
            <a:srgbClr val="FF5C39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4364C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30" name="Freeform 249">
            <a:extLst>
              <a:ext uri="{FF2B5EF4-FFF2-40B4-BE49-F238E27FC236}">
                <a16:creationId xmlns:a16="http://schemas.microsoft.com/office/drawing/2014/main" id="{37BE0E9F-1B12-8522-91F6-65D60145E3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3291281" y="4203795"/>
            <a:ext cx="669171" cy="431557"/>
          </a:xfrm>
          <a:custGeom>
            <a:avLst/>
            <a:gdLst>
              <a:gd name="T0" fmla="*/ 0 w 220"/>
              <a:gd name="T1" fmla="*/ 13 h 142"/>
              <a:gd name="T2" fmla="*/ 22 w 220"/>
              <a:gd name="T3" fmla="*/ 0 h 142"/>
              <a:gd name="T4" fmla="*/ 0 w 220"/>
              <a:gd name="T5" fmla="*/ 23 h 142"/>
              <a:gd name="T6" fmla="*/ 22 w 220"/>
              <a:gd name="T7" fmla="*/ 10 h 142"/>
              <a:gd name="T8" fmla="*/ 8 w 220"/>
              <a:gd name="T9" fmla="*/ 39 h 142"/>
              <a:gd name="T10" fmla="*/ 13 w 220"/>
              <a:gd name="T11" fmla="*/ 110 h 142"/>
              <a:gd name="T12" fmla="*/ 20 w 220"/>
              <a:gd name="T13" fmla="*/ 96 h 142"/>
              <a:gd name="T14" fmla="*/ 14 w 220"/>
              <a:gd name="T15" fmla="*/ 27 h 142"/>
              <a:gd name="T16" fmla="*/ 217 w 220"/>
              <a:gd name="T17" fmla="*/ 80 h 142"/>
              <a:gd name="T18" fmla="*/ 213 w 220"/>
              <a:gd name="T19" fmla="*/ 73 h 142"/>
              <a:gd name="T20" fmla="*/ 213 w 220"/>
              <a:gd name="T21" fmla="*/ 96 h 142"/>
              <a:gd name="T22" fmla="*/ 198 w 220"/>
              <a:gd name="T23" fmla="*/ 78 h 142"/>
              <a:gd name="T24" fmla="*/ 186 w 220"/>
              <a:gd name="T25" fmla="*/ 97 h 142"/>
              <a:gd name="T26" fmla="*/ 167 w 220"/>
              <a:gd name="T27" fmla="*/ 78 h 142"/>
              <a:gd name="T28" fmla="*/ 140 w 220"/>
              <a:gd name="T29" fmla="*/ 86 h 142"/>
              <a:gd name="T30" fmla="*/ 106 w 220"/>
              <a:gd name="T31" fmla="*/ 53 h 142"/>
              <a:gd name="T32" fmla="*/ 139 w 220"/>
              <a:gd name="T33" fmla="*/ 28 h 142"/>
              <a:gd name="T34" fmla="*/ 108 w 220"/>
              <a:gd name="T35" fmla="*/ 74 h 142"/>
              <a:gd name="T36" fmla="*/ 138 w 220"/>
              <a:gd name="T37" fmla="*/ 95 h 142"/>
              <a:gd name="T38" fmla="*/ 92 w 220"/>
              <a:gd name="T39" fmla="*/ 97 h 142"/>
              <a:gd name="T40" fmla="*/ 81 w 220"/>
              <a:gd name="T41" fmla="*/ 69 h 142"/>
              <a:gd name="T42" fmla="*/ 87 w 220"/>
              <a:gd name="T43" fmla="*/ 104 h 142"/>
              <a:gd name="T44" fmla="*/ 31 w 220"/>
              <a:gd name="T45" fmla="*/ 132 h 142"/>
              <a:gd name="T46" fmla="*/ 63 w 220"/>
              <a:gd name="T47" fmla="*/ 140 h 142"/>
              <a:gd name="T48" fmla="*/ 168 w 220"/>
              <a:gd name="T49" fmla="*/ 104 h 142"/>
              <a:gd name="T50" fmla="*/ 218 w 220"/>
              <a:gd name="T51" fmla="*/ 108 h 142"/>
              <a:gd name="T52" fmla="*/ 184 w 220"/>
              <a:gd name="T53" fmla="*/ 40 h 142"/>
              <a:gd name="T54" fmla="*/ 199 w 220"/>
              <a:gd name="T55" fmla="*/ 36 h 142"/>
              <a:gd name="T56" fmla="*/ 201 w 220"/>
              <a:gd name="T57" fmla="*/ 42 h 142"/>
              <a:gd name="T58" fmla="*/ 207 w 220"/>
              <a:gd name="T59" fmla="*/ 57 h 142"/>
              <a:gd name="T60" fmla="*/ 201 w 220"/>
              <a:gd name="T61" fmla="*/ 42 h 142"/>
              <a:gd name="T62" fmla="*/ 181 w 220"/>
              <a:gd name="T63" fmla="*/ 58 h 142"/>
              <a:gd name="T64" fmla="*/ 197 w 220"/>
              <a:gd name="T65" fmla="*/ 53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20" h="142">
                <a:moveTo>
                  <a:pt x="22" y="0"/>
                </a:moveTo>
                <a:cubicBezTo>
                  <a:pt x="15" y="4"/>
                  <a:pt x="2" y="4"/>
                  <a:pt x="0" y="13"/>
                </a:cubicBezTo>
                <a:cubicBezTo>
                  <a:pt x="8" y="11"/>
                  <a:pt x="18" y="7"/>
                  <a:pt x="23" y="2"/>
                </a:cubicBezTo>
                <a:cubicBezTo>
                  <a:pt x="22" y="0"/>
                  <a:pt x="23" y="1"/>
                  <a:pt x="22" y="0"/>
                </a:cubicBezTo>
                <a:close/>
                <a:moveTo>
                  <a:pt x="22" y="10"/>
                </a:moveTo>
                <a:cubicBezTo>
                  <a:pt x="15" y="14"/>
                  <a:pt x="2" y="14"/>
                  <a:pt x="0" y="23"/>
                </a:cubicBezTo>
                <a:cubicBezTo>
                  <a:pt x="6" y="22"/>
                  <a:pt x="19" y="18"/>
                  <a:pt x="22" y="13"/>
                </a:cubicBezTo>
                <a:cubicBezTo>
                  <a:pt x="23" y="12"/>
                  <a:pt x="23" y="11"/>
                  <a:pt x="22" y="10"/>
                </a:cubicBezTo>
                <a:close/>
                <a:moveTo>
                  <a:pt x="14" y="27"/>
                </a:moveTo>
                <a:cubicBezTo>
                  <a:pt x="11" y="31"/>
                  <a:pt x="10" y="35"/>
                  <a:pt x="8" y="39"/>
                </a:cubicBezTo>
                <a:cubicBezTo>
                  <a:pt x="9" y="46"/>
                  <a:pt x="9" y="54"/>
                  <a:pt x="10" y="61"/>
                </a:cubicBezTo>
                <a:cubicBezTo>
                  <a:pt x="13" y="77"/>
                  <a:pt x="14" y="93"/>
                  <a:pt x="13" y="110"/>
                </a:cubicBezTo>
                <a:cubicBezTo>
                  <a:pt x="13" y="110"/>
                  <a:pt x="14" y="110"/>
                  <a:pt x="14" y="110"/>
                </a:cubicBezTo>
                <a:cubicBezTo>
                  <a:pt x="16" y="105"/>
                  <a:pt x="19" y="102"/>
                  <a:pt x="20" y="96"/>
                </a:cubicBezTo>
                <a:cubicBezTo>
                  <a:pt x="23" y="83"/>
                  <a:pt x="18" y="58"/>
                  <a:pt x="16" y="46"/>
                </a:cubicBezTo>
                <a:cubicBezTo>
                  <a:pt x="15" y="40"/>
                  <a:pt x="14" y="34"/>
                  <a:pt x="14" y="27"/>
                </a:cubicBezTo>
                <a:close/>
                <a:moveTo>
                  <a:pt x="218" y="108"/>
                </a:moveTo>
                <a:cubicBezTo>
                  <a:pt x="218" y="99"/>
                  <a:pt x="220" y="87"/>
                  <a:pt x="217" y="80"/>
                </a:cubicBezTo>
                <a:cubicBezTo>
                  <a:pt x="216" y="78"/>
                  <a:pt x="215" y="76"/>
                  <a:pt x="213" y="73"/>
                </a:cubicBezTo>
                <a:cubicBezTo>
                  <a:pt x="213" y="73"/>
                  <a:pt x="213" y="73"/>
                  <a:pt x="213" y="73"/>
                </a:cubicBezTo>
                <a:cubicBezTo>
                  <a:pt x="212" y="76"/>
                  <a:pt x="210" y="78"/>
                  <a:pt x="209" y="81"/>
                </a:cubicBezTo>
                <a:cubicBezTo>
                  <a:pt x="211" y="83"/>
                  <a:pt x="219" y="93"/>
                  <a:pt x="213" y="96"/>
                </a:cubicBezTo>
                <a:cubicBezTo>
                  <a:pt x="202" y="101"/>
                  <a:pt x="202" y="84"/>
                  <a:pt x="199" y="78"/>
                </a:cubicBezTo>
                <a:cubicBezTo>
                  <a:pt x="199" y="78"/>
                  <a:pt x="199" y="78"/>
                  <a:pt x="198" y="78"/>
                </a:cubicBezTo>
                <a:cubicBezTo>
                  <a:pt x="197" y="82"/>
                  <a:pt x="198" y="93"/>
                  <a:pt x="195" y="95"/>
                </a:cubicBezTo>
                <a:cubicBezTo>
                  <a:pt x="193" y="97"/>
                  <a:pt x="189" y="97"/>
                  <a:pt x="186" y="97"/>
                </a:cubicBezTo>
                <a:cubicBezTo>
                  <a:pt x="174" y="97"/>
                  <a:pt x="169" y="88"/>
                  <a:pt x="168" y="78"/>
                </a:cubicBezTo>
                <a:cubicBezTo>
                  <a:pt x="167" y="78"/>
                  <a:pt x="167" y="78"/>
                  <a:pt x="167" y="78"/>
                </a:cubicBezTo>
                <a:cubicBezTo>
                  <a:pt x="161" y="93"/>
                  <a:pt x="171" y="97"/>
                  <a:pt x="146" y="97"/>
                </a:cubicBezTo>
                <a:cubicBezTo>
                  <a:pt x="144" y="93"/>
                  <a:pt x="142" y="90"/>
                  <a:pt x="140" y="86"/>
                </a:cubicBezTo>
                <a:cubicBezTo>
                  <a:pt x="134" y="78"/>
                  <a:pt x="127" y="71"/>
                  <a:pt x="119" y="65"/>
                </a:cubicBezTo>
                <a:cubicBezTo>
                  <a:pt x="115" y="62"/>
                  <a:pt x="107" y="58"/>
                  <a:pt x="106" y="53"/>
                </a:cubicBezTo>
                <a:cubicBezTo>
                  <a:pt x="110" y="47"/>
                  <a:pt x="131" y="41"/>
                  <a:pt x="139" y="39"/>
                </a:cubicBezTo>
                <a:cubicBezTo>
                  <a:pt x="139" y="35"/>
                  <a:pt x="139" y="32"/>
                  <a:pt x="139" y="28"/>
                </a:cubicBezTo>
                <a:cubicBezTo>
                  <a:pt x="120" y="33"/>
                  <a:pt x="97" y="40"/>
                  <a:pt x="98" y="65"/>
                </a:cubicBezTo>
                <a:cubicBezTo>
                  <a:pt x="100" y="68"/>
                  <a:pt x="104" y="72"/>
                  <a:pt x="108" y="74"/>
                </a:cubicBezTo>
                <a:cubicBezTo>
                  <a:pt x="110" y="75"/>
                  <a:pt x="110" y="75"/>
                  <a:pt x="111" y="73"/>
                </a:cubicBezTo>
                <a:cubicBezTo>
                  <a:pt x="123" y="77"/>
                  <a:pt x="129" y="88"/>
                  <a:pt x="138" y="95"/>
                </a:cubicBezTo>
                <a:cubicBezTo>
                  <a:pt x="138" y="96"/>
                  <a:pt x="138" y="96"/>
                  <a:pt x="138" y="97"/>
                </a:cubicBezTo>
                <a:cubicBezTo>
                  <a:pt x="123" y="97"/>
                  <a:pt x="107" y="97"/>
                  <a:pt x="92" y="97"/>
                </a:cubicBezTo>
                <a:cubicBezTo>
                  <a:pt x="92" y="83"/>
                  <a:pt x="88" y="79"/>
                  <a:pt x="84" y="71"/>
                </a:cubicBezTo>
                <a:cubicBezTo>
                  <a:pt x="83" y="71"/>
                  <a:pt x="82" y="70"/>
                  <a:pt x="81" y="69"/>
                </a:cubicBezTo>
                <a:cubicBezTo>
                  <a:pt x="80" y="73"/>
                  <a:pt x="79" y="76"/>
                  <a:pt x="77" y="80"/>
                </a:cubicBezTo>
                <a:cubicBezTo>
                  <a:pt x="81" y="85"/>
                  <a:pt x="90" y="93"/>
                  <a:pt x="87" y="104"/>
                </a:cubicBezTo>
                <a:cubicBezTo>
                  <a:pt x="83" y="123"/>
                  <a:pt x="56" y="138"/>
                  <a:pt x="32" y="129"/>
                </a:cubicBezTo>
                <a:cubicBezTo>
                  <a:pt x="31" y="130"/>
                  <a:pt x="31" y="131"/>
                  <a:pt x="31" y="132"/>
                </a:cubicBezTo>
                <a:cubicBezTo>
                  <a:pt x="35" y="133"/>
                  <a:pt x="38" y="135"/>
                  <a:pt x="42" y="136"/>
                </a:cubicBezTo>
                <a:cubicBezTo>
                  <a:pt x="47" y="138"/>
                  <a:pt x="55" y="142"/>
                  <a:pt x="63" y="140"/>
                </a:cubicBezTo>
                <a:cubicBezTo>
                  <a:pt x="74" y="138"/>
                  <a:pt x="92" y="122"/>
                  <a:pt x="92" y="108"/>
                </a:cubicBezTo>
                <a:cubicBezTo>
                  <a:pt x="113" y="108"/>
                  <a:pt x="156" y="112"/>
                  <a:pt x="168" y="104"/>
                </a:cubicBezTo>
                <a:cubicBezTo>
                  <a:pt x="176" y="108"/>
                  <a:pt x="194" y="111"/>
                  <a:pt x="200" y="104"/>
                </a:cubicBezTo>
                <a:cubicBezTo>
                  <a:pt x="203" y="108"/>
                  <a:pt x="211" y="108"/>
                  <a:pt x="218" y="108"/>
                </a:cubicBezTo>
                <a:close/>
                <a:moveTo>
                  <a:pt x="188" y="31"/>
                </a:moveTo>
                <a:cubicBezTo>
                  <a:pt x="187" y="34"/>
                  <a:pt x="185" y="37"/>
                  <a:pt x="184" y="40"/>
                </a:cubicBezTo>
                <a:cubicBezTo>
                  <a:pt x="187" y="42"/>
                  <a:pt x="191" y="44"/>
                  <a:pt x="194" y="46"/>
                </a:cubicBezTo>
                <a:cubicBezTo>
                  <a:pt x="196" y="42"/>
                  <a:pt x="198" y="39"/>
                  <a:pt x="199" y="36"/>
                </a:cubicBezTo>
                <a:cubicBezTo>
                  <a:pt x="195" y="34"/>
                  <a:pt x="192" y="32"/>
                  <a:pt x="188" y="31"/>
                </a:cubicBezTo>
                <a:close/>
                <a:moveTo>
                  <a:pt x="201" y="42"/>
                </a:moveTo>
                <a:cubicBezTo>
                  <a:pt x="199" y="45"/>
                  <a:pt x="198" y="48"/>
                  <a:pt x="196" y="51"/>
                </a:cubicBezTo>
                <a:cubicBezTo>
                  <a:pt x="200" y="53"/>
                  <a:pt x="203" y="55"/>
                  <a:pt x="207" y="57"/>
                </a:cubicBezTo>
                <a:cubicBezTo>
                  <a:pt x="208" y="54"/>
                  <a:pt x="210" y="51"/>
                  <a:pt x="212" y="47"/>
                </a:cubicBezTo>
                <a:cubicBezTo>
                  <a:pt x="208" y="46"/>
                  <a:pt x="204" y="44"/>
                  <a:pt x="201" y="42"/>
                </a:cubicBezTo>
                <a:close/>
                <a:moveTo>
                  <a:pt x="186" y="48"/>
                </a:moveTo>
                <a:cubicBezTo>
                  <a:pt x="184" y="52"/>
                  <a:pt x="183" y="55"/>
                  <a:pt x="181" y="58"/>
                </a:cubicBezTo>
                <a:cubicBezTo>
                  <a:pt x="185" y="60"/>
                  <a:pt x="188" y="62"/>
                  <a:pt x="192" y="63"/>
                </a:cubicBezTo>
                <a:cubicBezTo>
                  <a:pt x="193" y="60"/>
                  <a:pt x="195" y="57"/>
                  <a:pt x="197" y="53"/>
                </a:cubicBezTo>
                <a:cubicBezTo>
                  <a:pt x="193" y="52"/>
                  <a:pt x="189" y="50"/>
                  <a:pt x="186" y="48"/>
                </a:cubicBezTo>
                <a:close/>
              </a:path>
            </a:pathLst>
          </a:custGeom>
          <a:solidFill>
            <a:srgbClr val="00BCF2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31" name="Freeform 250">
            <a:extLst>
              <a:ext uri="{FF2B5EF4-FFF2-40B4-BE49-F238E27FC236}">
                <a16:creationId xmlns:a16="http://schemas.microsoft.com/office/drawing/2014/main" id="{7123573A-8A9A-C5CA-59AD-EC54FAA7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382775" y="4114715"/>
            <a:ext cx="883665" cy="288989"/>
          </a:xfrm>
          <a:custGeom>
            <a:avLst/>
            <a:gdLst>
              <a:gd name="T0" fmla="*/ 42 w 291"/>
              <a:gd name="T1" fmla="*/ 54 h 95"/>
              <a:gd name="T2" fmla="*/ 80 w 291"/>
              <a:gd name="T3" fmla="*/ 59 h 95"/>
              <a:gd name="T4" fmla="*/ 41 w 291"/>
              <a:gd name="T5" fmla="*/ 82 h 95"/>
              <a:gd name="T6" fmla="*/ 6 w 291"/>
              <a:gd name="T7" fmla="*/ 72 h 95"/>
              <a:gd name="T8" fmla="*/ 31 w 291"/>
              <a:gd name="T9" fmla="*/ 20 h 95"/>
              <a:gd name="T10" fmla="*/ 30 w 291"/>
              <a:gd name="T11" fmla="*/ 21 h 95"/>
              <a:gd name="T12" fmla="*/ 28 w 291"/>
              <a:gd name="T13" fmla="*/ 16 h 95"/>
              <a:gd name="T14" fmla="*/ 38 w 291"/>
              <a:gd name="T15" fmla="*/ 15 h 95"/>
              <a:gd name="T16" fmla="*/ 76 w 291"/>
              <a:gd name="T17" fmla="*/ 19 h 95"/>
              <a:gd name="T18" fmla="*/ 37 w 291"/>
              <a:gd name="T19" fmla="*/ 40 h 95"/>
              <a:gd name="T20" fmla="*/ 34 w 291"/>
              <a:gd name="T21" fmla="*/ 62 h 95"/>
              <a:gd name="T22" fmla="*/ 32 w 291"/>
              <a:gd name="T23" fmla="*/ 63 h 95"/>
              <a:gd name="T24" fmla="*/ 106 w 291"/>
              <a:gd name="T25" fmla="*/ 3 h 95"/>
              <a:gd name="T26" fmla="*/ 125 w 291"/>
              <a:gd name="T27" fmla="*/ 14 h 95"/>
              <a:gd name="T28" fmla="*/ 96 w 291"/>
              <a:gd name="T29" fmla="*/ 18 h 95"/>
              <a:gd name="T30" fmla="*/ 100 w 291"/>
              <a:gd name="T31" fmla="*/ 31 h 95"/>
              <a:gd name="T32" fmla="*/ 111 w 291"/>
              <a:gd name="T33" fmla="*/ 34 h 95"/>
              <a:gd name="T34" fmla="*/ 101 w 291"/>
              <a:gd name="T35" fmla="*/ 46 h 95"/>
              <a:gd name="T36" fmla="*/ 112 w 291"/>
              <a:gd name="T37" fmla="*/ 49 h 95"/>
              <a:gd name="T38" fmla="*/ 127 w 291"/>
              <a:gd name="T39" fmla="*/ 61 h 95"/>
              <a:gd name="T40" fmla="*/ 102 w 291"/>
              <a:gd name="T41" fmla="*/ 57 h 95"/>
              <a:gd name="T42" fmla="*/ 107 w 291"/>
              <a:gd name="T43" fmla="*/ 82 h 95"/>
              <a:gd name="T44" fmla="*/ 125 w 291"/>
              <a:gd name="T45" fmla="*/ 64 h 95"/>
              <a:gd name="T46" fmla="*/ 107 w 291"/>
              <a:gd name="T47" fmla="*/ 63 h 95"/>
              <a:gd name="T48" fmla="*/ 160 w 291"/>
              <a:gd name="T49" fmla="*/ 16 h 95"/>
              <a:gd name="T50" fmla="*/ 147 w 291"/>
              <a:gd name="T51" fmla="*/ 9 h 95"/>
              <a:gd name="T52" fmla="*/ 138 w 291"/>
              <a:gd name="T53" fmla="*/ 16 h 95"/>
              <a:gd name="T54" fmla="*/ 130 w 291"/>
              <a:gd name="T55" fmla="*/ 59 h 95"/>
              <a:gd name="T56" fmla="*/ 121 w 291"/>
              <a:gd name="T57" fmla="*/ 92 h 95"/>
              <a:gd name="T58" fmla="*/ 141 w 291"/>
              <a:gd name="T59" fmla="*/ 85 h 95"/>
              <a:gd name="T60" fmla="*/ 157 w 291"/>
              <a:gd name="T61" fmla="*/ 19 h 95"/>
              <a:gd name="T62" fmla="*/ 138 w 291"/>
              <a:gd name="T63" fmla="*/ 29 h 95"/>
              <a:gd name="T64" fmla="*/ 138 w 291"/>
              <a:gd name="T65" fmla="*/ 42 h 95"/>
              <a:gd name="T66" fmla="*/ 138 w 291"/>
              <a:gd name="T67" fmla="*/ 44 h 95"/>
              <a:gd name="T68" fmla="*/ 181 w 291"/>
              <a:gd name="T69" fmla="*/ 29 h 95"/>
              <a:gd name="T70" fmla="*/ 181 w 291"/>
              <a:gd name="T71" fmla="*/ 85 h 95"/>
              <a:gd name="T72" fmla="*/ 174 w 291"/>
              <a:gd name="T73" fmla="*/ 85 h 95"/>
              <a:gd name="T74" fmla="*/ 162 w 291"/>
              <a:gd name="T75" fmla="*/ 33 h 95"/>
              <a:gd name="T76" fmla="*/ 184 w 291"/>
              <a:gd name="T77" fmla="*/ 6 h 95"/>
              <a:gd name="T78" fmla="*/ 161 w 291"/>
              <a:gd name="T79" fmla="*/ 41 h 95"/>
              <a:gd name="T80" fmla="*/ 167 w 291"/>
              <a:gd name="T81" fmla="*/ 56 h 95"/>
              <a:gd name="T82" fmla="*/ 232 w 291"/>
              <a:gd name="T83" fmla="*/ 15 h 95"/>
              <a:gd name="T84" fmla="*/ 201 w 291"/>
              <a:gd name="T85" fmla="*/ 10 h 95"/>
              <a:gd name="T86" fmla="*/ 206 w 291"/>
              <a:gd name="T87" fmla="*/ 72 h 95"/>
              <a:gd name="T88" fmla="*/ 228 w 291"/>
              <a:gd name="T89" fmla="*/ 17 h 95"/>
              <a:gd name="T90" fmla="*/ 223 w 291"/>
              <a:gd name="T91" fmla="*/ 41 h 95"/>
              <a:gd name="T92" fmla="*/ 206 w 291"/>
              <a:gd name="T93" fmla="*/ 44 h 95"/>
              <a:gd name="T94" fmla="*/ 282 w 291"/>
              <a:gd name="T95" fmla="*/ 26 h 95"/>
              <a:gd name="T96" fmla="*/ 291 w 291"/>
              <a:gd name="T97" fmla="*/ 12 h 95"/>
              <a:gd name="T98" fmla="*/ 233 w 291"/>
              <a:gd name="T99" fmla="*/ 12 h 95"/>
              <a:gd name="T100" fmla="*/ 240 w 291"/>
              <a:gd name="T101" fmla="*/ 30 h 95"/>
              <a:gd name="T102" fmla="*/ 240 w 291"/>
              <a:gd name="T103" fmla="*/ 90 h 95"/>
              <a:gd name="T104" fmla="*/ 285 w 291"/>
              <a:gd name="T105" fmla="*/ 89 h 95"/>
              <a:gd name="T106" fmla="*/ 255 w 291"/>
              <a:gd name="T107" fmla="*/ 12 h 95"/>
              <a:gd name="T108" fmla="*/ 255 w 291"/>
              <a:gd name="T109" fmla="*/ 12 h 95"/>
              <a:gd name="T110" fmla="*/ 240 w 291"/>
              <a:gd name="T111" fmla="*/ 69 h 95"/>
              <a:gd name="T112" fmla="*/ 252 w 291"/>
              <a:gd name="T113" fmla="*/ 55 h 95"/>
              <a:gd name="T114" fmla="*/ 269 w 291"/>
              <a:gd name="T115" fmla="*/ 64 h 95"/>
              <a:gd name="T116" fmla="*/ 271 w 291"/>
              <a:gd name="T117" fmla="*/ 59 h 95"/>
              <a:gd name="T118" fmla="*/ 279 w 291"/>
              <a:gd name="T119" fmla="*/ 81 h 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91" h="95">
                <a:moveTo>
                  <a:pt x="46" y="41"/>
                </a:moveTo>
                <a:cubicBezTo>
                  <a:pt x="53" y="48"/>
                  <a:pt x="53" y="48"/>
                  <a:pt x="53" y="48"/>
                </a:cubicBezTo>
                <a:cubicBezTo>
                  <a:pt x="49" y="49"/>
                  <a:pt x="49" y="49"/>
                  <a:pt x="49" y="49"/>
                </a:cubicBezTo>
                <a:cubicBezTo>
                  <a:pt x="48" y="49"/>
                  <a:pt x="46" y="51"/>
                  <a:pt x="42" y="54"/>
                </a:cubicBezTo>
                <a:cubicBezTo>
                  <a:pt x="74" y="54"/>
                  <a:pt x="74" y="54"/>
                  <a:pt x="74" y="54"/>
                </a:cubicBezTo>
                <a:cubicBezTo>
                  <a:pt x="78" y="50"/>
                  <a:pt x="78" y="50"/>
                  <a:pt x="78" y="50"/>
                </a:cubicBezTo>
                <a:cubicBezTo>
                  <a:pt x="85" y="56"/>
                  <a:pt x="85" y="56"/>
                  <a:pt x="85" y="56"/>
                </a:cubicBezTo>
                <a:cubicBezTo>
                  <a:pt x="80" y="59"/>
                  <a:pt x="80" y="59"/>
                  <a:pt x="80" y="59"/>
                </a:cubicBezTo>
                <a:cubicBezTo>
                  <a:pt x="67" y="73"/>
                  <a:pt x="54" y="82"/>
                  <a:pt x="41" y="86"/>
                </a:cubicBezTo>
                <a:cubicBezTo>
                  <a:pt x="27" y="91"/>
                  <a:pt x="14" y="94"/>
                  <a:pt x="0" y="95"/>
                </a:cubicBezTo>
                <a:cubicBezTo>
                  <a:pt x="0" y="93"/>
                  <a:pt x="0" y="93"/>
                  <a:pt x="0" y="93"/>
                </a:cubicBezTo>
                <a:cubicBezTo>
                  <a:pt x="15" y="91"/>
                  <a:pt x="29" y="87"/>
                  <a:pt x="41" y="82"/>
                </a:cubicBezTo>
                <a:cubicBezTo>
                  <a:pt x="53" y="76"/>
                  <a:pt x="64" y="68"/>
                  <a:pt x="74" y="56"/>
                </a:cubicBezTo>
                <a:cubicBezTo>
                  <a:pt x="41" y="56"/>
                  <a:pt x="41" y="56"/>
                  <a:pt x="41" y="56"/>
                </a:cubicBezTo>
                <a:cubicBezTo>
                  <a:pt x="31" y="63"/>
                  <a:pt x="20" y="69"/>
                  <a:pt x="7" y="74"/>
                </a:cubicBezTo>
                <a:cubicBezTo>
                  <a:pt x="6" y="72"/>
                  <a:pt x="6" y="72"/>
                  <a:pt x="6" y="72"/>
                </a:cubicBezTo>
                <a:cubicBezTo>
                  <a:pt x="15" y="68"/>
                  <a:pt x="22" y="64"/>
                  <a:pt x="28" y="59"/>
                </a:cubicBezTo>
                <a:cubicBezTo>
                  <a:pt x="35" y="54"/>
                  <a:pt x="41" y="48"/>
                  <a:pt x="46" y="41"/>
                </a:cubicBezTo>
                <a:close/>
                <a:moveTo>
                  <a:pt x="36" y="17"/>
                </a:moveTo>
                <a:cubicBezTo>
                  <a:pt x="31" y="20"/>
                  <a:pt x="31" y="20"/>
                  <a:pt x="31" y="20"/>
                </a:cubicBezTo>
                <a:cubicBezTo>
                  <a:pt x="36" y="23"/>
                  <a:pt x="40" y="26"/>
                  <a:pt x="41" y="28"/>
                </a:cubicBezTo>
                <a:cubicBezTo>
                  <a:pt x="42" y="30"/>
                  <a:pt x="42" y="32"/>
                  <a:pt x="40" y="34"/>
                </a:cubicBezTo>
                <a:cubicBezTo>
                  <a:pt x="38" y="37"/>
                  <a:pt x="37" y="36"/>
                  <a:pt x="36" y="33"/>
                </a:cubicBezTo>
                <a:cubicBezTo>
                  <a:pt x="35" y="30"/>
                  <a:pt x="33" y="26"/>
                  <a:pt x="30" y="21"/>
                </a:cubicBezTo>
                <a:cubicBezTo>
                  <a:pt x="26" y="23"/>
                  <a:pt x="22" y="25"/>
                  <a:pt x="18" y="27"/>
                </a:cubicBezTo>
                <a:cubicBezTo>
                  <a:pt x="14" y="29"/>
                  <a:pt x="9" y="32"/>
                  <a:pt x="4" y="34"/>
                </a:cubicBezTo>
                <a:cubicBezTo>
                  <a:pt x="3" y="32"/>
                  <a:pt x="3" y="32"/>
                  <a:pt x="3" y="32"/>
                </a:cubicBezTo>
                <a:cubicBezTo>
                  <a:pt x="14" y="27"/>
                  <a:pt x="22" y="22"/>
                  <a:pt x="28" y="16"/>
                </a:cubicBezTo>
                <a:cubicBezTo>
                  <a:pt x="35" y="10"/>
                  <a:pt x="40" y="5"/>
                  <a:pt x="42" y="1"/>
                </a:cubicBezTo>
                <a:cubicBezTo>
                  <a:pt x="49" y="7"/>
                  <a:pt x="49" y="7"/>
                  <a:pt x="49" y="7"/>
                </a:cubicBezTo>
                <a:cubicBezTo>
                  <a:pt x="45" y="9"/>
                  <a:pt x="45" y="9"/>
                  <a:pt x="45" y="9"/>
                </a:cubicBezTo>
                <a:cubicBezTo>
                  <a:pt x="38" y="15"/>
                  <a:pt x="38" y="15"/>
                  <a:pt x="38" y="15"/>
                </a:cubicBezTo>
                <a:cubicBezTo>
                  <a:pt x="68" y="15"/>
                  <a:pt x="68" y="15"/>
                  <a:pt x="68" y="15"/>
                </a:cubicBezTo>
                <a:cubicBezTo>
                  <a:pt x="73" y="10"/>
                  <a:pt x="73" y="10"/>
                  <a:pt x="73" y="10"/>
                </a:cubicBezTo>
                <a:cubicBezTo>
                  <a:pt x="80" y="18"/>
                  <a:pt x="80" y="18"/>
                  <a:pt x="80" y="18"/>
                </a:cubicBezTo>
                <a:cubicBezTo>
                  <a:pt x="76" y="19"/>
                  <a:pt x="76" y="19"/>
                  <a:pt x="76" y="19"/>
                </a:cubicBezTo>
                <a:cubicBezTo>
                  <a:pt x="68" y="26"/>
                  <a:pt x="58" y="33"/>
                  <a:pt x="47" y="40"/>
                </a:cubicBezTo>
                <a:cubicBezTo>
                  <a:pt x="36" y="46"/>
                  <a:pt x="21" y="50"/>
                  <a:pt x="1" y="53"/>
                </a:cubicBezTo>
                <a:cubicBezTo>
                  <a:pt x="1" y="52"/>
                  <a:pt x="1" y="52"/>
                  <a:pt x="1" y="52"/>
                </a:cubicBezTo>
                <a:cubicBezTo>
                  <a:pt x="14" y="49"/>
                  <a:pt x="26" y="45"/>
                  <a:pt x="37" y="40"/>
                </a:cubicBezTo>
                <a:cubicBezTo>
                  <a:pt x="48" y="35"/>
                  <a:pt x="59" y="28"/>
                  <a:pt x="68" y="17"/>
                </a:cubicBezTo>
                <a:cubicBezTo>
                  <a:pt x="36" y="17"/>
                  <a:pt x="36" y="17"/>
                  <a:pt x="36" y="17"/>
                </a:cubicBezTo>
                <a:cubicBezTo>
                  <a:pt x="36" y="17"/>
                  <a:pt x="36" y="17"/>
                  <a:pt x="36" y="17"/>
                </a:cubicBezTo>
                <a:close/>
                <a:moveTo>
                  <a:pt x="34" y="62"/>
                </a:moveTo>
                <a:cubicBezTo>
                  <a:pt x="39" y="65"/>
                  <a:pt x="41" y="68"/>
                  <a:pt x="43" y="71"/>
                </a:cubicBezTo>
                <a:cubicBezTo>
                  <a:pt x="44" y="73"/>
                  <a:pt x="44" y="76"/>
                  <a:pt x="41" y="78"/>
                </a:cubicBezTo>
                <a:cubicBezTo>
                  <a:pt x="39" y="80"/>
                  <a:pt x="37" y="80"/>
                  <a:pt x="37" y="76"/>
                </a:cubicBezTo>
                <a:cubicBezTo>
                  <a:pt x="36" y="72"/>
                  <a:pt x="35" y="68"/>
                  <a:pt x="32" y="63"/>
                </a:cubicBezTo>
                <a:cubicBezTo>
                  <a:pt x="34" y="62"/>
                  <a:pt x="34" y="62"/>
                  <a:pt x="34" y="62"/>
                </a:cubicBezTo>
                <a:cubicBezTo>
                  <a:pt x="34" y="62"/>
                  <a:pt x="34" y="62"/>
                  <a:pt x="34" y="62"/>
                </a:cubicBezTo>
                <a:close/>
                <a:moveTo>
                  <a:pt x="105" y="4"/>
                </a:moveTo>
                <a:cubicBezTo>
                  <a:pt x="106" y="3"/>
                  <a:pt x="106" y="3"/>
                  <a:pt x="106" y="3"/>
                </a:cubicBezTo>
                <a:cubicBezTo>
                  <a:pt x="112" y="6"/>
                  <a:pt x="116" y="9"/>
                  <a:pt x="117" y="11"/>
                </a:cubicBezTo>
                <a:cubicBezTo>
                  <a:pt x="118" y="13"/>
                  <a:pt x="117" y="16"/>
                  <a:pt x="114" y="18"/>
                </a:cubicBezTo>
                <a:cubicBezTo>
                  <a:pt x="121" y="18"/>
                  <a:pt x="121" y="18"/>
                  <a:pt x="121" y="18"/>
                </a:cubicBezTo>
                <a:cubicBezTo>
                  <a:pt x="125" y="14"/>
                  <a:pt x="125" y="14"/>
                  <a:pt x="125" y="14"/>
                </a:cubicBezTo>
                <a:cubicBezTo>
                  <a:pt x="131" y="20"/>
                  <a:pt x="131" y="20"/>
                  <a:pt x="131" y="20"/>
                </a:cubicBezTo>
                <a:cubicBezTo>
                  <a:pt x="107" y="20"/>
                  <a:pt x="107" y="20"/>
                  <a:pt x="107" y="20"/>
                </a:cubicBezTo>
                <a:cubicBezTo>
                  <a:pt x="105" y="20"/>
                  <a:pt x="103" y="21"/>
                  <a:pt x="99" y="22"/>
                </a:cubicBezTo>
                <a:cubicBezTo>
                  <a:pt x="96" y="18"/>
                  <a:pt x="96" y="18"/>
                  <a:pt x="96" y="18"/>
                </a:cubicBezTo>
                <a:cubicBezTo>
                  <a:pt x="112" y="18"/>
                  <a:pt x="112" y="18"/>
                  <a:pt x="112" y="18"/>
                </a:cubicBezTo>
                <a:cubicBezTo>
                  <a:pt x="112" y="16"/>
                  <a:pt x="112" y="15"/>
                  <a:pt x="111" y="13"/>
                </a:cubicBezTo>
                <a:cubicBezTo>
                  <a:pt x="110" y="10"/>
                  <a:pt x="108" y="8"/>
                  <a:pt x="105" y="4"/>
                </a:cubicBezTo>
                <a:close/>
                <a:moveTo>
                  <a:pt x="100" y="31"/>
                </a:moveTo>
                <a:cubicBezTo>
                  <a:pt x="118" y="31"/>
                  <a:pt x="118" y="31"/>
                  <a:pt x="118" y="31"/>
                </a:cubicBezTo>
                <a:cubicBezTo>
                  <a:pt x="122" y="28"/>
                  <a:pt x="122" y="28"/>
                  <a:pt x="122" y="28"/>
                </a:cubicBezTo>
                <a:cubicBezTo>
                  <a:pt x="128" y="34"/>
                  <a:pt x="128" y="34"/>
                  <a:pt x="128" y="34"/>
                </a:cubicBezTo>
                <a:cubicBezTo>
                  <a:pt x="111" y="34"/>
                  <a:pt x="111" y="34"/>
                  <a:pt x="111" y="34"/>
                </a:cubicBezTo>
                <a:cubicBezTo>
                  <a:pt x="109" y="34"/>
                  <a:pt x="106" y="34"/>
                  <a:pt x="103" y="35"/>
                </a:cubicBezTo>
                <a:cubicBezTo>
                  <a:pt x="100" y="31"/>
                  <a:pt x="100" y="31"/>
                  <a:pt x="100" y="31"/>
                </a:cubicBezTo>
                <a:cubicBezTo>
                  <a:pt x="100" y="31"/>
                  <a:pt x="100" y="31"/>
                  <a:pt x="100" y="31"/>
                </a:cubicBezTo>
                <a:close/>
                <a:moveTo>
                  <a:pt x="101" y="46"/>
                </a:moveTo>
                <a:cubicBezTo>
                  <a:pt x="118" y="46"/>
                  <a:pt x="118" y="46"/>
                  <a:pt x="118" y="46"/>
                </a:cubicBezTo>
                <a:cubicBezTo>
                  <a:pt x="122" y="42"/>
                  <a:pt x="122" y="42"/>
                  <a:pt x="122" y="42"/>
                </a:cubicBezTo>
                <a:cubicBezTo>
                  <a:pt x="128" y="49"/>
                  <a:pt x="128" y="49"/>
                  <a:pt x="128" y="49"/>
                </a:cubicBezTo>
                <a:cubicBezTo>
                  <a:pt x="112" y="49"/>
                  <a:pt x="112" y="49"/>
                  <a:pt x="112" y="49"/>
                </a:cubicBezTo>
                <a:cubicBezTo>
                  <a:pt x="110" y="49"/>
                  <a:pt x="107" y="49"/>
                  <a:pt x="104" y="50"/>
                </a:cubicBezTo>
                <a:cubicBezTo>
                  <a:pt x="101" y="46"/>
                  <a:pt x="101" y="46"/>
                  <a:pt x="101" y="46"/>
                </a:cubicBezTo>
                <a:cubicBezTo>
                  <a:pt x="101" y="46"/>
                  <a:pt x="101" y="46"/>
                  <a:pt x="101" y="46"/>
                </a:cubicBezTo>
                <a:close/>
                <a:moveTo>
                  <a:pt x="127" y="61"/>
                </a:moveTo>
                <a:cubicBezTo>
                  <a:pt x="127" y="61"/>
                  <a:pt x="127" y="61"/>
                  <a:pt x="122" y="56"/>
                </a:cubicBezTo>
                <a:cubicBezTo>
                  <a:pt x="122" y="56"/>
                  <a:pt x="122" y="56"/>
                  <a:pt x="120" y="60"/>
                </a:cubicBezTo>
                <a:cubicBezTo>
                  <a:pt x="120" y="60"/>
                  <a:pt x="120" y="60"/>
                  <a:pt x="108" y="60"/>
                </a:cubicBezTo>
                <a:cubicBezTo>
                  <a:pt x="108" y="60"/>
                  <a:pt x="108" y="60"/>
                  <a:pt x="102" y="57"/>
                </a:cubicBezTo>
                <a:cubicBezTo>
                  <a:pt x="102" y="60"/>
                  <a:pt x="102" y="66"/>
                  <a:pt x="102" y="74"/>
                </a:cubicBezTo>
                <a:cubicBezTo>
                  <a:pt x="102" y="82"/>
                  <a:pt x="102" y="88"/>
                  <a:pt x="102" y="90"/>
                </a:cubicBezTo>
                <a:cubicBezTo>
                  <a:pt x="102" y="90"/>
                  <a:pt x="102" y="90"/>
                  <a:pt x="107" y="88"/>
                </a:cubicBezTo>
                <a:cubicBezTo>
                  <a:pt x="107" y="88"/>
                  <a:pt x="107" y="88"/>
                  <a:pt x="107" y="82"/>
                </a:cubicBezTo>
                <a:cubicBezTo>
                  <a:pt x="107" y="82"/>
                  <a:pt x="107" y="82"/>
                  <a:pt x="120" y="82"/>
                </a:cubicBezTo>
                <a:cubicBezTo>
                  <a:pt x="120" y="82"/>
                  <a:pt x="120" y="82"/>
                  <a:pt x="120" y="87"/>
                </a:cubicBezTo>
                <a:cubicBezTo>
                  <a:pt x="120" y="87"/>
                  <a:pt x="120" y="87"/>
                  <a:pt x="125" y="84"/>
                </a:cubicBezTo>
                <a:cubicBezTo>
                  <a:pt x="125" y="79"/>
                  <a:pt x="125" y="73"/>
                  <a:pt x="125" y="64"/>
                </a:cubicBezTo>
                <a:cubicBezTo>
                  <a:pt x="125" y="64"/>
                  <a:pt x="125" y="64"/>
                  <a:pt x="127" y="61"/>
                </a:cubicBezTo>
                <a:close/>
                <a:moveTo>
                  <a:pt x="120" y="80"/>
                </a:moveTo>
                <a:cubicBezTo>
                  <a:pt x="120" y="80"/>
                  <a:pt x="120" y="80"/>
                  <a:pt x="107" y="80"/>
                </a:cubicBezTo>
                <a:cubicBezTo>
                  <a:pt x="107" y="80"/>
                  <a:pt x="107" y="80"/>
                  <a:pt x="107" y="63"/>
                </a:cubicBezTo>
                <a:cubicBezTo>
                  <a:pt x="120" y="63"/>
                  <a:pt x="120" y="63"/>
                  <a:pt x="120" y="63"/>
                </a:cubicBezTo>
                <a:cubicBezTo>
                  <a:pt x="120" y="63"/>
                  <a:pt x="120" y="63"/>
                  <a:pt x="120" y="80"/>
                </a:cubicBezTo>
                <a:close/>
                <a:moveTo>
                  <a:pt x="157" y="19"/>
                </a:moveTo>
                <a:cubicBezTo>
                  <a:pt x="157" y="19"/>
                  <a:pt x="157" y="19"/>
                  <a:pt x="160" y="16"/>
                </a:cubicBezTo>
                <a:cubicBezTo>
                  <a:pt x="160" y="16"/>
                  <a:pt x="160" y="16"/>
                  <a:pt x="154" y="12"/>
                </a:cubicBezTo>
                <a:cubicBezTo>
                  <a:pt x="154" y="12"/>
                  <a:pt x="154" y="12"/>
                  <a:pt x="152" y="16"/>
                </a:cubicBezTo>
                <a:cubicBezTo>
                  <a:pt x="152" y="16"/>
                  <a:pt x="152" y="16"/>
                  <a:pt x="143" y="16"/>
                </a:cubicBezTo>
                <a:cubicBezTo>
                  <a:pt x="144" y="13"/>
                  <a:pt x="146" y="11"/>
                  <a:pt x="147" y="9"/>
                </a:cubicBezTo>
                <a:cubicBezTo>
                  <a:pt x="149" y="6"/>
                  <a:pt x="150" y="5"/>
                  <a:pt x="151" y="4"/>
                </a:cubicBezTo>
                <a:cubicBezTo>
                  <a:pt x="151" y="4"/>
                  <a:pt x="151" y="4"/>
                  <a:pt x="144" y="0"/>
                </a:cubicBezTo>
                <a:cubicBezTo>
                  <a:pt x="144" y="4"/>
                  <a:pt x="143" y="9"/>
                  <a:pt x="141" y="16"/>
                </a:cubicBezTo>
                <a:cubicBezTo>
                  <a:pt x="141" y="16"/>
                  <a:pt x="141" y="16"/>
                  <a:pt x="138" y="16"/>
                </a:cubicBezTo>
                <a:cubicBezTo>
                  <a:pt x="138" y="16"/>
                  <a:pt x="138" y="16"/>
                  <a:pt x="133" y="13"/>
                </a:cubicBezTo>
                <a:cubicBezTo>
                  <a:pt x="133" y="13"/>
                  <a:pt x="133" y="13"/>
                  <a:pt x="133" y="55"/>
                </a:cubicBezTo>
                <a:cubicBezTo>
                  <a:pt x="126" y="55"/>
                  <a:pt x="126" y="55"/>
                  <a:pt x="126" y="55"/>
                </a:cubicBezTo>
                <a:cubicBezTo>
                  <a:pt x="126" y="55"/>
                  <a:pt x="126" y="55"/>
                  <a:pt x="130" y="59"/>
                </a:cubicBezTo>
                <a:cubicBezTo>
                  <a:pt x="133" y="58"/>
                  <a:pt x="135" y="58"/>
                  <a:pt x="137" y="58"/>
                </a:cubicBezTo>
                <a:cubicBezTo>
                  <a:pt x="137" y="58"/>
                  <a:pt x="137" y="58"/>
                  <a:pt x="147" y="58"/>
                </a:cubicBezTo>
                <a:cubicBezTo>
                  <a:pt x="141" y="71"/>
                  <a:pt x="132" y="82"/>
                  <a:pt x="120" y="91"/>
                </a:cubicBezTo>
                <a:cubicBezTo>
                  <a:pt x="120" y="91"/>
                  <a:pt x="120" y="91"/>
                  <a:pt x="121" y="92"/>
                </a:cubicBezTo>
                <a:cubicBezTo>
                  <a:pt x="135" y="85"/>
                  <a:pt x="145" y="74"/>
                  <a:pt x="153" y="58"/>
                </a:cubicBezTo>
                <a:cubicBezTo>
                  <a:pt x="153" y="58"/>
                  <a:pt x="153" y="58"/>
                  <a:pt x="153" y="82"/>
                </a:cubicBezTo>
                <a:cubicBezTo>
                  <a:pt x="153" y="84"/>
                  <a:pt x="152" y="85"/>
                  <a:pt x="150" y="85"/>
                </a:cubicBezTo>
                <a:cubicBezTo>
                  <a:pt x="148" y="85"/>
                  <a:pt x="146" y="85"/>
                  <a:pt x="141" y="85"/>
                </a:cubicBezTo>
                <a:cubicBezTo>
                  <a:pt x="141" y="85"/>
                  <a:pt x="141" y="85"/>
                  <a:pt x="141" y="86"/>
                </a:cubicBezTo>
                <a:cubicBezTo>
                  <a:pt x="146" y="88"/>
                  <a:pt x="150" y="90"/>
                  <a:pt x="150" y="94"/>
                </a:cubicBezTo>
                <a:cubicBezTo>
                  <a:pt x="155" y="92"/>
                  <a:pt x="158" y="89"/>
                  <a:pt x="157" y="85"/>
                </a:cubicBezTo>
                <a:cubicBezTo>
                  <a:pt x="157" y="85"/>
                  <a:pt x="157" y="85"/>
                  <a:pt x="157" y="19"/>
                </a:cubicBezTo>
                <a:close/>
                <a:moveTo>
                  <a:pt x="138" y="18"/>
                </a:moveTo>
                <a:cubicBezTo>
                  <a:pt x="153" y="18"/>
                  <a:pt x="153" y="18"/>
                  <a:pt x="153" y="18"/>
                </a:cubicBezTo>
                <a:cubicBezTo>
                  <a:pt x="153" y="18"/>
                  <a:pt x="153" y="18"/>
                  <a:pt x="153" y="29"/>
                </a:cubicBezTo>
                <a:cubicBezTo>
                  <a:pt x="153" y="29"/>
                  <a:pt x="153" y="29"/>
                  <a:pt x="138" y="29"/>
                </a:cubicBezTo>
                <a:cubicBezTo>
                  <a:pt x="138" y="29"/>
                  <a:pt x="138" y="29"/>
                  <a:pt x="138" y="18"/>
                </a:cubicBezTo>
                <a:close/>
                <a:moveTo>
                  <a:pt x="153" y="31"/>
                </a:moveTo>
                <a:cubicBezTo>
                  <a:pt x="153" y="31"/>
                  <a:pt x="153" y="31"/>
                  <a:pt x="153" y="42"/>
                </a:cubicBezTo>
                <a:cubicBezTo>
                  <a:pt x="153" y="42"/>
                  <a:pt x="153" y="42"/>
                  <a:pt x="138" y="42"/>
                </a:cubicBezTo>
                <a:cubicBezTo>
                  <a:pt x="138" y="42"/>
                  <a:pt x="138" y="42"/>
                  <a:pt x="138" y="31"/>
                </a:cubicBezTo>
                <a:lnTo>
                  <a:pt x="153" y="31"/>
                </a:lnTo>
                <a:close/>
                <a:moveTo>
                  <a:pt x="138" y="55"/>
                </a:moveTo>
                <a:cubicBezTo>
                  <a:pt x="138" y="55"/>
                  <a:pt x="138" y="55"/>
                  <a:pt x="138" y="44"/>
                </a:cubicBezTo>
                <a:cubicBezTo>
                  <a:pt x="153" y="44"/>
                  <a:pt x="153" y="44"/>
                  <a:pt x="153" y="44"/>
                </a:cubicBezTo>
                <a:cubicBezTo>
                  <a:pt x="153" y="44"/>
                  <a:pt x="153" y="44"/>
                  <a:pt x="153" y="55"/>
                </a:cubicBezTo>
                <a:cubicBezTo>
                  <a:pt x="153" y="55"/>
                  <a:pt x="153" y="55"/>
                  <a:pt x="138" y="55"/>
                </a:cubicBezTo>
                <a:close/>
                <a:moveTo>
                  <a:pt x="181" y="29"/>
                </a:moveTo>
                <a:cubicBezTo>
                  <a:pt x="185" y="25"/>
                  <a:pt x="185" y="25"/>
                  <a:pt x="185" y="25"/>
                </a:cubicBezTo>
                <a:cubicBezTo>
                  <a:pt x="191" y="31"/>
                  <a:pt x="191" y="31"/>
                  <a:pt x="191" y="31"/>
                </a:cubicBezTo>
                <a:cubicBezTo>
                  <a:pt x="181" y="31"/>
                  <a:pt x="181" y="31"/>
                  <a:pt x="181" y="31"/>
                </a:cubicBezTo>
                <a:cubicBezTo>
                  <a:pt x="181" y="85"/>
                  <a:pt x="181" y="85"/>
                  <a:pt x="181" y="85"/>
                </a:cubicBezTo>
                <a:cubicBezTo>
                  <a:pt x="181" y="89"/>
                  <a:pt x="178" y="91"/>
                  <a:pt x="173" y="94"/>
                </a:cubicBezTo>
                <a:cubicBezTo>
                  <a:pt x="173" y="90"/>
                  <a:pt x="170" y="87"/>
                  <a:pt x="163" y="85"/>
                </a:cubicBezTo>
                <a:cubicBezTo>
                  <a:pt x="163" y="84"/>
                  <a:pt x="163" y="84"/>
                  <a:pt x="163" y="84"/>
                </a:cubicBezTo>
                <a:cubicBezTo>
                  <a:pt x="169" y="85"/>
                  <a:pt x="172" y="85"/>
                  <a:pt x="174" y="85"/>
                </a:cubicBezTo>
                <a:cubicBezTo>
                  <a:pt x="175" y="85"/>
                  <a:pt x="176" y="84"/>
                  <a:pt x="176" y="82"/>
                </a:cubicBezTo>
                <a:cubicBezTo>
                  <a:pt x="176" y="31"/>
                  <a:pt x="176" y="31"/>
                  <a:pt x="176" y="31"/>
                </a:cubicBezTo>
                <a:cubicBezTo>
                  <a:pt x="170" y="31"/>
                  <a:pt x="170" y="31"/>
                  <a:pt x="170" y="31"/>
                </a:cubicBezTo>
                <a:cubicBezTo>
                  <a:pt x="168" y="31"/>
                  <a:pt x="165" y="32"/>
                  <a:pt x="162" y="33"/>
                </a:cubicBezTo>
                <a:cubicBezTo>
                  <a:pt x="159" y="29"/>
                  <a:pt x="159" y="29"/>
                  <a:pt x="159" y="29"/>
                </a:cubicBezTo>
                <a:cubicBezTo>
                  <a:pt x="176" y="29"/>
                  <a:pt x="176" y="29"/>
                  <a:pt x="176" y="29"/>
                </a:cubicBezTo>
                <a:cubicBezTo>
                  <a:pt x="176" y="16"/>
                  <a:pt x="176" y="7"/>
                  <a:pt x="176" y="3"/>
                </a:cubicBezTo>
                <a:cubicBezTo>
                  <a:pt x="184" y="6"/>
                  <a:pt x="184" y="6"/>
                  <a:pt x="184" y="6"/>
                </a:cubicBezTo>
                <a:cubicBezTo>
                  <a:pt x="181" y="9"/>
                  <a:pt x="181" y="9"/>
                  <a:pt x="181" y="9"/>
                </a:cubicBezTo>
                <a:cubicBezTo>
                  <a:pt x="181" y="29"/>
                  <a:pt x="181" y="29"/>
                  <a:pt x="181" y="29"/>
                </a:cubicBezTo>
                <a:cubicBezTo>
                  <a:pt x="181" y="29"/>
                  <a:pt x="181" y="29"/>
                  <a:pt x="181" y="29"/>
                </a:cubicBezTo>
                <a:close/>
                <a:moveTo>
                  <a:pt x="161" y="41"/>
                </a:moveTo>
                <a:cubicBezTo>
                  <a:pt x="167" y="45"/>
                  <a:pt x="171" y="48"/>
                  <a:pt x="172" y="50"/>
                </a:cubicBezTo>
                <a:cubicBezTo>
                  <a:pt x="173" y="53"/>
                  <a:pt x="173" y="54"/>
                  <a:pt x="172" y="56"/>
                </a:cubicBezTo>
                <a:cubicBezTo>
                  <a:pt x="171" y="57"/>
                  <a:pt x="171" y="59"/>
                  <a:pt x="169" y="60"/>
                </a:cubicBezTo>
                <a:cubicBezTo>
                  <a:pt x="168" y="60"/>
                  <a:pt x="167" y="59"/>
                  <a:pt x="167" y="56"/>
                </a:cubicBezTo>
                <a:cubicBezTo>
                  <a:pt x="166" y="52"/>
                  <a:pt x="163" y="48"/>
                  <a:pt x="160" y="43"/>
                </a:cubicBezTo>
                <a:cubicBezTo>
                  <a:pt x="161" y="41"/>
                  <a:pt x="161" y="41"/>
                  <a:pt x="161" y="41"/>
                </a:cubicBezTo>
                <a:cubicBezTo>
                  <a:pt x="161" y="41"/>
                  <a:pt x="161" y="41"/>
                  <a:pt x="161" y="41"/>
                </a:cubicBezTo>
                <a:close/>
                <a:moveTo>
                  <a:pt x="232" y="15"/>
                </a:moveTo>
                <a:cubicBezTo>
                  <a:pt x="232" y="15"/>
                  <a:pt x="232" y="15"/>
                  <a:pt x="225" y="10"/>
                </a:cubicBezTo>
                <a:cubicBezTo>
                  <a:pt x="225" y="10"/>
                  <a:pt x="225" y="10"/>
                  <a:pt x="222" y="13"/>
                </a:cubicBezTo>
                <a:cubicBezTo>
                  <a:pt x="222" y="13"/>
                  <a:pt x="222" y="13"/>
                  <a:pt x="206" y="13"/>
                </a:cubicBezTo>
                <a:cubicBezTo>
                  <a:pt x="206" y="13"/>
                  <a:pt x="206" y="13"/>
                  <a:pt x="201" y="10"/>
                </a:cubicBezTo>
                <a:cubicBezTo>
                  <a:pt x="201" y="16"/>
                  <a:pt x="201" y="28"/>
                  <a:pt x="201" y="47"/>
                </a:cubicBezTo>
                <a:cubicBezTo>
                  <a:pt x="201" y="66"/>
                  <a:pt x="201" y="78"/>
                  <a:pt x="201" y="83"/>
                </a:cubicBezTo>
                <a:cubicBezTo>
                  <a:pt x="206" y="80"/>
                  <a:pt x="206" y="80"/>
                  <a:pt x="206" y="80"/>
                </a:cubicBezTo>
                <a:cubicBezTo>
                  <a:pt x="206" y="80"/>
                  <a:pt x="206" y="80"/>
                  <a:pt x="206" y="72"/>
                </a:cubicBezTo>
                <a:cubicBezTo>
                  <a:pt x="206" y="72"/>
                  <a:pt x="206" y="72"/>
                  <a:pt x="223" y="72"/>
                </a:cubicBezTo>
                <a:cubicBezTo>
                  <a:pt x="223" y="72"/>
                  <a:pt x="223" y="72"/>
                  <a:pt x="223" y="79"/>
                </a:cubicBezTo>
                <a:cubicBezTo>
                  <a:pt x="223" y="79"/>
                  <a:pt x="223" y="79"/>
                  <a:pt x="229" y="77"/>
                </a:cubicBezTo>
                <a:cubicBezTo>
                  <a:pt x="228" y="73"/>
                  <a:pt x="228" y="54"/>
                  <a:pt x="228" y="17"/>
                </a:cubicBezTo>
                <a:cubicBezTo>
                  <a:pt x="228" y="17"/>
                  <a:pt x="228" y="17"/>
                  <a:pt x="232" y="15"/>
                </a:cubicBezTo>
                <a:close/>
                <a:moveTo>
                  <a:pt x="206" y="16"/>
                </a:moveTo>
                <a:cubicBezTo>
                  <a:pt x="223" y="16"/>
                  <a:pt x="223" y="16"/>
                  <a:pt x="223" y="16"/>
                </a:cubicBezTo>
                <a:cubicBezTo>
                  <a:pt x="223" y="16"/>
                  <a:pt x="223" y="16"/>
                  <a:pt x="223" y="41"/>
                </a:cubicBezTo>
                <a:cubicBezTo>
                  <a:pt x="223" y="41"/>
                  <a:pt x="223" y="41"/>
                  <a:pt x="206" y="41"/>
                </a:cubicBezTo>
                <a:cubicBezTo>
                  <a:pt x="206" y="41"/>
                  <a:pt x="206" y="41"/>
                  <a:pt x="206" y="16"/>
                </a:cubicBezTo>
                <a:close/>
                <a:moveTo>
                  <a:pt x="206" y="69"/>
                </a:moveTo>
                <a:cubicBezTo>
                  <a:pt x="206" y="69"/>
                  <a:pt x="206" y="69"/>
                  <a:pt x="206" y="44"/>
                </a:cubicBezTo>
                <a:cubicBezTo>
                  <a:pt x="223" y="43"/>
                  <a:pt x="223" y="43"/>
                  <a:pt x="223" y="43"/>
                </a:cubicBezTo>
                <a:cubicBezTo>
                  <a:pt x="223" y="43"/>
                  <a:pt x="223" y="43"/>
                  <a:pt x="223" y="69"/>
                </a:cubicBezTo>
                <a:cubicBezTo>
                  <a:pt x="223" y="69"/>
                  <a:pt x="223" y="69"/>
                  <a:pt x="206" y="69"/>
                </a:cubicBezTo>
                <a:close/>
                <a:moveTo>
                  <a:pt x="282" y="26"/>
                </a:moveTo>
                <a:cubicBezTo>
                  <a:pt x="282" y="26"/>
                  <a:pt x="282" y="26"/>
                  <a:pt x="279" y="29"/>
                </a:cubicBezTo>
                <a:cubicBezTo>
                  <a:pt x="279" y="29"/>
                  <a:pt x="279" y="29"/>
                  <a:pt x="268" y="30"/>
                </a:cubicBezTo>
                <a:cubicBezTo>
                  <a:pt x="268" y="30"/>
                  <a:pt x="268" y="30"/>
                  <a:pt x="268" y="12"/>
                </a:cubicBezTo>
                <a:cubicBezTo>
                  <a:pt x="268" y="12"/>
                  <a:pt x="268" y="12"/>
                  <a:pt x="291" y="12"/>
                </a:cubicBezTo>
                <a:cubicBezTo>
                  <a:pt x="291" y="12"/>
                  <a:pt x="291" y="12"/>
                  <a:pt x="284" y="4"/>
                </a:cubicBezTo>
                <a:cubicBezTo>
                  <a:pt x="284" y="4"/>
                  <a:pt x="284" y="4"/>
                  <a:pt x="278" y="9"/>
                </a:cubicBezTo>
                <a:cubicBezTo>
                  <a:pt x="278" y="9"/>
                  <a:pt x="278" y="9"/>
                  <a:pt x="229" y="9"/>
                </a:cubicBezTo>
                <a:cubicBezTo>
                  <a:pt x="229" y="9"/>
                  <a:pt x="229" y="9"/>
                  <a:pt x="233" y="12"/>
                </a:cubicBezTo>
                <a:cubicBezTo>
                  <a:pt x="233" y="12"/>
                  <a:pt x="233" y="12"/>
                  <a:pt x="238" y="12"/>
                </a:cubicBezTo>
                <a:cubicBezTo>
                  <a:pt x="238" y="12"/>
                  <a:pt x="238" y="12"/>
                  <a:pt x="250" y="12"/>
                </a:cubicBezTo>
                <a:cubicBezTo>
                  <a:pt x="250" y="12"/>
                  <a:pt x="250" y="12"/>
                  <a:pt x="250" y="30"/>
                </a:cubicBezTo>
                <a:cubicBezTo>
                  <a:pt x="250" y="30"/>
                  <a:pt x="250" y="30"/>
                  <a:pt x="240" y="30"/>
                </a:cubicBezTo>
                <a:cubicBezTo>
                  <a:pt x="240" y="30"/>
                  <a:pt x="240" y="30"/>
                  <a:pt x="234" y="26"/>
                </a:cubicBezTo>
                <a:cubicBezTo>
                  <a:pt x="234" y="37"/>
                  <a:pt x="235" y="48"/>
                  <a:pt x="235" y="61"/>
                </a:cubicBezTo>
                <a:cubicBezTo>
                  <a:pt x="235" y="73"/>
                  <a:pt x="234" y="84"/>
                  <a:pt x="234" y="93"/>
                </a:cubicBezTo>
                <a:cubicBezTo>
                  <a:pt x="240" y="90"/>
                  <a:pt x="240" y="90"/>
                  <a:pt x="240" y="90"/>
                </a:cubicBezTo>
                <a:cubicBezTo>
                  <a:pt x="240" y="90"/>
                  <a:pt x="240" y="90"/>
                  <a:pt x="240" y="84"/>
                </a:cubicBezTo>
                <a:cubicBezTo>
                  <a:pt x="240" y="84"/>
                  <a:pt x="240" y="84"/>
                  <a:pt x="279" y="84"/>
                </a:cubicBezTo>
                <a:cubicBezTo>
                  <a:pt x="279" y="84"/>
                  <a:pt x="279" y="84"/>
                  <a:pt x="279" y="91"/>
                </a:cubicBezTo>
                <a:cubicBezTo>
                  <a:pt x="279" y="91"/>
                  <a:pt x="279" y="91"/>
                  <a:pt x="285" y="89"/>
                </a:cubicBezTo>
                <a:cubicBezTo>
                  <a:pt x="285" y="79"/>
                  <a:pt x="285" y="61"/>
                  <a:pt x="285" y="33"/>
                </a:cubicBezTo>
                <a:cubicBezTo>
                  <a:pt x="285" y="33"/>
                  <a:pt x="285" y="33"/>
                  <a:pt x="288" y="31"/>
                </a:cubicBezTo>
                <a:cubicBezTo>
                  <a:pt x="288" y="31"/>
                  <a:pt x="288" y="31"/>
                  <a:pt x="282" y="26"/>
                </a:cubicBezTo>
                <a:close/>
                <a:moveTo>
                  <a:pt x="255" y="12"/>
                </a:moveTo>
                <a:cubicBezTo>
                  <a:pt x="263" y="12"/>
                  <a:pt x="263" y="12"/>
                  <a:pt x="263" y="12"/>
                </a:cubicBezTo>
                <a:cubicBezTo>
                  <a:pt x="263" y="12"/>
                  <a:pt x="263" y="12"/>
                  <a:pt x="263" y="30"/>
                </a:cubicBezTo>
                <a:cubicBezTo>
                  <a:pt x="263" y="30"/>
                  <a:pt x="263" y="30"/>
                  <a:pt x="255" y="30"/>
                </a:cubicBezTo>
                <a:cubicBezTo>
                  <a:pt x="255" y="30"/>
                  <a:pt x="255" y="30"/>
                  <a:pt x="255" y="12"/>
                </a:cubicBezTo>
                <a:close/>
                <a:moveTo>
                  <a:pt x="240" y="32"/>
                </a:moveTo>
                <a:cubicBezTo>
                  <a:pt x="250" y="32"/>
                  <a:pt x="250" y="32"/>
                  <a:pt x="250" y="32"/>
                </a:cubicBezTo>
                <a:cubicBezTo>
                  <a:pt x="250" y="40"/>
                  <a:pt x="249" y="47"/>
                  <a:pt x="248" y="53"/>
                </a:cubicBezTo>
                <a:cubicBezTo>
                  <a:pt x="247" y="58"/>
                  <a:pt x="244" y="63"/>
                  <a:pt x="240" y="69"/>
                </a:cubicBezTo>
                <a:cubicBezTo>
                  <a:pt x="240" y="69"/>
                  <a:pt x="240" y="69"/>
                  <a:pt x="240" y="32"/>
                </a:cubicBezTo>
                <a:close/>
                <a:moveTo>
                  <a:pt x="240" y="81"/>
                </a:moveTo>
                <a:cubicBezTo>
                  <a:pt x="240" y="81"/>
                  <a:pt x="240" y="81"/>
                  <a:pt x="240" y="71"/>
                </a:cubicBezTo>
                <a:cubicBezTo>
                  <a:pt x="246" y="66"/>
                  <a:pt x="250" y="61"/>
                  <a:pt x="252" y="55"/>
                </a:cubicBezTo>
                <a:cubicBezTo>
                  <a:pt x="254" y="49"/>
                  <a:pt x="255" y="41"/>
                  <a:pt x="255" y="32"/>
                </a:cubicBezTo>
                <a:cubicBezTo>
                  <a:pt x="263" y="32"/>
                  <a:pt x="263" y="32"/>
                  <a:pt x="263" y="32"/>
                </a:cubicBezTo>
                <a:cubicBezTo>
                  <a:pt x="263" y="32"/>
                  <a:pt x="263" y="32"/>
                  <a:pt x="263" y="58"/>
                </a:cubicBezTo>
                <a:cubicBezTo>
                  <a:pt x="263" y="62"/>
                  <a:pt x="265" y="64"/>
                  <a:pt x="269" y="64"/>
                </a:cubicBezTo>
                <a:cubicBezTo>
                  <a:pt x="269" y="64"/>
                  <a:pt x="269" y="64"/>
                  <a:pt x="273" y="64"/>
                </a:cubicBezTo>
                <a:cubicBezTo>
                  <a:pt x="278" y="64"/>
                  <a:pt x="280" y="63"/>
                  <a:pt x="279" y="61"/>
                </a:cubicBezTo>
                <a:cubicBezTo>
                  <a:pt x="278" y="58"/>
                  <a:pt x="277" y="57"/>
                  <a:pt x="276" y="58"/>
                </a:cubicBezTo>
                <a:cubicBezTo>
                  <a:pt x="274" y="58"/>
                  <a:pt x="273" y="59"/>
                  <a:pt x="271" y="59"/>
                </a:cubicBezTo>
                <a:cubicBezTo>
                  <a:pt x="269" y="59"/>
                  <a:pt x="268" y="58"/>
                  <a:pt x="268" y="55"/>
                </a:cubicBezTo>
                <a:cubicBezTo>
                  <a:pt x="268" y="55"/>
                  <a:pt x="268" y="55"/>
                  <a:pt x="268" y="32"/>
                </a:cubicBezTo>
                <a:cubicBezTo>
                  <a:pt x="268" y="32"/>
                  <a:pt x="268" y="32"/>
                  <a:pt x="279" y="32"/>
                </a:cubicBezTo>
                <a:cubicBezTo>
                  <a:pt x="279" y="32"/>
                  <a:pt x="279" y="32"/>
                  <a:pt x="279" y="81"/>
                </a:cubicBezTo>
                <a:cubicBezTo>
                  <a:pt x="279" y="81"/>
                  <a:pt x="279" y="81"/>
                  <a:pt x="240" y="8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32" name="Freeform 251">
            <a:extLst>
              <a:ext uri="{FF2B5EF4-FFF2-40B4-BE49-F238E27FC236}">
                <a16:creationId xmlns:a16="http://schemas.microsoft.com/office/drawing/2014/main" id="{8106FAB4-B73A-1BB0-451F-917517D5D2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 rot="16200000">
            <a:off x="9158134" y="554050"/>
            <a:ext cx="225756" cy="1408983"/>
          </a:xfrm>
          <a:custGeom>
            <a:avLst/>
            <a:gdLst>
              <a:gd name="T0" fmla="*/ 31 w 72"/>
              <a:gd name="T1" fmla="*/ 4 h 448"/>
              <a:gd name="T2" fmla="*/ 62 w 72"/>
              <a:gd name="T3" fmla="*/ 4 h 448"/>
              <a:gd name="T4" fmla="*/ 62 w 72"/>
              <a:gd name="T5" fmla="*/ 30 h 448"/>
              <a:gd name="T6" fmla="*/ 1 w 72"/>
              <a:gd name="T7" fmla="*/ 31 h 448"/>
              <a:gd name="T8" fmla="*/ 0 w 72"/>
              <a:gd name="T9" fmla="*/ 64 h 448"/>
              <a:gd name="T10" fmla="*/ 63 w 72"/>
              <a:gd name="T11" fmla="*/ 66 h 448"/>
              <a:gd name="T12" fmla="*/ 11 w 72"/>
              <a:gd name="T13" fmla="*/ 82 h 448"/>
              <a:gd name="T14" fmla="*/ 51 w 72"/>
              <a:gd name="T15" fmla="*/ 47 h 448"/>
              <a:gd name="T16" fmla="*/ 67 w 72"/>
              <a:gd name="T17" fmla="*/ 56 h 448"/>
              <a:gd name="T18" fmla="*/ 71 w 72"/>
              <a:gd name="T19" fmla="*/ 60 h 448"/>
              <a:gd name="T20" fmla="*/ 66 w 72"/>
              <a:gd name="T21" fmla="*/ 72 h 448"/>
              <a:gd name="T22" fmla="*/ 72 w 72"/>
              <a:gd name="T23" fmla="*/ 72 h 448"/>
              <a:gd name="T24" fmla="*/ 66 w 72"/>
              <a:gd name="T25" fmla="*/ 72 h 448"/>
              <a:gd name="T26" fmla="*/ 7 w 72"/>
              <a:gd name="T27" fmla="*/ 128 h 448"/>
              <a:gd name="T28" fmla="*/ 39 w 72"/>
              <a:gd name="T29" fmla="*/ 106 h 448"/>
              <a:gd name="T30" fmla="*/ 61 w 72"/>
              <a:gd name="T31" fmla="*/ 133 h 448"/>
              <a:gd name="T32" fmla="*/ 48 w 72"/>
              <a:gd name="T33" fmla="*/ 108 h 448"/>
              <a:gd name="T34" fmla="*/ 16 w 72"/>
              <a:gd name="T35" fmla="*/ 136 h 448"/>
              <a:gd name="T36" fmla="*/ 3 w 72"/>
              <a:gd name="T37" fmla="*/ 104 h 448"/>
              <a:gd name="T38" fmla="*/ 1 w 72"/>
              <a:gd name="T39" fmla="*/ 144 h 448"/>
              <a:gd name="T40" fmla="*/ 62 w 72"/>
              <a:gd name="T41" fmla="*/ 146 h 448"/>
              <a:gd name="T42" fmla="*/ 54 w 72"/>
              <a:gd name="T43" fmla="*/ 203 h 448"/>
              <a:gd name="T44" fmla="*/ 8 w 72"/>
              <a:gd name="T45" fmla="*/ 244 h 448"/>
              <a:gd name="T46" fmla="*/ 54 w 72"/>
              <a:gd name="T47" fmla="*/ 203 h 448"/>
              <a:gd name="T48" fmla="*/ 4 w 72"/>
              <a:gd name="T49" fmla="*/ 223 h 448"/>
              <a:gd name="T50" fmla="*/ 59 w 72"/>
              <a:gd name="T51" fmla="*/ 223 h 448"/>
              <a:gd name="T52" fmla="*/ 69 w 72"/>
              <a:gd name="T53" fmla="*/ 213 h 448"/>
              <a:gd name="T54" fmla="*/ 69 w 72"/>
              <a:gd name="T55" fmla="*/ 219 h 448"/>
              <a:gd name="T56" fmla="*/ 67 w 72"/>
              <a:gd name="T57" fmla="*/ 228 h 448"/>
              <a:gd name="T58" fmla="*/ 71 w 72"/>
              <a:gd name="T59" fmla="*/ 232 h 448"/>
              <a:gd name="T60" fmla="*/ 1 w 72"/>
              <a:gd name="T61" fmla="*/ 307 h 448"/>
              <a:gd name="T62" fmla="*/ 54 w 72"/>
              <a:gd name="T63" fmla="*/ 268 h 448"/>
              <a:gd name="T64" fmla="*/ 62 w 72"/>
              <a:gd name="T65" fmla="*/ 264 h 448"/>
              <a:gd name="T66" fmla="*/ 9 w 72"/>
              <a:gd name="T67" fmla="*/ 306 h 448"/>
              <a:gd name="T68" fmla="*/ 1 w 72"/>
              <a:gd name="T69" fmla="*/ 310 h 448"/>
              <a:gd name="T70" fmla="*/ 8 w 72"/>
              <a:gd name="T71" fmla="*/ 330 h 448"/>
              <a:gd name="T72" fmla="*/ 54 w 72"/>
              <a:gd name="T73" fmla="*/ 371 h 448"/>
              <a:gd name="T74" fmla="*/ 32 w 72"/>
              <a:gd name="T75" fmla="*/ 375 h 448"/>
              <a:gd name="T76" fmla="*/ 31 w 72"/>
              <a:gd name="T77" fmla="*/ 327 h 448"/>
              <a:gd name="T78" fmla="*/ 66 w 72"/>
              <a:gd name="T79" fmla="*/ 344 h 448"/>
              <a:gd name="T80" fmla="*/ 72 w 72"/>
              <a:gd name="T81" fmla="*/ 344 h 448"/>
              <a:gd name="T82" fmla="*/ 66 w 72"/>
              <a:gd name="T83" fmla="*/ 344 h 448"/>
              <a:gd name="T84" fmla="*/ 71 w 72"/>
              <a:gd name="T85" fmla="*/ 356 h 448"/>
              <a:gd name="T86" fmla="*/ 67 w 72"/>
              <a:gd name="T87" fmla="*/ 360 h 448"/>
              <a:gd name="T88" fmla="*/ 53 w 72"/>
              <a:gd name="T89" fmla="*/ 444 h 448"/>
              <a:gd name="T90" fmla="*/ 1 w 72"/>
              <a:gd name="T91" fmla="*/ 419 h 448"/>
              <a:gd name="T92" fmla="*/ 45 w 72"/>
              <a:gd name="T93" fmla="*/ 396 h 448"/>
              <a:gd name="T94" fmla="*/ 62 w 72"/>
              <a:gd name="T95" fmla="*/ 395 h 448"/>
              <a:gd name="T96" fmla="*/ 8 w 72"/>
              <a:gd name="T97" fmla="*/ 420 h 448"/>
              <a:gd name="T98" fmla="*/ 62 w 72"/>
              <a:gd name="T99" fmla="*/ 444 h 4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72" h="448">
                <a:moveTo>
                  <a:pt x="1" y="31"/>
                </a:moveTo>
                <a:cubicBezTo>
                  <a:pt x="30" y="5"/>
                  <a:pt x="30" y="5"/>
                  <a:pt x="30" y="5"/>
                </a:cubicBezTo>
                <a:cubicBezTo>
                  <a:pt x="30" y="5"/>
                  <a:pt x="31" y="4"/>
                  <a:pt x="31" y="4"/>
                </a:cubicBezTo>
                <a:cubicBezTo>
                  <a:pt x="31" y="4"/>
                  <a:pt x="31" y="4"/>
                  <a:pt x="31" y="4"/>
                </a:cubicBezTo>
                <a:cubicBezTo>
                  <a:pt x="1" y="4"/>
                  <a:pt x="1" y="4"/>
                  <a:pt x="1" y="4"/>
                </a:cubicBezTo>
                <a:cubicBezTo>
                  <a:pt x="1" y="0"/>
                  <a:pt x="1" y="0"/>
                  <a:pt x="1" y="0"/>
                </a:cubicBezTo>
                <a:cubicBezTo>
                  <a:pt x="62" y="0"/>
                  <a:pt x="62" y="0"/>
                  <a:pt x="62" y="0"/>
                </a:cubicBezTo>
                <a:cubicBezTo>
                  <a:pt x="62" y="4"/>
                  <a:pt x="62" y="4"/>
                  <a:pt x="62" y="4"/>
                </a:cubicBezTo>
                <a:cubicBezTo>
                  <a:pt x="33" y="4"/>
                  <a:pt x="33" y="4"/>
                  <a:pt x="33" y="4"/>
                </a:cubicBezTo>
                <a:cubicBezTo>
                  <a:pt x="33" y="4"/>
                  <a:pt x="33" y="4"/>
                  <a:pt x="33" y="4"/>
                </a:cubicBezTo>
                <a:cubicBezTo>
                  <a:pt x="34" y="4"/>
                  <a:pt x="34" y="5"/>
                  <a:pt x="34" y="5"/>
                </a:cubicBezTo>
                <a:cubicBezTo>
                  <a:pt x="62" y="30"/>
                  <a:pt x="62" y="30"/>
                  <a:pt x="62" y="30"/>
                </a:cubicBezTo>
                <a:cubicBezTo>
                  <a:pt x="62" y="35"/>
                  <a:pt x="62" y="35"/>
                  <a:pt x="62" y="35"/>
                </a:cubicBezTo>
                <a:cubicBezTo>
                  <a:pt x="32" y="8"/>
                  <a:pt x="32" y="8"/>
                  <a:pt x="32" y="8"/>
                </a:cubicBezTo>
                <a:cubicBezTo>
                  <a:pt x="1" y="37"/>
                  <a:pt x="1" y="37"/>
                  <a:pt x="1" y="37"/>
                </a:cubicBezTo>
                <a:lnTo>
                  <a:pt x="1" y="31"/>
                </a:lnTo>
                <a:close/>
                <a:moveTo>
                  <a:pt x="54" y="44"/>
                </a:moveTo>
                <a:cubicBezTo>
                  <a:pt x="48" y="39"/>
                  <a:pt x="40" y="36"/>
                  <a:pt x="31" y="36"/>
                </a:cubicBezTo>
                <a:cubicBezTo>
                  <a:pt x="22" y="36"/>
                  <a:pt x="14" y="39"/>
                  <a:pt x="8" y="44"/>
                </a:cubicBezTo>
                <a:cubicBezTo>
                  <a:pt x="3" y="49"/>
                  <a:pt x="0" y="56"/>
                  <a:pt x="0" y="64"/>
                </a:cubicBezTo>
                <a:cubicBezTo>
                  <a:pt x="0" y="73"/>
                  <a:pt x="3" y="80"/>
                  <a:pt x="8" y="85"/>
                </a:cubicBezTo>
                <a:cubicBezTo>
                  <a:pt x="14" y="90"/>
                  <a:pt x="22" y="93"/>
                  <a:pt x="32" y="93"/>
                </a:cubicBezTo>
                <a:cubicBezTo>
                  <a:pt x="41" y="93"/>
                  <a:pt x="49" y="91"/>
                  <a:pt x="54" y="85"/>
                </a:cubicBezTo>
                <a:cubicBezTo>
                  <a:pt x="60" y="80"/>
                  <a:pt x="63" y="74"/>
                  <a:pt x="63" y="66"/>
                </a:cubicBezTo>
                <a:cubicBezTo>
                  <a:pt x="63" y="57"/>
                  <a:pt x="60" y="49"/>
                  <a:pt x="54" y="44"/>
                </a:cubicBezTo>
                <a:close/>
                <a:moveTo>
                  <a:pt x="52" y="82"/>
                </a:moveTo>
                <a:cubicBezTo>
                  <a:pt x="47" y="87"/>
                  <a:pt x="40" y="89"/>
                  <a:pt x="32" y="89"/>
                </a:cubicBezTo>
                <a:cubicBezTo>
                  <a:pt x="23" y="89"/>
                  <a:pt x="16" y="87"/>
                  <a:pt x="11" y="82"/>
                </a:cubicBezTo>
                <a:cubicBezTo>
                  <a:pt x="6" y="78"/>
                  <a:pt x="4" y="72"/>
                  <a:pt x="4" y="64"/>
                </a:cubicBezTo>
                <a:cubicBezTo>
                  <a:pt x="4" y="57"/>
                  <a:pt x="6" y="51"/>
                  <a:pt x="11" y="47"/>
                </a:cubicBezTo>
                <a:cubicBezTo>
                  <a:pt x="16" y="43"/>
                  <a:pt x="23" y="41"/>
                  <a:pt x="31" y="41"/>
                </a:cubicBezTo>
                <a:cubicBezTo>
                  <a:pt x="39" y="41"/>
                  <a:pt x="46" y="43"/>
                  <a:pt x="51" y="47"/>
                </a:cubicBezTo>
                <a:cubicBezTo>
                  <a:pt x="56" y="52"/>
                  <a:pt x="59" y="58"/>
                  <a:pt x="59" y="65"/>
                </a:cubicBezTo>
                <a:cubicBezTo>
                  <a:pt x="59" y="72"/>
                  <a:pt x="56" y="78"/>
                  <a:pt x="52" y="82"/>
                </a:cubicBezTo>
                <a:close/>
                <a:moveTo>
                  <a:pt x="66" y="58"/>
                </a:moveTo>
                <a:cubicBezTo>
                  <a:pt x="66" y="57"/>
                  <a:pt x="66" y="56"/>
                  <a:pt x="67" y="56"/>
                </a:cubicBezTo>
                <a:cubicBezTo>
                  <a:pt x="67" y="55"/>
                  <a:pt x="68" y="55"/>
                  <a:pt x="69" y="55"/>
                </a:cubicBezTo>
                <a:cubicBezTo>
                  <a:pt x="70" y="55"/>
                  <a:pt x="70" y="55"/>
                  <a:pt x="71" y="56"/>
                </a:cubicBezTo>
                <a:cubicBezTo>
                  <a:pt x="71" y="56"/>
                  <a:pt x="72" y="57"/>
                  <a:pt x="72" y="58"/>
                </a:cubicBezTo>
                <a:cubicBezTo>
                  <a:pt x="72" y="59"/>
                  <a:pt x="71" y="59"/>
                  <a:pt x="71" y="60"/>
                </a:cubicBezTo>
                <a:cubicBezTo>
                  <a:pt x="70" y="61"/>
                  <a:pt x="70" y="61"/>
                  <a:pt x="69" y="61"/>
                </a:cubicBezTo>
                <a:cubicBezTo>
                  <a:pt x="68" y="61"/>
                  <a:pt x="67" y="61"/>
                  <a:pt x="67" y="60"/>
                </a:cubicBezTo>
                <a:cubicBezTo>
                  <a:pt x="66" y="59"/>
                  <a:pt x="66" y="59"/>
                  <a:pt x="66" y="58"/>
                </a:cubicBezTo>
                <a:close/>
                <a:moveTo>
                  <a:pt x="66" y="72"/>
                </a:moveTo>
                <a:cubicBezTo>
                  <a:pt x="66" y="71"/>
                  <a:pt x="66" y="70"/>
                  <a:pt x="67" y="70"/>
                </a:cubicBezTo>
                <a:cubicBezTo>
                  <a:pt x="67" y="69"/>
                  <a:pt x="68" y="69"/>
                  <a:pt x="69" y="69"/>
                </a:cubicBezTo>
                <a:cubicBezTo>
                  <a:pt x="70" y="69"/>
                  <a:pt x="70" y="69"/>
                  <a:pt x="71" y="70"/>
                </a:cubicBezTo>
                <a:cubicBezTo>
                  <a:pt x="71" y="70"/>
                  <a:pt x="72" y="71"/>
                  <a:pt x="72" y="72"/>
                </a:cubicBezTo>
                <a:cubicBezTo>
                  <a:pt x="72" y="73"/>
                  <a:pt x="71" y="73"/>
                  <a:pt x="71" y="74"/>
                </a:cubicBezTo>
                <a:cubicBezTo>
                  <a:pt x="70" y="75"/>
                  <a:pt x="70" y="75"/>
                  <a:pt x="69" y="75"/>
                </a:cubicBezTo>
                <a:cubicBezTo>
                  <a:pt x="68" y="75"/>
                  <a:pt x="67" y="75"/>
                  <a:pt x="67" y="74"/>
                </a:cubicBezTo>
                <a:cubicBezTo>
                  <a:pt x="66" y="74"/>
                  <a:pt x="66" y="73"/>
                  <a:pt x="66" y="72"/>
                </a:cubicBezTo>
                <a:close/>
                <a:moveTo>
                  <a:pt x="3" y="104"/>
                </a:moveTo>
                <a:cubicBezTo>
                  <a:pt x="8" y="104"/>
                  <a:pt x="8" y="104"/>
                  <a:pt x="8" y="104"/>
                </a:cubicBezTo>
                <a:cubicBezTo>
                  <a:pt x="5" y="108"/>
                  <a:pt x="4" y="112"/>
                  <a:pt x="4" y="117"/>
                </a:cubicBezTo>
                <a:cubicBezTo>
                  <a:pt x="4" y="122"/>
                  <a:pt x="5" y="125"/>
                  <a:pt x="7" y="128"/>
                </a:cubicBezTo>
                <a:cubicBezTo>
                  <a:pt x="9" y="130"/>
                  <a:pt x="11" y="131"/>
                  <a:pt x="15" y="131"/>
                </a:cubicBezTo>
                <a:cubicBezTo>
                  <a:pt x="18" y="131"/>
                  <a:pt x="20" y="130"/>
                  <a:pt x="22" y="129"/>
                </a:cubicBezTo>
                <a:cubicBezTo>
                  <a:pt x="24" y="127"/>
                  <a:pt x="27" y="124"/>
                  <a:pt x="30" y="118"/>
                </a:cubicBezTo>
                <a:cubicBezTo>
                  <a:pt x="33" y="112"/>
                  <a:pt x="36" y="108"/>
                  <a:pt x="39" y="106"/>
                </a:cubicBezTo>
                <a:cubicBezTo>
                  <a:pt x="41" y="105"/>
                  <a:pt x="44" y="104"/>
                  <a:pt x="47" y="104"/>
                </a:cubicBezTo>
                <a:cubicBezTo>
                  <a:pt x="52" y="104"/>
                  <a:pt x="55" y="106"/>
                  <a:pt x="58" y="109"/>
                </a:cubicBezTo>
                <a:cubicBezTo>
                  <a:pt x="61" y="112"/>
                  <a:pt x="63" y="117"/>
                  <a:pt x="63" y="122"/>
                </a:cubicBezTo>
                <a:cubicBezTo>
                  <a:pt x="63" y="126"/>
                  <a:pt x="62" y="129"/>
                  <a:pt x="61" y="133"/>
                </a:cubicBezTo>
                <a:cubicBezTo>
                  <a:pt x="56" y="133"/>
                  <a:pt x="56" y="133"/>
                  <a:pt x="56" y="133"/>
                </a:cubicBezTo>
                <a:cubicBezTo>
                  <a:pt x="58" y="130"/>
                  <a:pt x="59" y="126"/>
                  <a:pt x="59" y="122"/>
                </a:cubicBezTo>
                <a:cubicBezTo>
                  <a:pt x="59" y="118"/>
                  <a:pt x="58" y="114"/>
                  <a:pt x="56" y="112"/>
                </a:cubicBezTo>
                <a:cubicBezTo>
                  <a:pt x="54" y="109"/>
                  <a:pt x="51" y="108"/>
                  <a:pt x="48" y="108"/>
                </a:cubicBezTo>
                <a:cubicBezTo>
                  <a:pt x="45" y="108"/>
                  <a:pt x="42" y="109"/>
                  <a:pt x="40" y="111"/>
                </a:cubicBezTo>
                <a:cubicBezTo>
                  <a:pt x="38" y="112"/>
                  <a:pt x="36" y="116"/>
                  <a:pt x="33" y="121"/>
                </a:cubicBezTo>
                <a:cubicBezTo>
                  <a:pt x="30" y="127"/>
                  <a:pt x="27" y="131"/>
                  <a:pt x="24" y="133"/>
                </a:cubicBezTo>
                <a:cubicBezTo>
                  <a:pt x="22" y="135"/>
                  <a:pt x="19" y="136"/>
                  <a:pt x="16" y="136"/>
                </a:cubicBezTo>
                <a:cubicBezTo>
                  <a:pt x="11" y="136"/>
                  <a:pt x="7" y="134"/>
                  <a:pt x="4" y="131"/>
                </a:cubicBezTo>
                <a:cubicBezTo>
                  <a:pt x="1" y="127"/>
                  <a:pt x="0" y="123"/>
                  <a:pt x="0" y="117"/>
                </a:cubicBezTo>
                <a:cubicBezTo>
                  <a:pt x="0" y="115"/>
                  <a:pt x="0" y="113"/>
                  <a:pt x="1" y="110"/>
                </a:cubicBezTo>
                <a:cubicBezTo>
                  <a:pt x="1" y="107"/>
                  <a:pt x="2" y="105"/>
                  <a:pt x="3" y="104"/>
                </a:cubicBezTo>
                <a:close/>
                <a:moveTo>
                  <a:pt x="5" y="150"/>
                </a:moveTo>
                <a:cubicBezTo>
                  <a:pt x="5" y="186"/>
                  <a:pt x="5" y="186"/>
                  <a:pt x="5" y="186"/>
                </a:cubicBezTo>
                <a:cubicBezTo>
                  <a:pt x="1" y="186"/>
                  <a:pt x="1" y="186"/>
                  <a:pt x="1" y="186"/>
                </a:cubicBezTo>
                <a:cubicBezTo>
                  <a:pt x="1" y="144"/>
                  <a:pt x="1" y="144"/>
                  <a:pt x="1" y="144"/>
                </a:cubicBezTo>
                <a:cubicBezTo>
                  <a:pt x="2" y="144"/>
                  <a:pt x="2" y="144"/>
                  <a:pt x="2" y="144"/>
                </a:cubicBezTo>
                <a:cubicBezTo>
                  <a:pt x="58" y="180"/>
                  <a:pt x="58" y="180"/>
                  <a:pt x="58" y="180"/>
                </a:cubicBezTo>
                <a:cubicBezTo>
                  <a:pt x="58" y="146"/>
                  <a:pt x="58" y="146"/>
                  <a:pt x="58" y="146"/>
                </a:cubicBezTo>
                <a:cubicBezTo>
                  <a:pt x="62" y="146"/>
                  <a:pt x="62" y="146"/>
                  <a:pt x="62" y="146"/>
                </a:cubicBezTo>
                <a:cubicBezTo>
                  <a:pt x="62" y="187"/>
                  <a:pt x="62" y="187"/>
                  <a:pt x="62" y="187"/>
                </a:cubicBezTo>
                <a:cubicBezTo>
                  <a:pt x="60" y="187"/>
                  <a:pt x="60" y="187"/>
                  <a:pt x="60" y="187"/>
                </a:cubicBezTo>
                <a:lnTo>
                  <a:pt x="5" y="150"/>
                </a:lnTo>
                <a:close/>
                <a:moveTo>
                  <a:pt x="54" y="203"/>
                </a:moveTo>
                <a:cubicBezTo>
                  <a:pt x="48" y="197"/>
                  <a:pt x="40" y="195"/>
                  <a:pt x="31" y="195"/>
                </a:cubicBezTo>
                <a:cubicBezTo>
                  <a:pt x="22" y="195"/>
                  <a:pt x="14" y="197"/>
                  <a:pt x="8" y="202"/>
                </a:cubicBezTo>
                <a:cubicBezTo>
                  <a:pt x="3" y="207"/>
                  <a:pt x="0" y="214"/>
                  <a:pt x="0" y="223"/>
                </a:cubicBezTo>
                <a:cubicBezTo>
                  <a:pt x="0" y="232"/>
                  <a:pt x="3" y="239"/>
                  <a:pt x="8" y="244"/>
                </a:cubicBezTo>
                <a:cubicBezTo>
                  <a:pt x="14" y="249"/>
                  <a:pt x="22" y="252"/>
                  <a:pt x="32" y="252"/>
                </a:cubicBezTo>
                <a:cubicBezTo>
                  <a:pt x="41" y="252"/>
                  <a:pt x="49" y="249"/>
                  <a:pt x="54" y="244"/>
                </a:cubicBezTo>
                <a:cubicBezTo>
                  <a:pt x="60" y="239"/>
                  <a:pt x="63" y="232"/>
                  <a:pt x="63" y="224"/>
                </a:cubicBezTo>
                <a:cubicBezTo>
                  <a:pt x="63" y="215"/>
                  <a:pt x="60" y="208"/>
                  <a:pt x="54" y="203"/>
                </a:cubicBezTo>
                <a:close/>
                <a:moveTo>
                  <a:pt x="52" y="241"/>
                </a:moveTo>
                <a:cubicBezTo>
                  <a:pt x="47" y="245"/>
                  <a:pt x="40" y="247"/>
                  <a:pt x="32" y="247"/>
                </a:cubicBezTo>
                <a:cubicBezTo>
                  <a:pt x="23" y="247"/>
                  <a:pt x="16" y="245"/>
                  <a:pt x="11" y="241"/>
                </a:cubicBezTo>
                <a:cubicBezTo>
                  <a:pt x="6" y="236"/>
                  <a:pt x="4" y="230"/>
                  <a:pt x="4" y="223"/>
                </a:cubicBezTo>
                <a:cubicBezTo>
                  <a:pt x="4" y="216"/>
                  <a:pt x="6" y="210"/>
                  <a:pt x="11" y="206"/>
                </a:cubicBezTo>
                <a:cubicBezTo>
                  <a:pt x="16" y="201"/>
                  <a:pt x="23" y="199"/>
                  <a:pt x="31" y="199"/>
                </a:cubicBezTo>
                <a:cubicBezTo>
                  <a:pt x="39" y="199"/>
                  <a:pt x="46" y="201"/>
                  <a:pt x="51" y="206"/>
                </a:cubicBezTo>
                <a:cubicBezTo>
                  <a:pt x="56" y="210"/>
                  <a:pt x="59" y="216"/>
                  <a:pt x="59" y="223"/>
                </a:cubicBezTo>
                <a:cubicBezTo>
                  <a:pt x="59" y="231"/>
                  <a:pt x="56" y="237"/>
                  <a:pt x="52" y="241"/>
                </a:cubicBezTo>
                <a:close/>
                <a:moveTo>
                  <a:pt x="66" y="216"/>
                </a:moveTo>
                <a:cubicBezTo>
                  <a:pt x="66" y="215"/>
                  <a:pt x="66" y="215"/>
                  <a:pt x="67" y="214"/>
                </a:cubicBezTo>
                <a:cubicBezTo>
                  <a:pt x="67" y="214"/>
                  <a:pt x="68" y="213"/>
                  <a:pt x="69" y="213"/>
                </a:cubicBezTo>
                <a:cubicBezTo>
                  <a:pt x="70" y="213"/>
                  <a:pt x="70" y="214"/>
                  <a:pt x="71" y="214"/>
                </a:cubicBezTo>
                <a:cubicBezTo>
                  <a:pt x="71" y="215"/>
                  <a:pt x="72" y="215"/>
                  <a:pt x="72" y="216"/>
                </a:cubicBezTo>
                <a:cubicBezTo>
                  <a:pt x="72" y="217"/>
                  <a:pt x="71" y="218"/>
                  <a:pt x="71" y="218"/>
                </a:cubicBezTo>
                <a:cubicBezTo>
                  <a:pt x="70" y="219"/>
                  <a:pt x="70" y="219"/>
                  <a:pt x="69" y="219"/>
                </a:cubicBezTo>
                <a:cubicBezTo>
                  <a:pt x="68" y="219"/>
                  <a:pt x="67" y="219"/>
                  <a:pt x="67" y="218"/>
                </a:cubicBezTo>
                <a:cubicBezTo>
                  <a:pt x="66" y="218"/>
                  <a:pt x="66" y="217"/>
                  <a:pt x="66" y="216"/>
                </a:cubicBezTo>
                <a:close/>
                <a:moveTo>
                  <a:pt x="66" y="230"/>
                </a:moveTo>
                <a:cubicBezTo>
                  <a:pt x="66" y="230"/>
                  <a:pt x="66" y="229"/>
                  <a:pt x="67" y="228"/>
                </a:cubicBezTo>
                <a:cubicBezTo>
                  <a:pt x="67" y="228"/>
                  <a:pt x="68" y="227"/>
                  <a:pt x="69" y="227"/>
                </a:cubicBezTo>
                <a:cubicBezTo>
                  <a:pt x="70" y="227"/>
                  <a:pt x="70" y="228"/>
                  <a:pt x="71" y="228"/>
                </a:cubicBezTo>
                <a:cubicBezTo>
                  <a:pt x="71" y="229"/>
                  <a:pt x="72" y="230"/>
                  <a:pt x="72" y="230"/>
                </a:cubicBezTo>
                <a:cubicBezTo>
                  <a:pt x="72" y="231"/>
                  <a:pt x="71" y="232"/>
                  <a:pt x="71" y="232"/>
                </a:cubicBezTo>
                <a:cubicBezTo>
                  <a:pt x="70" y="233"/>
                  <a:pt x="70" y="233"/>
                  <a:pt x="69" y="233"/>
                </a:cubicBezTo>
                <a:cubicBezTo>
                  <a:pt x="68" y="233"/>
                  <a:pt x="67" y="233"/>
                  <a:pt x="67" y="233"/>
                </a:cubicBezTo>
                <a:cubicBezTo>
                  <a:pt x="66" y="232"/>
                  <a:pt x="66" y="231"/>
                  <a:pt x="66" y="230"/>
                </a:cubicBezTo>
                <a:close/>
                <a:moveTo>
                  <a:pt x="1" y="307"/>
                </a:moveTo>
                <a:cubicBezTo>
                  <a:pt x="50" y="271"/>
                  <a:pt x="50" y="271"/>
                  <a:pt x="50" y="271"/>
                </a:cubicBezTo>
                <a:cubicBezTo>
                  <a:pt x="51" y="270"/>
                  <a:pt x="52" y="269"/>
                  <a:pt x="53" y="269"/>
                </a:cubicBezTo>
                <a:cubicBezTo>
                  <a:pt x="54" y="268"/>
                  <a:pt x="54" y="268"/>
                  <a:pt x="54" y="268"/>
                </a:cubicBezTo>
                <a:cubicBezTo>
                  <a:pt x="54" y="268"/>
                  <a:pt x="54" y="268"/>
                  <a:pt x="54" y="268"/>
                </a:cubicBezTo>
                <a:cubicBezTo>
                  <a:pt x="53" y="268"/>
                  <a:pt x="52" y="268"/>
                  <a:pt x="51" y="268"/>
                </a:cubicBezTo>
                <a:cubicBezTo>
                  <a:pt x="1" y="268"/>
                  <a:pt x="1" y="268"/>
                  <a:pt x="1" y="268"/>
                </a:cubicBezTo>
                <a:cubicBezTo>
                  <a:pt x="1" y="264"/>
                  <a:pt x="1" y="264"/>
                  <a:pt x="1" y="264"/>
                </a:cubicBezTo>
                <a:cubicBezTo>
                  <a:pt x="62" y="264"/>
                  <a:pt x="62" y="264"/>
                  <a:pt x="62" y="264"/>
                </a:cubicBezTo>
                <a:cubicBezTo>
                  <a:pt x="62" y="267"/>
                  <a:pt x="62" y="267"/>
                  <a:pt x="62" y="267"/>
                </a:cubicBezTo>
                <a:cubicBezTo>
                  <a:pt x="13" y="303"/>
                  <a:pt x="13" y="303"/>
                  <a:pt x="13" y="303"/>
                </a:cubicBezTo>
                <a:cubicBezTo>
                  <a:pt x="12" y="304"/>
                  <a:pt x="11" y="305"/>
                  <a:pt x="9" y="306"/>
                </a:cubicBezTo>
                <a:cubicBezTo>
                  <a:pt x="9" y="306"/>
                  <a:pt x="9" y="306"/>
                  <a:pt x="9" y="306"/>
                </a:cubicBezTo>
                <a:cubicBezTo>
                  <a:pt x="11" y="306"/>
                  <a:pt x="13" y="306"/>
                  <a:pt x="14" y="306"/>
                </a:cubicBezTo>
                <a:cubicBezTo>
                  <a:pt x="62" y="306"/>
                  <a:pt x="62" y="306"/>
                  <a:pt x="62" y="306"/>
                </a:cubicBezTo>
                <a:cubicBezTo>
                  <a:pt x="62" y="310"/>
                  <a:pt x="62" y="310"/>
                  <a:pt x="62" y="310"/>
                </a:cubicBezTo>
                <a:cubicBezTo>
                  <a:pt x="1" y="310"/>
                  <a:pt x="1" y="310"/>
                  <a:pt x="1" y="310"/>
                </a:cubicBezTo>
                <a:lnTo>
                  <a:pt x="1" y="307"/>
                </a:lnTo>
                <a:close/>
                <a:moveTo>
                  <a:pt x="54" y="330"/>
                </a:moveTo>
                <a:cubicBezTo>
                  <a:pt x="48" y="325"/>
                  <a:pt x="40" y="322"/>
                  <a:pt x="31" y="322"/>
                </a:cubicBezTo>
                <a:cubicBezTo>
                  <a:pt x="22" y="322"/>
                  <a:pt x="14" y="325"/>
                  <a:pt x="8" y="330"/>
                </a:cubicBezTo>
                <a:cubicBezTo>
                  <a:pt x="3" y="335"/>
                  <a:pt x="0" y="342"/>
                  <a:pt x="0" y="350"/>
                </a:cubicBezTo>
                <a:cubicBezTo>
                  <a:pt x="0" y="359"/>
                  <a:pt x="3" y="366"/>
                  <a:pt x="8" y="371"/>
                </a:cubicBezTo>
                <a:cubicBezTo>
                  <a:pt x="14" y="376"/>
                  <a:pt x="22" y="379"/>
                  <a:pt x="32" y="379"/>
                </a:cubicBezTo>
                <a:cubicBezTo>
                  <a:pt x="41" y="379"/>
                  <a:pt x="49" y="376"/>
                  <a:pt x="54" y="371"/>
                </a:cubicBezTo>
                <a:cubicBezTo>
                  <a:pt x="60" y="366"/>
                  <a:pt x="63" y="360"/>
                  <a:pt x="63" y="351"/>
                </a:cubicBezTo>
                <a:cubicBezTo>
                  <a:pt x="63" y="342"/>
                  <a:pt x="60" y="335"/>
                  <a:pt x="54" y="330"/>
                </a:cubicBezTo>
                <a:close/>
                <a:moveTo>
                  <a:pt x="52" y="368"/>
                </a:moveTo>
                <a:cubicBezTo>
                  <a:pt x="47" y="372"/>
                  <a:pt x="40" y="375"/>
                  <a:pt x="32" y="375"/>
                </a:cubicBezTo>
                <a:cubicBezTo>
                  <a:pt x="23" y="375"/>
                  <a:pt x="16" y="372"/>
                  <a:pt x="11" y="368"/>
                </a:cubicBezTo>
                <a:cubicBezTo>
                  <a:pt x="6" y="364"/>
                  <a:pt x="4" y="358"/>
                  <a:pt x="4" y="350"/>
                </a:cubicBezTo>
                <a:cubicBezTo>
                  <a:pt x="4" y="343"/>
                  <a:pt x="6" y="337"/>
                  <a:pt x="11" y="333"/>
                </a:cubicBezTo>
                <a:cubicBezTo>
                  <a:pt x="16" y="329"/>
                  <a:pt x="23" y="327"/>
                  <a:pt x="31" y="327"/>
                </a:cubicBezTo>
                <a:cubicBezTo>
                  <a:pt x="39" y="327"/>
                  <a:pt x="46" y="329"/>
                  <a:pt x="51" y="333"/>
                </a:cubicBezTo>
                <a:cubicBezTo>
                  <a:pt x="56" y="338"/>
                  <a:pt x="59" y="344"/>
                  <a:pt x="59" y="351"/>
                </a:cubicBezTo>
                <a:cubicBezTo>
                  <a:pt x="59" y="358"/>
                  <a:pt x="56" y="364"/>
                  <a:pt x="52" y="368"/>
                </a:cubicBezTo>
                <a:close/>
                <a:moveTo>
                  <a:pt x="66" y="344"/>
                </a:moveTo>
                <a:cubicBezTo>
                  <a:pt x="66" y="343"/>
                  <a:pt x="66" y="342"/>
                  <a:pt x="67" y="342"/>
                </a:cubicBezTo>
                <a:cubicBezTo>
                  <a:pt x="67" y="341"/>
                  <a:pt x="68" y="341"/>
                  <a:pt x="69" y="341"/>
                </a:cubicBezTo>
                <a:cubicBezTo>
                  <a:pt x="70" y="341"/>
                  <a:pt x="70" y="341"/>
                  <a:pt x="71" y="342"/>
                </a:cubicBezTo>
                <a:cubicBezTo>
                  <a:pt x="71" y="342"/>
                  <a:pt x="72" y="343"/>
                  <a:pt x="72" y="344"/>
                </a:cubicBezTo>
                <a:cubicBezTo>
                  <a:pt x="72" y="344"/>
                  <a:pt x="71" y="345"/>
                  <a:pt x="71" y="346"/>
                </a:cubicBezTo>
                <a:cubicBezTo>
                  <a:pt x="70" y="346"/>
                  <a:pt x="70" y="347"/>
                  <a:pt x="69" y="347"/>
                </a:cubicBezTo>
                <a:cubicBezTo>
                  <a:pt x="68" y="347"/>
                  <a:pt x="67" y="346"/>
                  <a:pt x="67" y="346"/>
                </a:cubicBezTo>
                <a:cubicBezTo>
                  <a:pt x="66" y="345"/>
                  <a:pt x="66" y="345"/>
                  <a:pt x="66" y="344"/>
                </a:cubicBezTo>
                <a:close/>
                <a:moveTo>
                  <a:pt x="66" y="358"/>
                </a:moveTo>
                <a:cubicBezTo>
                  <a:pt x="66" y="357"/>
                  <a:pt x="66" y="356"/>
                  <a:pt x="67" y="356"/>
                </a:cubicBezTo>
                <a:cubicBezTo>
                  <a:pt x="67" y="355"/>
                  <a:pt x="68" y="355"/>
                  <a:pt x="69" y="355"/>
                </a:cubicBezTo>
                <a:cubicBezTo>
                  <a:pt x="70" y="355"/>
                  <a:pt x="70" y="355"/>
                  <a:pt x="71" y="356"/>
                </a:cubicBezTo>
                <a:cubicBezTo>
                  <a:pt x="71" y="356"/>
                  <a:pt x="72" y="357"/>
                  <a:pt x="72" y="358"/>
                </a:cubicBezTo>
                <a:cubicBezTo>
                  <a:pt x="72" y="359"/>
                  <a:pt x="71" y="359"/>
                  <a:pt x="71" y="360"/>
                </a:cubicBezTo>
                <a:cubicBezTo>
                  <a:pt x="70" y="361"/>
                  <a:pt x="70" y="361"/>
                  <a:pt x="69" y="361"/>
                </a:cubicBezTo>
                <a:cubicBezTo>
                  <a:pt x="68" y="361"/>
                  <a:pt x="67" y="361"/>
                  <a:pt x="67" y="360"/>
                </a:cubicBezTo>
                <a:cubicBezTo>
                  <a:pt x="66" y="359"/>
                  <a:pt x="66" y="359"/>
                  <a:pt x="66" y="358"/>
                </a:cubicBezTo>
                <a:close/>
                <a:moveTo>
                  <a:pt x="1" y="444"/>
                </a:moveTo>
                <a:cubicBezTo>
                  <a:pt x="44" y="444"/>
                  <a:pt x="44" y="444"/>
                  <a:pt x="44" y="444"/>
                </a:cubicBezTo>
                <a:cubicBezTo>
                  <a:pt x="45" y="444"/>
                  <a:pt x="48" y="444"/>
                  <a:pt x="53" y="444"/>
                </a:cubicBezTo>
                <a:cubicBezTo>
                  <a:pt x="53" y="444"/>
                  <a:pt x="53" y="444"/>
                  <a:pt x="53" y="444"/>
                </a:cubicBezTo>
                <a:cubicBezTo>
                  <a:pt x="51" y="443"/>
                  <a:pt x="49" y="443"/>
                  <a:pt x="48" y="442"/>
                </a:cubicBezTo>
                <a:cubicBezTo>
                  <a:pt x="1" y="420"/>
                  <a:pt x="1" y="420"/>
                  <a:pt x="1" y="420"/>
                </a:cubicBezTo>
                <a:cubicBezTo>
                  <a:pt x="1" y="419"/>
                  <a:pt x="1" y="419"/>
                  <a:pt x="1" y="419"/>
                </a:cubicBezTo>
                <a:cubicBezTo>
                  <a:pt x="47" y="397"/>
                  <a:pt x="47" y="397"/>
                  <a:pt x="47" y="397"/>
                </a:cubicBezTo>
                <a:cubicBezTo>
                  <a:pt x="49" y="397"/>
                  <a:pt x="51" y="396"/>
                  <a:pt x="53" y="395"/>
                </a:cubicBezTo>
                <a:cubicBezTo>
                  <a:pt x="53" y="395"/>
                  <a:pt x="53" y="395"/>
                  <a:pt x="53" y="395"/>
                </a:cubicBezTo>
                <a:cubicBezTo>
                  <a:pt x="50" y="395"/>
                  <a:pt x="48" y="396"/>
                  <a:pt x="45" y="396"/>
                </a:cubicBezTo>
                <a:cubicBezTo>
                  <a:pt x="1" y="396"/>
                  <a:pt x="1" y="396"/>
                  <a:pt x="1" y="396"/>
                </a:cubicBezTo>
                <a:cubicBezTo>
                  <a:pt x="1" y="391"/>
                  <a:pt x="1" y="391"/>
                  <a:pt x="1" y="391"/>
                </a:cubicBezTo>
                <a:cubicBezTo>
                  <a:pt x="62" y="391"/>
                  <a:pt x="62" y="391"/>
                  <a:pt x="62" y="391"/>
                </a:cubicBezTo>
                <a:cubicBezTo>
                  <a:pt x="62" y="395"/>
                  <a:pt x="62" y="395"/>
                  <a:pt x="62" y="395"/>
                </a:cubicBezTo>
                <a:cubicBezTo>
                  <a:pt x="13" y="418"/>
                  <a:pt x="13" y="418"/>
                  <a:pt x="13" y="418"/>
                </a:cubicBezTo>
                <a:cubicBezTo>
                  <a:pt x="12" y="418"/>
                  <a:pt x="12" y="418"/>
                  <a:pt x="12" y="418"/>
                </a:cubicBezTo>
                <a:cubicBezTo>
                  <a:pt x="11" y="419"/>
                  <a:pt x="11" y="419"/>
                  <a:pt x="10" y="419"/>
                </a:cubicBezTo>
                <a:cubicBezTo>
                  <a:pt x="9" y="419"/>
                  <a:pt x="9" y="419"/>
                  <a:pt x="8" y="420"/>
                </a:cubicBezTo>
                <a:cubicBezTo>
                  <a:pt x="8" y="420"/>
                  <a:pt x="8" y="420"/>
                  <a:pt x="8" y="420"/>
                </a:cubicBezTo>
                <a:cubicBezTo>
                  <a:pt x="9" y="421"/>
                  <a:pt x="9" y="421"/>
                  <a:pt x="9" y="421"/>
                </a:cubicBezTo>
                <a:cubicBezTo>
                  <a:pt x="9" y="421"/>
                  <a:pt x="10" y="421"/>
                  <a:pt x="13" y="422"/>
                </a:cubicBezTo>
                <a:cubicBezTo>
                  <a:pt x="62" y="444"/>
                  <a:pt x="62" y="444"/>
                  <a:pt x="62" y="444"/>
                </a:cubicBezTo>
                <a:cubicBezTo>
                  <a:pt x="62" y="448"/>
                  <a:pt x="62" y="448"/>
                  <a:pt x="62" y="448"/>
                </a:cubicBezTo>
                <a:cubicBezTo>
                  <a:pt x="1" y="448"/>
                  <a:pt x="1" y="448"/>
                  <a:pt x="1" y="448"/>
                </a:cubicBezTo>
                <a:lnTo>
                  <a:pt x="1" y="444"/>
                </a:lnTo>
                <a:close/>
              </a:path>
            </a:pathLst>
          </a:custGeom>
          <a:solidFill>
            <a:srgbClr val="FF5C39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33" name="Freeform 252">
            <a:extLst>
              <a:ext uri="{FF2B5EF4-FFF2-40B4-BE49-F238E27FC236}">
                <a16:creationId xmlns:a16="http://schemas.microsoft.com/office/drawing/2014/main" id="{E271AE2A-5F75-6303-7AF9-196965CC3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 rot="16200000">
            <a:off x="6950831" y="5001155"/>
            <a:ext cx="267154" cy="1080177"/>
          </a:xfrm>
          <a:custGeom>
            <a:avLst/>
            <a:gdLst>
              <a:gd name="T0" fmla="*/ 0 w 88"/>
              <a:gd name="T1" fmla="*/ 31 h 355"/>
              <a:gd name="T2" fmla="*/ 33 w 88"/>
              <a:gd name="T3" fmla="*/ 0 h 355"/>
              <a:gd name="T4" fmla="*/ 69 w 88"/>
              <a:gd name="T5" fmla="*/ 34 h 355"/>
              <a:gd name="T6" fmla="*/ 62 w 88"/>
              <a:gd name="T7" fmla="*/ 49 h 355"/>
              <a:gd name="T8" fmla="*/ 56 w 88"/>
              <a:gd name="T9" fmla="*/ 13 h 355"/>
              <a:gd name="T10" fmla="*/ 12 w 88"/>
              <a:gd name="T11" fmla="*/ 13 h 355"/>
              <a:gd name="T12" fmla="*/ 7 w 88"/>
              <a:gd name="T13" fmla="*/ 49 h 355"/>
              <a:gd name="T14" fmla="*/ 1 w 88"/>
              <a:gd name="T15" fmla="*/ 58 h 355"/>
              <a:gd name="T16" fmla="*/ 22 w 88"/>
              <a:gd name="T17" fmla="*/ 70 h 355"/>
              <a:gd name="T18" fmla="*/ 1 w 88"/>
              <a:gd name="T19" fmla="*/ 107 h 355"/>
              <a:gd name="T20" fmla="*/ 68 w 88"/>
              <a:gd name="T21" fmla="*/ 87 h 355"/>
              <a:gd name="T22" fmla="*/ 1 w 88"/>
              <a:gd name="T23" fmla="*/ 58 h 355"/>
              <a:gd name="T24" fmla="*/ 60 w 88"/>
              <a:gd name="T25" fmla="*/ 86 h 355"/>
              <a:gd name="T26" fmla="*/ 26 w 88"/>
              <a:gd name="T27" fmla="*/ 98 h 355"/>
              <a:gd name="T28" fmla="*/ 57 w 88"/>
              <a:gd name="T29" fmla="*/ 83 h 355"/>
              <a:gd name="T30" fmla="*/ 73 w 88"/>
              <a:gd name="T31" fmla="*/ 81 h 355"/>
              <a:gd name="T32" fmla="*/ 88 w 88"/>
              <a:gd name="T33" fmla="*/ 88 h 355"/>
              <a:gd name="T34" fmla="*/ 73 w 88"/>
              <a:gd name="T35" fmla="*/ 81 h 355"/>
              <a:gd name="T36" fmla="*/ 49 w 88"/>
              <a:gd name="T37" fmla="*/ 183 h 355"/>
              <a:gd name="T38" fmla="*/ 58 w 88"/>
              <a:gd name="T39" fmla="*/ 183 h 355"/>
              <a:gd name="T40" fmla="*/ 1 w 88"/>
              <a:gd name="T41" fmla="*/ 156 h 355"/>
              <a:gd name="T42" fmla="*/ 52 w 88"/>
              <a:gd name="T43" fmla="*/ 131 h 355"/>
              <a:gd name="T44" fmla="*/ 59 w 88"/>
              <a:gd name="T45" fmla="*/ 128 h 355"/>
              <a:gd name="T46" fmla="*/ 1 w 88"/>
              <a:gd name="T47" fmla="*/ 129 h 355"/>
              <a:gd name="T48" fmla="*/ 68 w 88"/>
              <a:gd name="T49" fmla="*/ 124 h 355"/>
              <a:gd name="T50" fmla="*/ 14 w 88"/>
              <a:gd name="T51" fmla="*/ 154 h 355"/>
              <a:gd name="T52" fmla="*/ 11 w 88"/>
              <a:gd name="T53" fmla="*/ 155 h 355"/>
              <a:gd name="T54" fmla="*/ 8 w 88"/>
              <a:gd name="T55" fmla="*/ 156 h 355"/>
              <a:gd name="T56" fmla="*/ 14 w 88"/>
              <a:gd name="T57" fmla="*/ 158 h 355"/>
              <a:gd name="T58" fmla="*/ 68 w 88"/>
              <a:gd name="T59" fmla="*/ 187 h 355"/>
              <a:gd name="T60" fmla="*/ 1 w 88"/>
              <a:gd name="T61" fmla="*/ 183 h 355"/>
              <a:gd name="T62" fmla="*/ 67 w 88"/>
              <a:gd name="T63" fmla="*/ 291 h 355"/>
              <a:gd name="T64" fmla="*/ 64 w 88"/>
              <a:gd name="T65" fmla="*/ 286 h 355"/>
              <a:gd name="T66" fmla="*/ 64 w 88"/>
              <a:gd name="T67" fmla="*/ 280 h 355"/>
              <a:gd name="T68" fmla="*/ 69 w 88"/>
              <a:gd name="T69" fmla="*/ 260 h 355"/>
              <a:gd name="T70" fmla="*/ 60 w 88"/>
              <a:gd name="T71" fmla="*/ 236 h 355"/>
              <a:gd name="T72" fmla="*/ 34 w 88"/>
              <a:gd name="T73" fmla="*/ 227 h 355"/>
              <a:gd name="T74" fmla="*/ 9 w 88"/>
              <a:gd name="T75" fmla="*/ 236 h 355"/>
              <a:gd name="T76" fmla="*/ 0 w 88"/>
              <a:gd name="T77" fmla="*/ 258 h 355"/>
              <a:gd name="T78" fmla="*/ 9 w 88"/>
              <a:gd name="T79" fmla="*/ 282 h 355"/>
              <a:gd name="T80" fmla="*/ 35 w 88"/>
              <a:gd name="T81" fmla="*/ 290 h 355"/>
              <a:gd name="T82" fmla="*/ 60 w 88"/>
              <a:gd name="T83" fmla="*/ 284 h 355"/>
              <a:gd name="T84" fmla="*/ 70 w 88"/>
              <a:gd name="T85" fmla="*/ 296 h 355"/>
              <a:gd name="T86" fmla="*/ 76 w 88"/>
              <a:gd name="T87" fmla="*/ 295 h 355"/>
              <a:gd name="T88" fmla="*/ 70 w 88"/>
              <a:gd name="T89" fmla="*/ 291 h 355"/>
              <a:gd name="T90" fmla="*/ 47 w 88"/>
              <a:gd name="T91" fmla="*/ 284 h 355"/>
              <a:gd name="T92" fmla="*/ 22 w 88"/>
              <a:gd name="T93" fmla="*/ 284 h 355"/>
              <a:gd name="T94" fmla="*/ 6 w 88"/>
              <a:gd name="T95" fmla="*/ 270 h 355"/>
              <a:gd name="T96" fmla="*/ 6 w 88"/>
              <a:gd name="T97" fmla="*/ 247 h 355"/>
              <a:gd name="T98" fmla="*/ 22 w 88"/>
              <a:gd name="T99" fmla="*/ 234 h 355"/>
              <a:gd name="T100" fmla="*/ 47 w 88"/>
              <a:gd name="T101" fmla="*/ 234 h 355"/>
              <a:gd name="T102" fmla="*/ 63 w 88"/>
              <a:gd name="T103" fmla="*/ 248 h 355"/>
              <a:gd name="T104" fmla="*/ 63 w 88"/>
              <a:gd name="T105" fmla="*/ 270 h 355"/>
              <a:gd name="T106" fmla="*/ 1 w 88"/>
              <a:gd name="T107" fmla="*/ 352 h 355"/>
              <a:gd name="T108" fmla="*/ 58 w 88"/>
              <a:gd name="T109" fmla="*/ 309 h 355"/>
              <a:gd name="T110" fmla="*/ 59 w 88"/>
              <a:gd name="T111" fmla="*/ 309 h 355"/>
              <a:gd name="T112" fmla="*/ 1 w 88"/>
              <a:gd name="T113" fmla="*/ 309 h 355"/>
              <a:gd name="T114" fmla="*/ 68 w 88"/>
              <a:gd name="T115" fmla="*/ 304 h 355"/>
              <a:gd name="T116" fmla="*/ 14 w 88"/>
              <a:gd name="T117" fmla="*/ 347 h 355"/>
              <a:gd name="T118" fmla="*/ 10 w 88"/>
              <a:gd name="T119" fmla="*/ 351 h 355"/>
              <a:gd name="T120" fmla="*/ 68 w 88"/>
              <a:gd name="T121" fmla="*/ 350 h 355"/>
              <a:gd name="T122" fmla="*/ 1 w 88"/>
              <a:gd name="T123" fmla="*/ 355 h 3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88" h="355">
                <a:moveTo>
                  <a:pt x="3" y="49"/>
                </a:moveTo>
                <a:cubicBezTo>
                  <a:pt x="1" y="43"/>
                  <a:pt x="0" y="37"/>
                  <a:pt x="0" y="31"/>
                </a:cubicBezTo>
                <a:cubicBezTo>
                  <a:pt x="0" y="22"/>
                  <a:pt x="3" y="15"/>
                  <a:pt x="9" y="9"/>
                </a:cubicBezTo>
                <a:cubicBezTo>
                  <a:pt x="15" y="3"/>
                  <a:pt x="23" y="0"/>
                  <a:pt x="33" y="0"/>
                </a:cubicBezTo>
                <a:cubicBezTo>
                  <a:pt x="44" y="0"/>
                  <a:pt x="53" y="3"/>
                  <a:pt x="59" y="10"/>
                </a:cubicBezTo>
                <a:cubicBezTo>
                  <a:pt x="66" y="16"/>
                  <a:pt x="69" y="24"/>
                  <a:pt x="69" y="34"/>
                </a:cubicBezTo>
                <a:cubicBezTo>
                  <a:pt x="69" y="39"/>
                  <a:pt x="68" y="44"/>
                  <a:pt x="67" y="49"/>
                </a:cubicBezTo>
                <a:cubicBezTo>
                  <a:pt x="62" y="49"/>
                  <a:pt x="62" y="49"/>
                  <a:pt x="62" y="49"/>
                </a:cubicBezTo>
                <a:cubicBezTo>
                  <a:pt x="64" y="44"/>
                  <a:pt x="65" y="39"/>
                  <a:pt x="65" y="34"/>
                </a:cubicBezTo>
                <a:cubicBezTo>
                  <a:pt x="65" y="25"/>
                  <a:pt x="62" y="18"/>
                  <a:pt x="56" y="13"/>
                </a:cubicBezTo>
                <a:cubicBezTo>
                  <a:pt x="51" y="8"/>
                  <a:pt x="43" y="5"/>
                  <a:pt x="34" y="5"/>
                </a:cubicBezTo>
                <a:cubicBezTo>
                  <a:pt x="24" y="5"/>
                  <a:pt x="17" y="7"/>
                  <a:pt x="12" y="13"/>
                </a:cubicBezTo>
                <a:cubicBezTo>
                  <a:pt x="6" y="18"/>
                  <a:pt x="4" y="24"/>
                  <a:pt x="4" y="32"/>
                </a:cubicBezTo>
                <a:cubicBezTo>
                  <a:pt x="4" y="38"/>
                  <a:pt x="5" y="44"/>
                  <a:pt x="7" y="49"/>
                </a:cubicBezTo>
                <a:lnTo>
                  <a:pt x="3" y="49"/>
                </a:lnTo>
                <a:close/>
                <a:moveTo>
                  <a:pt x="1" y="58"/>
                </a:moveTo>
                <a:cubicBezTo>
                  <a:pt x="1" y="63"/>
                  <a:pt x="1" y="63"/>
                  <a:pt x="1" y="63"/>
                </a:cubicBezTo>
                <a:cubicBezTo>
                  <a:pt x="22" y="70"/>
                  <a:pt x="22" y="70"/>
                  <a:pt x="22" y="70"/>
                </a:cubicBezTo>
                <a:cubicBezTo>
                  <a:pt x="22" y="100"/>
                  <a:pt x="22" y="100"/>
                  <a:pt x="22" y="100"/>
                </a:cubicBezTo>
                <a:cubicBezTo>
                  <a:pt x="1" y="107"/>
                  <a:pt x="1" y="107"/>
                  <a:pt x="1" y="107"/>
                </a:cubicBezTo>
                <a:cubicBezTo>
                  <a:pt x="1" y="113"/>
                  <a:pt x="1" y="113"/>
                  <a:pt x="1" y="113"/>
                </a:cubicBezTo>
                <a:cubicBezTo>
                  <a:pt x="68" y="87"/>
                  <a:pt x="68" y="87"/>
                  <a:pt x="68" y="87"/>
                </a:cubicBezTo>
                <a:cubicBezTo>
                  <a:pt x="68" y="83"/>
                  <a:pt x="68" y="83"/>
                  <a:pt x="68" y="83"/>
                </a:cubicBezTo>
                <a:lnTo>
                  <a:pt x="1" y="58"/>
                </a:lnTo>
                <a:close/>
                <a:moveTo>
                  <a:pt x="62" y="85"/>
                </a:moveTo>
                <a:cubicBezTo>
                  <a:pt x="61" y="85"/>
                  <a:pt x="61" y="86"/>
                  <a:pt x="60" y="86"/>
                </a:cubicBezTo>
                <a:cubicBezTo>
                  <a:pt x="59" y="86"/>
                  <a:pt x="58" y="86"/>
                  <a:pt x="57" y="87"/>
                </a:cubicBezTo>
                <a:cubicBezTo>
                  <a:pt x="26" y="98"/>
                  <a:pt x="26" y="98"/>
                  <a:pt x="26" y="98"/>
                </a:cubicBezTo>
                <a:cubicBezTo>
                  <a:pt x="26" y="72"/>
                  <a:pt x="26" y="72"/>
                  <a:pt x="26" y="72"/>
                </a:cubicBezTo>
                <a:cubicBezTo>
                  <a:pt x="57" y="83"/>
                  <a:pt x="57" y="83"/>
                  <a:pt x="57" y="83"/>
                </a:cubicBezTo>
                <a:cubicBezTo>
                  <a:pt x="58" y="84"/>
                  <a:pt x="60" y="84"/>
                  <a:pt x="62" y="85"/>
                </a:cubicBezTo>
                <a:close/>
                <a:moveTo>
                  <a:pt x="73" y="81"/>
                </a:moveTo>
                <a:cubicBezTo>
                  <a:pt x="73" y="77"/>
                  <a:pt x="73" y="77"/>
                  <a:pt x="73" y="77"/>
                </a:cubicBezTo>
                <a:cubicBezTo>
                  <a:pt x="88" y="88"/>
                  <a:pt x="88" y="88"/>
                  <a:pt x="88" y="88"/>
                </a:cubicBezTo>
                <a:cubicBezTo>
                  <a:pt x="88" y="93"/>
                  <a:pt x="88" y="93"/>
                  <a:pt x="88" y="93"/>
                </a:cubicBezTo>
                <a:lnTo>
                  <a:pt x="73" y="81"/>
                </a:lnTo>
                <a:close/>
                <a:moveTo>
                  <a:pt x="1" y="183"/>
                </a:moveTo>
                <a:cubicBezTo>
                  <a:pt x="49" y="183"/>
                  <a:pt x="49" y="183"/>
                  <a:pt x="49" y="183"/>
                </a:cubicBezTo>
                <a:cubicBezTo>
                  <a:pt x="50" y="183"/>
                  <a:pt x="53" y="183"/>
                  <a:pt x="58" y="183"/>
                </a:cubicBezTo>
                <a:cubicBezTo>
                  <a:pt x="58" y="183"/>
                  <a:pt x="58" y="183"/>
                  <a:pt x="58" y="183"/>
                </a:cubicBezTo>
                <a:cubicBezTo>
                  <a:pt x="56" y="182"/>
                  <a:pt x="54" y="181"/>
                  <a:pt x="53" y="180"/>
                </a:cubicBezTo>
                <a:cubicBezTo>
                  <a:pt x="1" y="156"/>
                  <a:pt x="1" y="156"/>
                  <a:pt x="1" y="156"/>
                </a:cubicBezTo>
                <a:cubicBezTo>
                  <a:pt x="1" y="155"/>
                  <a:pt x="1" y="155"/>
                  <a:pt x="1" y="155"/>
                </a:cubicBezTo>
                <a:cubicBezTo>
                  <a:pt x="52" y="131"/>
                  <a:pt x="52" y="131"/>
                  <a:pt x="52" y="131"/>
                </a:cubicBezTo>
                <a:cubicBezTo>
                  <a:pt x="54" y="130"/>
                  <a:pt x="56" y="129"/>
                  <a:pt x="59" y="129"/>
                </a:cubicBezTo>
                <a:cubicBezTo>
                  <a:pt x="59" y="128"/>
                  <a:pt x="59" y="128"/>
                  <a:pt x="59" y="128"/>
                </a:cubicBezTo>
                <a:cubicBezTo>
                  <a:pt x="56" y="129"/>
                  <a:pt x="53" y="129"/>
                  <a:pt x="50" y="129"/>
                </a:cubicBezTo>
                <a:cubicBezTo>
                  <a:pt x="1" y="129"/>
                  <a:pt x="1" y="129"/>
                  <a:pt x="1" y="129"/>
                </a:cubicBezTo>
                <a:cubicBezTo>
                  <a:pt x="1" y="124"/>
                  <a:pt x="1" y="124"/>
                  <a:pt x="1" y="124"/>
                </a:cubicBezTo>
                <a:cubicBezTo>
                  <a:pt x="68" y="124"/>
                  <a:pt x="68" y="124"/>
                  <a:pt x="68" y="124"/>
                </a:cubicBezTo>
                <a:cubicBezTo>
                  <a:pt x="68" y="128"/>
                  <a:pt x="68" y="128"/>
                  <a:pt x="68" y="128"/>
                </a:cubicBezTo>
                <a:cubicBezTo>
                  <a:pt x="14" y="154"/>
                  <a:pt x="14" y="154"/>
                  <a:pt x="14" y="154"/>
                </a:cubicBezTo>
                <a:cubicBezTo>
                  <a:pt x="13" y="154"/>
                  <a:pt x="13" y="154"/>
                  <a:pt x="13" y="154"/>
                </a:cubicBezTo>
                <a:cubicBezTo>
                  <a:pt x="12" y="154"/>
                  <a:pt x="11" y="154"/>
                  <a:pt x="11" y="155"/>
                </a:cubicBezTo>
                <a:cubicBezTo>
                  <a:pt x="10" y="155"/>
                  <a:pt x="9" y="155"/>
                  <a:pt x="8" y="156"/>
                </a:cubicBezTo>
                <a:cubicBezTo>
                  <a:pt x="8" y="156"/>
                  <a:pt x="8" y="156"/>
                  <a:pt x="8" y="156"/>
                </a:cubicBezTo>
                <a:cubicBezTo>
                  <a:pt x="10" y="156"/>
                  <a:pt x="10" y="156"/>
                  <a:pt x="10" y="156"/>
                </a:cubicBezTo>
                <a:cubicBezTo>
                  <a:pt x="10" y="157"/>
                  <a:pt x="11" y="157"/>
                  <a:pt x="14" y="158"/>
                </a:cubicBezTo>
                <a:cubicBezTo>
                  <a:pt x="68" y="183"/>
                  <a:pt x="68" y="183"/>
                  <a:pt x="68" y="183"/>
                </a:cubicBezTo>
                <a:cubicBezTo>
                  <a:pt x="68" y="187"/>
                  <a:pt x="68" y="187"/>
                  <a:pt x="68" y="187"/>
                </a:cubicBezTo>
                <a:cubicBezTo>
                  <a:pt x="1" y="187"/>
                  <a:pt x="1" y="187"/>
                  <a:pt x="1" y="187"/>
                </a:cubicBezTo>
                <a:lnTo>
                  <a:pt x="1" y="183"/>
                </a:lnTo>
                <a:close/>
                <a:moveTo>
                  <a:pt x="70" y="291"/>
                </a:moveTo>
                <a:cubicBezTo>
                  <a:pt x="69" y="291"/>
                  <a:pt x="68" y="291"/>
                  <a:pt x="67" y="291"/>
                </a:cubicBezTo>
                <a:cubicBezTo>
                  <a:pt x="66" y="290"/>
                  <a:pt x="66" y="290"/>
                  <a:pt x="65" y="289"/>
                </a:cubicBezTo>
                <a:cubicBezTo>
                  <a:pt x="65" y="288"/>
                  <a:pt x="64" y="287"/>
                  <a:pt x="64" y="286"/>
                </a:cubicBezTo>
                <a:cubicBezTo>
                  <a:pt x="64" y="285"/>
                  <a:pt x="64" y="284"/>
                  <a:pt x="64" y="282"/>
                </a:cubicBezTo>
                <a:cubicBezTo>
                  <a:pt x="64" y="281"/>
                  <a:pt x="64" y="280"/>
                  <a:pt x="64" y="280"/>
                </a:cubicBezTo>
                <a:cubicBezTo>
                  <a:pt x="64" y="279"/>
                  <a:pt x="64" y="278"/>
                  <a:pt x="64" y="277"/>
                </a:cubicBezTo>
                <a:cubicBezTo>
                  <a:pt x="67" y="272"/>
                  <a:pt x="69" y="267"/>
                  <a:pt x="69" y="260"/>
                </a:cubicBezTo>
                <a:cubicBezTo>
                  <a:pt x="69" y="255"/>
                  <a:pt x="68" y="250"/>
                  <a:pt x="67" y="246"/>
                </a:cubicBezTo>
                <a:cubicBezTo>
                  <a:pt x="65" y="242"/>
                  <a:pt x="63" y="239"/>
                  <a:pt x="60" y="236"/>
                </a:cubicBezTo>
                <a:cubicBezTo>
                  <a:pt x="56" y="233"/>
                  <a:pt x="53" y="231"/>
                  <a:pt x="48" y="229"/>
                </a:cubicBezTo>
                <a:cubicBezTo>
                  <a:pt x="44" y="228"/>
                  <a:pt x="39" y="227"/>
                  <a:pt x="34" y="227"/>
                </a:cubicBezTo>
                <a:cubicBezTo>
                  <a:pt x="29" y="227"/>
                  <a:pt x="24" y="228"/>
                  <a:pt x="20" y="229"/>
                </a:cubicBezTo>
                <a:cubicBezTo>
                  <a:pt x="16" y="231"/>
                  <a:pt x="12" y="233"/>
                  <a:pt x="9" y="236"/>
                </a:cubicBezTo>
                <a:cubicBezTo>
                  <a:pt x="6" y="238"/>
                  <a:pt x="4" y="242"/>
                  <a:pt x="2" y="245"/>
                </a:cubicBezTo>
                <a:cubicBezTo>
                  <a:pt x="0" y="249"/>
                  <a:pt x="0" y="254"/>
                  <a:pt x="0" y="258"/>
                </a:cubicBezTo>
                <a:cubicBezTo>
                  <a:pt x="0" y="263"/>
                  <a:pt x="0" y="268"/>
                  <a:pt x="2" y="271"/>
                </a:cubicBezTo>
                <a:cubicBezTo>
                  <a:pt x="4" y="275"/>
                  <a:pt x="6" y="279"/>
                  <a:pt x="9" y="282"/>
                </a:cubicBezTo>
                <a:cubicBezTo>
                  <a:pt x="12" y="284"/>
                  <a:pt x="16" y="286"/>
                  <a:pt x="20" y="288"/>
                </a:cubicBezTo>
                <a:cubicBezTo>
                  <a:pt x="25" y="289"/>
                  <a:pt x="30" y="290"/>
                  <a:pt x="35" y="290"/>
                </a:cubicBezTo>
                <a:cubicBezTo>
                  <a:pt x="45" y="290"/>
                  <a:pt x="53" y="287"/>
                  <a:pt x="60" y="282"/>
                </a:cubicBezTo>
                <a:cubicBezTo>
                  <a:pt x="60" y="284"/>
                  <a:pt x="60" y="284"/>
                  <a:pt x="60" y="284"/>
                </a:cubicBezTo>
                <a:cubicBezTo>
                  <a:pt x="60" y="288"/>
                  <a:pt x="60" y="291"/>
                  <a:pt x="62" y="293"/>
                </a:cubicBezTo>
                <a:cubicBezTo>
                  <a:pt x="64" y="295"/>
                  <a:pt x="66" y="296"/>
                  <a:pt x="70" y="296"/>
                </a:cubicBezTo>
                <a:cubicBezTo>
                  <a:pt x="71" y="296"/>
                  <a:pt x="72" y="296"/>
                  <a:pt x="73" y="296"/>
                </a:cubicBezTo>
                <a:cubicBezTo>
                  <a:pt x="74" y="295"/>
                  <a:pt x="75" y="295"/>
                  <a:pt x="76" y="295"/>
                </a:cubicBezTo>
                <a:cubicBezTo>
                  <a:pt x="76" y="290"/>
                  <a:pt x="76" y="290"/>
                  <a:pt x="76" y="290"/>
                </a:cubicBezTo>
                <a:cubicBezTo>
                  <a:pt x="74" y="291"/>
                  <a:pt x="72" y="291"/>
                  <a:pt x="70" y="291"/>
                </a:cubicBezTo>
                <a:close/>
                <a:moveTo>
                  <a:pt x="57" y="278"/>
                </a:moveTo>
                <a:cubicBezTo>
                  <a:pt x="54" y="281"/>
                  <a:pt x="51" y="282"/>
                  <a:pt x="47" y="284"/>
                </a:cubicBezTo>
                <a:cubicBezTo>
                  <a:pt x="44" y="285"/>
                  <a:pt x="39" y="285"/>
                  <a:pt x="35" y="285"/>
                </a:cubicBezTo>
                <a:cubicBezTo>
                  <a:pt x="30" y="285"/>
                  <a:pt x="25" y="285"/>
                  <a:pt x="22" y="284"/>
                </a:cubicBezTo>
                <a:cubicBezTo>
                  <a:pt x="18" y="282"/>
                  <a:pt x="15" y="280"/>
                  <a:pt x="12" y="278"/>
                </a:cubicBezTo>
                <a:cubicBezTo>
                  <a:pt x="9" y="276"/>
                  <a:pt x="7" y="273"/>
                  <a:pt x="6" y="270"/>
                </a:cubicBezTo>
                <a:cubicBezTo>
                  <a:pt x="4" y="266"/>
                  <a:pt x="4" y="262"/>
                  <a:pt x="4" y="258"/>
                </a:cubicBezTo>
                <a:cubicBezTo>
                  <a:pt x="4" y="254"/>
                  <a:pt x="5" y="251"/>
                  <a:pt x="6" y="247"/>
                </a:cubicBezTo>
                <a:cubicBezTo>
                  <a:pt x="7" y="244"/>
                  <a:pt x="9" y="241"/>
                  <a:pt x="12" y="239"/>
                </a:cubicBezTo>
                <a:cubicBezTo>
                  <a:pt x="15" y="237"/>
                  <a:pt x="18" y="235"/>
                  <a:pt x="22" y="234"/>
                </a:cubicBezTo>
                <a:cubicBezTo>
                  <a:pt x="25" y="233"/>
                  <a:pt x="30" y="232"/>
                  <a:pt x="34" y="232"/>
                </a:cubicBezTo>
                <a:cubicBezTo>
                  <a:pt x="39" y="232"/>
                  <a:pt x="43" y="233"/>
                  <a:pt x="47" y="234"/>
                </a:cubicBezTo>
                <a:cubicBezTo>
                  <a:pt x="51" y="235"/>
                  <a:pt x="54" y="237"/>
                  <a:pt x="56" y="240"/>
                </a:cubicBezTo>
                <a:cubicBezTo>
                  <a:pt x="59" y="242"/>
                  <a:pt x="61" y="245"/>
                  <a:pt x="63" y="248"/>
                </a:cubicBezTo>
                <a:cubicBezTo>
                  <a:pt x="64" y="251"/>
                  <a:pt x="65" y="255"/>
                  <a:pt x="65" y="259"/>
                </a:cubicBezTo>
                <a:cubicBezTo>
                  <a:pt x="65" y="263"/>
                  <a:pt x="64" y="267"/>
                  <a:pt x="63" y="270"/>
                </a:cubicBezTo>
                <a:cubicBezTo>
                  <a:pt x="62" y="273"/>
                  <a:pt x="60" y="276"/>
                  <a:pt x="57" y="278"/>
                </a:cubicBezTo>
                <a:close/>
                <a:moveTo>
                  <a:pt x="1" y="352"/>
                </a:moveTo>
                <a:cubicBezTo>
                  <a:pt x="55" y="312"/>
                  <a:pt x="55" y="312"/>
                  <a:pt x="55" y="312"/>
                </a:cubicBezTo>
                <a:cubicBezTo>
                  <a:pt x="56" y="311"/>
                  <a:pt x="57" y="310"/>
                  <a:pt x="58" y="309"/>
                </a:cubicBezTo>
                <a:cubicBezTo>
                  <a:pt x="59" y="309"/>
                  <a:pt x="59" y="309"/>
                  <a:pt x="59" y="309"/>
                </a:cubicBezTo>
                <a:cubicBezTo>
                  <a:pt x="59" y="309"/>
                  <a:pt x="59" y="309"/>
                  <a:pt x="59" y="309"/>
                </a:cubicBezTo>
                <a:cubicBezTo>
                  <a:pt x="59" y="309"/>
                  <a:pt x="58" y="309"/>
                  <a:pt x="56" y="309"/>
                </a:cubicBezTo>
                <a:cubicBezTo>
                  <a:pt x="1" y="309"/>
                  <a:pt x="1" y="309"/>
                  <a:pt x="1" y="309"/>
                </a:cubicBezTo>
                <a:cubicBezTo>
                  <a:pt x="1" y="304"/>
                  <a:pt x="1" y="304"/>
                  <a:pt x="1" y="304"/>
                </a:cubicBezTo>
                <a:cubicBezTo>
                  <a:pt x="68" y="304"/>
                  <a:pt x="68" y="304"/>
                  <a:pt x="68" y="304"/>
                </a:cubicBezTo>
                <a:cubicBezTo>
                  <a:pt x="68" y="308"/>
                  <a:pt x="68" y="308"/>
                  <a:pt x="68" y="308"/>
                </a:cubicBezTo>
                <a:cubicBezTo>
                  <a:pt x="14" y="347"/>
                  <a:pt x="14" y="347"/>
                  <a:pt x="14" y="347"/>
                </a:cubicBezTo>
                <a:cubicBezTo>
                  <a:pt x="13" y="348"/>
                  <a:pt x="11" y="349"/>
                  <a:pt x="10" y="350"/>
                </a:cubicBezTo>
                <a:cubicBezTo>
                  <a:pt x="10" y="351"/>
                  <a:pt x="10" y="351"/>
                  <a:pt x="10" y="351"/>
                </a:cubicBezTo>
                <a:cubicBezTo>
                  <a:pt x="12" y="350"/>
                  <a:pt x="14" y="350"/>
                  <a:pt x="15" y="350"/>
                </a:cubicBezTo>
                <a:cubicBezTo>
                  <a:pt x="68" y="350"/>
                  <a:pt x="68" y="350"/>
                  <a:pt x="68" y="350"/>
                </a:cubicBezTo>
                <a:cubicBezTo>
                  <a:pt x="68" y="355"/>
                  <a:pt x="68" y="355"/>
                  <a:pt x="68" y="355"/>
                </a:cubicBezTo>
                <a:cubicBezTo>
                  <a:pt x="1" y="355"/>
                  <a:pt x="1" y="355"/>
                  <a:pt x="1" y="355"/>
                </a:cubicBezTo>
                <a:lnTo>
                  <a:pt x="1" y="35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34" name="Freeform 254">
            <a:extLst>
              <a:ext uri="{FF2B5EF4-FFF2-40B4-BE49-F238E27FC236}">
                <a16:creationId xmlns:a16="http://schemas.microsoft.com/office/drawing/2014/main" id="{D262328D-F3F2-FC28-977A-6DDD2E631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366083" y="4330268"/>
            <a:ext cx="981279" cy="146420"/>
          </a:xfrm>
          <a:custGeom>
            <a:avLst/>
            <a:gdLst>
              <a:gd name="T0" fmla="*/ 0 w 323"/>
              <a:gd name="T1" fmla="*/ 24 h 48"/>
              <a:gd name="T2" fmla="*/ 37 w 323"/>
              <a:gd name="T3" fmla="*/ 6 h 48"/>
              <a:gd name="T4" fmla="*/ 21 w 323"/>
              <a:gd name="T5" fmla="*/ 48 h 48"/>
              <a:gd name="T6" fmla="*/ 5 w 323"/>
              <a:gd name="T7" fmla="*/ 24 h 48"/>
              <a:gd name="T8" fmla="*/ 33 w 323"/>
              <a:gd name="T9" fmla="*/ 38 h 48"/>
              <a:gd name="T10" fmla="*/ 22 w 323"/>
              <a:gd name="T11" fmla="*/ 5 h 48"/>
              <a:gd name="T12" fmla="*/ 66 w 323"/>
              <a:gd name="T13" fmla="*/ 1 h 48"/>
              <a:gd name="T14" fmla="*/ 77 w 323"/>
              <a:gd name="T15" fmla="*/ 18 h 48"/>
              <a:gd name="T16" fmla="*/ 78 w 323"/>
              <a:gd name="T17" fmla="*/ 26 h 48"/>
              <a:gd name="T18" fmla="*/ 66 w 323"/>
              <a:gd name="T19" fmla="*/ 47 h 48"/>
              <a:gd name="T20" fmla="*/ 58 w 323"/>
              <a:gd name="T21" fmla="*/ 20 h 48"/>
              <a:gd name="T22" fmla="*/ 73 w 323"/>
              <a:gd name="T23" fmla="*/ 12 h 48"/>
              <a:gd name="T24" fmla="*/ 58 w 323"/>
              <a:gd name="T25" fmla="*/ 25 h 48"/>
              <a:gd name="T26" fmla="*/ 73 w 323"/>
              <a:gd name="T27" fmla="*/ 40 h 48"/>
              <a:gd name="T28" fmla="*/ 58 w 323"/>
              <a:gd name="T29" fmla="*/ 25 h 48"/>
              <a:gd name="T30" fmla="*/ 109 w 323"/>
              <a:gd name="T31" fmla="*/ 34 h 48"/>
              <a:gd name="T32" fmla="*/ 103 w 323"/>
              <a:gd name="T33" fmla="*/ 28 h 48"/>
              <a:gd name="T34" fmla="*/ 96 w 323"/>
              <a:gd name="T35" fmla="*/ 47 h 48"/>
              <a:gd name="T36" fmla="*/ 104 w 323"/>
              <a:gd name="T37" fmla="*/ 1 h 48"/>
              <a:gd name="T38" fmla="*/ 117 w 323"/>
              <a:gd name="T39" fmla="*/ 7 h 48"/>
              <a:gd name="T40" fmla="*/ 116 w 323"/>
              <a:gd name="T41" fmla="*/ 21 h 48"/>
              <a:gd name="T42" fmla="*/ 108 w 323"/>
              <a:gd name="T43" fmla="*/ 26 h 48"/>
              <a:gd name="T44" fmla="*/ 113 w 323"/>
              <a:gd name="T45" fmla="*/ 30 h 48"/>
              <a:gd name="T46" fmla="*/ 96 w 323"/>
              <a:gd name="T47" fmla="*/ 5 h 48"/>
              <a:gd name="T48" fmla="*/ 107 w 323"/>
              <a:gd name="T49" fmla="*/ 22 h 48"/>
              <a:gd name="T50" fmla="*/ 113 w 323"/>
              <a:gd name="T51" fmla="*/ 13 h 48"/>
              <a:gd name="T52" fmla="*/ 96 w 323"/>
              <a:gd name="T53" fmla="*/ 5 h 48"/>
              <a:gd name="T54" fmla="*/ 130 w 323"/>
              <a:gd name="T55" fmla="*/ 1 h 48"/>
              <a:gd name="T56" fmla="*/ 182 w 323"/>
              <a:gd name="T57" fmla="*/ 44 h 48"/>
              <a:gd name="T58" fmla="*/ 145 w 323"/>
              <a:gd name="T59" fmla="*/ 24 h 48"/>
              <a:gd name="T60" fmla="*/ 181 w 323"/>
              <a:gd name="T61" fmla="*/ 2 h 48"/>
              <a:gd name="T62" fmla="*/ 155 w 323"/>
              <a:gd name="T63" fmla="*/ 10 h 48"/>
              <a:gd name="T64" fmla="*/ 167 w 323"/>
              <a:gd name="T65" fmla="*/ 43 h 48"/>
              <a:gd name="T66" fmla="*/ 167 w 323"/>
              <a:gd name="T67" fmla="*/ 28 h 48"/>
              <a:gd name="T68" fmla="*/ 182 w 323"/>
              <a:gd name="T69" fmla="*/ 44 h 48"/>
              <a:gd name="T70" fmla="*/ 218 w 323"/>
              <a:gd name="T71" fmla="*/ 34 h 48"/>
              <a:gd name="T72" fmla="*/ 188 w 323"/>
              <a:gd name="T73" fmla="*/ 47 h 48"/>
              <a:gd name="T74" fmla="*/ 229 w 323"/>
              <a:gd name="T75" fmla="*/ 47 h 48"/>
              <a:gd name="T76" fmla="*/ 208 w 323"/>
              <a:gd name="T77" fmla="*/ 6 h 48"/>
              <a:gd name="T78" fmla="*/ 200 w 323"/>
              <a:gd name="T79" fmla="*/ 29 h 48"/>
              <a:gd name="T80" fmla="*/ 236 w 323"/>
              <a:gd name="T81" fmla="*/ 1 h 48"/>
              <a:gd name="T82" fmla="*/ 266 w 323"/>
              <a:gd name="T83" fmla="*/ 40 h 48"/>
              <a:gd name="T84" fmla="*/ 241 w 323"/>
              <a:gd name="T85" fmla="*/ 5 h 48"/>
              <a:gd name="T86" fmla="*/ 262 w 323"/>
              <a:gd name="T87" fmla="*/ 37 h 48"/>
              <a:gd name="T88" fmla="*/ 241 w 323"/>
              <a:gd name="T89" fmla="*/ 5 h 48"/>
              <a:gd name="T90" fmla="*/ 279 w 323"/>
              <a:gd name="T91" fmla="*/ 24 h 48"/>
              <a:gd name="T92" fmla="*/ 317 w 323"/>
              <a:gd name="T93" fmla="*/ 6 h 48"/>
              <a:gd name="T94" fmla="*/ 301 w 323"/>
              <a:gd name="T95" fmla="*/ 48 h 48"/>
              <a:gd name="T96" fmla="*/ 285 w 323"/>
              <a:gd name="T97" fmla="*/ 24 h 48"/>
              <a:gd name="T98" fmla="*/ 313 w 323"/>
              <a:gd name="T99" fmla="*/ 38 h 48"/>
              <a:gd name="T100" fmla="*/ 301 w 323"/>
              <a:gd name="T101" fmla="*/ 5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323" h="48">
                <a:moveTo>
                  <a:pt x="21" y="48"/>
                </a:moveTo>
                <a:cubicBezTo>
                  <a:pt x="15" y="48"/>
                  <a:pt x="9" y="46"/>
                  <a:pt x="5" y="41"/>
                </a:cubicBezTo>
                <a:cubicBezTo>
                  <a:pt x="1" y="37"/>
                  <a:pt x="0" y="31"/>
                  <a:pt x="0" y="24"/>
                </a:cubicBezTo>
                <a:cubicBezTo>
                  <a:pt x="0" y="17"/>
                  <a:pt x="2" y="11"/>
                  <a:pt x="6" y="6"/>
                </a:cubicBezTo>
                <a:cubicBezTo>
                  <a:pt x="10" y="2"/>
                  <a:pt x="15" y="0"/>
                  <a:pt x="22" y="0"/>
                </a:cubicBezTo>
                <a:cubicBezTo>
                  <a:pt x="28" y="0"/>
                  <a:pt x="34" y="2"/>
                  <a:pt x="37" y="6"/>
                </a:cubicBezTo>
                <a:cubicBezTo>
                  <a:pt x="41" y="11"/>
                  <a:pt x="43" y="16"/>
                  <a:pt x="43" y="23"/>
                </a:cubicBezTo>
                <a:cubicBezTo>
                  <a:pt x="43" y="31"/>
                  <a:pt x="41" y="37"/>
                  <a:pt x="37" y="41"/>
                </a:cubicBezTo>
                <a:cubicBezTo>
                  <a:pt x="33" y="45"/>
                  <a:pt x="28" y="48"/>
                  <a:pt x="21" y="48"/>
                </a:cubicBezTo>
                <a:close/>
                <a:moveTo>
                  <a:pt x="22" y="5"/>
                </a:moveTo>
                <a:cubicBezTo>
                  <a:pt x="17" y="5"/>
                  <a:pt x="13" y="6"/>
                  <a:pt x="10" y="10"/>
                </a:cubicBezTo>
                <a:cubicBezTo>
                  <a:pt x="7" y="13"/>
                  <a:pt x="5" y="18"/>
                  <a:pt x="5" y="24"/>
                </a:cubicBezTo>
                <a:cubicBezTo>
                  <a:pt x="5" y="30"/>
                  <a:pt x="7" y="34"/>
                  <a:pt x="10" y="38"/>
                </a:cubicBezTo>
                <a:cubicBezTo>
                  <a:pt x="13" y="41"/>
                  <a:pt x="16" y="43"/>
                  <a:pt x="21" y="43"/>
                </a:cubicBezTo>
                <a:cubicBezTo>
                  <a:pt x="26" y="43"/>
                  <a:pt x="30" y="41"/>
                  <a:pt x="33" y="38"/>
                </a:cubicBezTo>
                <a:cubicBezTo>
                  <a:pt x="36" y="35"/>
                  <a:pt x="38" y="30"/>
                  <a:pt x="38" y="24"/>
                </a:cubicBezTo>
                <a:cubicBezTo>
                  <a:pt x="38" y="18"/>
                  <a:pt x="36" y="13"/>
                  <a:pt x="33" y="10"/>
                </a:cubicBezTo>
                <a:cubicBezTo>
                  <a:pt x="31" y="6"/>
                  <a:pt x="27" y="5"/>
                  <a:pt x="22" y="5"/>
                </a:cubicBezTo>
                <a:close/>
                <a:moveTo>
                  <a:pt x="52" y="47"/>
                </a:moveTo>
                <a:cubicBezTo>
                  <a:pt x="52" y="1"/>
                  <a:pt x="52" y="1"/>
                  <a:pt x="52" y="1"/>
                </a:cubicBezTo>
                <a:cubicBezTo>
                  <a:pt x="66" y="1"/>
                  <a:pt x="66" y="1"/>
                  <a:pt x="66" y="1"/>
                </a:cubicBezTo>
                <a:cubicBezTo>
                  <a:pt x="70" y="1"/>
                  <a:pt x="73" y="2"/>
                  <a:pt x="75" y="3"/>
                </a:cubicBezTo>
                <a:cubicBezTo>
                  <a:pt x="78" y="5"/>
                  <a:pt x="79" y="8"/>
                  <a:pt x="79" y="11"/>
                </a:cubicBezTo>
                <a:cubicBezTo>
                  <a:pt x="79" y="14"/>
                  <a:pt x="78" y="16"/>
                  <a:pt x="77" y="18"/>
                </a:cubicBezTo>
                <a:cubicBezTo>
                  <a:pt x="75" y="20"/>
                  <a:pt x="73" y="21"/>
                  <a:pt x="71" y="22"/>
                </a:cubicBezTo>
                <a:cubicBezTo>
                  <a:pt x="71" y="22"/>
                  <a:pt x="71" y="22"/>
                  <a:pt x="71" y="22"/>
                </a:cubicBezTo>
                <a:cubicBezTo>
                  <a:pt x="74" y="23"/>
                  <a:pt x="76" y="24"/>
                  <a:pt x="78" y="26"/>
                </a:cubicBezTo>
                <a:cubicBezTo>
                  <a:pt x="80" y="28"/>
                  <a:pt x="81" y="30"/>
                  <a:pt x="81" y="34"/>
                </a:cubicBezTo>
                <a:cubicBezTo>
                  <a:pt x="81" y="38"/>
                  <a:pt x="80" y="41"/>
                  <a:pt x="77" y="43"/>
                </a:cubicBezTo>
                <a:cubicBezTo>
                  <a:pt x="74" y="46"/>
                  <a:pt x="70" y="47"/>
                  <a:pt x="66" y="47"/>
                </a:cubicBezTo>
                <a:lnTo>
                  <a:pt x="52" y="47"/>
                </a:lnTo>
                <a:close/>
                <a:moveTo>
                  <a:pt x="58" y="5"/>
                </a:moveTo>
                <a:cubicBezTo>
                  <a:pt x="58" y="20"/>
                  <a:pt x="58" y="20"/>
                  <a:pt x="58" y="20"/>
                </a:cubicBezTo>
                <a:cubicBezTo>
                  <a:pt x="63" y="20"/>
                  <a:pt x="63" y="20"/>
                  <a:pt x="63" y="20"/>
                </a:cubicBezTo>
                <a:cubicBezTo>
                  <a:pt x="66" y="20"/>
                  <a:pt x="69" y="20"/>
                  <a:pt x="70" y="18"/>
                </a:cubicBezTo>
                <a:cubicBezTo>
                  <a:pt x="72" y="17"/>
                  <a:pt x="73" y="15"/>
                  <a:pt x="73" y="12"/>
                </a:cubicBezTo>
                <a:cubicBezTo>
                  <a:pt x="73" y="8"/>
                  <a:pt x="70" y="5"/>
                  <a:pt x="64" y="5"/>
                </a:cubicBezTo>
                <a:lnTo>
                  <a:pt x="58" y="5"/>
                </a:lnTo>
                <a:close/>
                <a:moveTo>
                  <a:pt x="58" y="25"/>
                </a:moveTo>
                <a:cubicBezTo>
                  <a:pt x="58" y="42"/>
                  <a:pt x="58" y="42"/>
                  <a:pt x="58" y="42"/>
                </a:cubicBezTo>
                <a:cubicBezTo>
                  <a:pt x="65" y="42"/>
                  <a:pt x="65" y="42"/>
                  <a:pt x="65" y="42"/>
                </a:cubicBezTo>
                <a:cubicBezTo>
                  <a:pt x="68" y="42"/>
                  <a:pt x="71" y="41"/>
                  <a:pt x="73" y="40"/>
                </a:cubicBezTo>
                <a:cubicBezTo>
                  <a:pt x="74" y="38"/>
                  <a:pt x="75" y="36"/>
                  <a:pt x="75" y="34"/>
                </a:cubicBezTo>
                <a:cubicBezTo>
                  <a:pt x="75" y="28"/>
                  <a:pt x="72" y="25"/>
                  <a:pt x="64" y="25"/>
                </a:cubicBezTo>
                <a:lnTo>
                  <a:pt x="58" y="25"/>
                </a:lnTo>
                <a:close/>
                <a:moveTo>
                  <a:pt x="124" y="47"/>
                </a:moveTo>
                <a:cubicBezTo>
                  <a:pt x="117" y="47"/>
                  <a:pt x="117" y="47"/>
                  <a:pt x="117" y="47"/>
                </a:cubicBezTo>
                <a:cubicBezTo>
                  <a:pt x="109" y="34"/>
                  <a:pt x="109" y="34"/>
                  <a:pt x="109" y="34"/>
                </a:cubicBezTo>
                <a:cubicBezTo>
                  <a:pt x="109" y="33"/>
                  <a:pt x="108" y="32"/>
                  <a:pt x="107" y="31"/>
                </a:cubicBezTo>
                <a:cubicBezTo>
                  <a:pt x="107" y="30"/>
                  <a:pt x="106" y="29"/>
                  <a:pt x="105" y="29"/>
                </a:cubicBezTo>
                <a:cubicBezTo>
                  <a:pt x="105" y="28"/>
                  <a:pt x="104" y="28"/>
                  <a:pt x="103" y="28"/>
                </a:cubicBezTo>
                <a:cubicBezTo>
                  <a:pt x="102" y="27"/>
                  <a:pt x="101" y="27"/>
                  <a:pt x="100" y="27"/>
                </a:cubicBezTo>
                <a:cubicBezTo>
                  <a:pt x="96" y="27"/>
                  <a:pt x="96" y="27"/>
                  <a:pt x="96" y="27"/>
                </a:cubicBezTo>
                <a:cubicBezTo>
                  <a:pt x="96" y="47"/>
                  <a:pt x="96" y="47"/>
                  <a:pt x="96" y="47"/>
                </a:cubicBezTo>
                <a:cubicBezTo>
                  <a:pt x="90" y="47"/>
                  <a:pt x="90" y="47"/>
                  <a:pt x="90" y="47"/>
                </a:cubicBezTo>
                <a:cubicBezTo>
                  <a:pt x="90" y="1"/>
                  <a:pt x="90" y="1"/>
                  <a:pt x="90" y="1"/>
                </a:cubicBezTo>
                <a:cubicBezTo>
                  <a:pt x="104" y="1"/>
                  <a:pt x="104" y="1"/>
                  <a:pt x="104" y="1"/>
                </a:cubicBezTo>
                <a:cubicBezTo>
                  <a:pt x="106" y="1"/>
                  <a:pt x="108" y="1"/>
                  <a:pt x="110" y="1"/>
                </a:cubicBezTo>
                <a:cubicBezTo>
                  <a:pt x="112" y="2"/>
                  <a:pt x="113" y="3"/>
                  <a:pt x="114" y="4"/>
                </a:cubicBezTo>
                <a:cubicBezTo>
                  <a:pt x="116" y="5"/>
                  <a:pt x="117" y="6"/>
                  <a:pt x="117" y="7"/>
                </a:cubicBezTo>
                <a:cubicBezTo>
                  <a:pt x="118" y="9"/>
                  <a:pt x="118" y="11"/>
                  <a:pt x="118" y="13"/>
                </a:cubicBezTo>
                <a:cubicBezTo>
                  <a:pt x="118" y="15"/>
                  <a:pt x="118" y="16"/>
                  <a:pt x="118" y="17"/>
                </a:cubicBezTo>
                <a:cubicBezTo>
                  <a:pt x="117" y="19"/>
                  <a:pt x="116" y="20"/>
                  <a:pt x="116" y="21"/>
                </a:cubicBezTo>
                <a:cubicBezTo>
                  <a:pt x="115" y="22"/>
                  <a:pt x="114" y="23"/>
                  <a:pt x="112" y="24"/>
                </a:cubicBezTo>
                <a:cubicBezTo>
                  <a:pt x="111" y="24"/>
                  <a:pt x="110" y="25"/>
                  <a:pt x="108" y="25"/>
                </a:cubicBezTo>
                <a:cubicBezTo>
                  <a:pt x="108" y="26"/>
                  <a:pt x="108" y="26"/>
                  <a:pt x="108" y="26"/>
                </a:cubicBezTo>
                <a:cubicBezTo>
                  <a:pt x="109" y="26"/>
                  <a:pt x="110" y="26"/>
                  <a:pt x="110" y="27"/>
                </a:cubicBezTo>
                <a:cubicBezTo>
                  <a:pt x="111" y="27"/>
                  <a:pt x="111" y="28"/>
                  <a:pt x="112" y="28"/>
                </a:cubicBezTo>
                <a:cubicBezTo>
                  <a:pt x="112" y="29"/>
                  <a:pt x="113" y="30"/>
                  <a:pt x="113" y="30"/>
                </a:cubicBezTo>
                <a:cubicBezTo>
                  <a:pt x="114" y="31"/>
                  <a:pt x="114" y="32"/>
                  <a:pt x="115" y="33"/>
                </a:cubicBezTo>
                <a:lnTo>
                  <a:pt x="124" y="47"/>
                </a:lnTo>
                <a:close/>
                <a:moveTo>
                  <a:pt x="96" y="5"/>
                </a:moveTo>
                <a:cubicBezTo>
                  <a:pt x="96" y="22"/>
                  <a:pt x="96" y="22"/>
                  <a:pt x="96" y="22"/>
                </a:cubicBezTo>
                <a:cubicBezTo>
                  <a:pt x="103" y="22"/>
                  <a:pt x="103" y="22"/>
                  <a:pt x="103" y="22"/>
                </a:cubicBezTo>
                <a:cubicBezTo>
                  <a:pt x="105" y="22"/>
                  <a:pt x="106" y="22"/>
                  <a:pt x="107" y="22"/>
                </a:cubicBezTo>
                <a:cubicBezTo>
                  <a:pt x="108" y="21"/>
                  <a:pt x="109" y="21"/>
                  <a:pt x="110" y="20"/>
                </a:cubicBezTo>
                <a:cubicBezTo>
                  <a:pt x="111" y="19"/>
                  <a:pt x="111" y="18"/>
                  <a:pt x="112" y="17"/>
                </a:cubicBezTo>
                <a:cubicBezTo>
                  <a:pt x="112" y="16"/>
                  <a:pt x="113" y="15"/>
                  <a:pt x="113" y="13"/>
                </a:cubicBezTo>
                <a:cubicBezTo>
                  <a:pt x="113" y="11"/>
                  <a:pt x="112" y="9"/>
                  <a:pt x="110" y="8"/>
                </a:cubicBezTo>
                <a:cubicBezTo>
                  <a:pt x="109" y="6"/>
                  <a:pt x="106" y="5"/>
                  <a:pt x="103" y="5"/>
                </a:cubicBezTo>
                <a:lnTo>
                  <a:pt x="96" y="5"/>
                </a:lnTo>
                <a:close/>
                <a:moveTo>
                  <a:pt x="135" y="47"/>
                </a:moveTo>
                <a:cubicBezTo>
                  <a:pt x="130" y="47"/>
                  <a:pt x="130" y="47"/>
                  <a:pt x="130" y="47"/>
                </a:cubicBezTo>
                <a:cubicBezTo>
                  <a:pt x="130" y="1"/>
                  <a:pt x="130" y="1"/>
                  <a:pt x="130" y="1"/>
                </a:cubicBezTo>
                <a:cubicBezTo>
                  <a:pt x="135" y="1"/>
                  <a:pt x="135" y="1"/>
                  <a:pt x="135" y="1"/>
                </a:cubicBezTo>
                <a:lnTo>
                  <a:pt x="135" y="47"/>
                </a:lnTo>
                <a:close/>
                <a:moveTo>
                  <a:pt x="182" y="44"/>
                </a:moveTo>
                <a:cubicBezTo>
                  <a:pt x="178" y="46"/>
                  <a:pt x="172" y="48"/>
                  <a:pt x="167" y="48"/>
                </a:cubicBezTo>
                <a:cubicBezTo>
                  <a:pt x="160" y="48"/>
                  <a:pt x="155" y="46"/>
                  <a:pt x="151" y="41"/>
                </a:cubicBezTo>
                <a:cubicBezTo>
                  <a:pt x="147" y="37"/>
                  <a:pt x="145" y="31"/>
                  <a:pt x="145" y="24"/>
                </a:cubicBezTo>
                <a:cubicBezTo>
                  <a:pt x="145" y="17"/>
                  <a:pt x="147" y="11"/>
                  <a:pt x="151" y="7"/>
                </a:cubicBezTo>
                <a:cubicBezTo>
                  <a:pt x="156" y="2"/>
                  <a:pt x="162" y="0"/>
                  <a:pt x="169" y="0"/>
                </a:cubicBezTo>
                <a:cubicBezTo>
                  <a:pt x="174" y="0"/>
                  <a:pt x="178" y="1"/>
                  <a:pt x="181" y="2"/>
                </a:cubicBezTo>
                <a:cubicBezTo>
                  <a:pt x="181" y="8"/>
                  <a:pt x="181" y="8"/>
                  <a:pt x="181" y="8"/>
                </a:cubicBezTo>
                <a:cubicBezTo>
                  <a:pt x="178" y="6"/>
                  <a:pt x="173" y="5"/>
                  <a:pt x="168" y="5"/>
                </a:cubicBezTo>
                <a:cubicBezTo>
                  <a:pt x="163" y="5"/>
                  <a:pt x="159" y="6"/>
                  <a:pt x="155" y="10"/>
                </a:cubicBezTo>
                <a:cubicBezTo>
                  <a:pt x="152" y="14"/>
                  <a:pt x="150" y="18"/>
                  <a:pt x="150" y="24"/>
                </a:cubicBezTo>
                <a:cubicBezTo>
                  <a:pt x="150" y="30"/>
                  <a:pt x="152" y="34"/>
                  <a:pt x="155" y="38"/>
                </a:cubicBezTo>
                <a:cubicBezTo>
                  <a:pt x="158" y="41"/>
                  <a:pt x="162" y="43"/>
                  <a:pt x="167" y="43"/>
                </a:cubicBezTo>
                <a:cubicBezTo>
                  <a:pt x="171" y="43"/>
                  <a:pt x="174" y="42"/>
                  <a:pt x="177" y="41"/>
                </a:cubicBezTo>
                <a:cubicBezTo>
                  <a:pt x="177" y="28"/>
                  <a:pt x="177" y="28"/>
                  <a:pt x="177" y="28"/>
                </a:cubicBezTo>
                <a:cubicBezTo>
                  <a:pt x="167" y="28"/>
                  <a:pt x="167" y="28"/>
                  <a:pt x="167" y="28"/>
                </a:cubicBezTo>
                <a:cubicBezTo>
                  <a:pt x="167" y="23"/>
                  <a:pt x="167" y="23"/>
                  <a:pt x="167" y="23"/>
                </a:cubicBezTo>
                <a:cubicBezTo>
                  <a:pt x="182" y="23"/>
                  <a:pt x="182" y="23"/>
                  <a:pt x="182" y="23"/>
                </a:cubicBezTo>
                <a:lnTo>
                  <a:pt x="182" y="44"/>
                </a:lnTo>
                <a:close/>
                <a:moveTo>
                  <a:pt x="229" y="47"/>
                </a:moveTo>
                <a:cubicBezTo>
                  <a:pt x="223" y="47"/>
                  <a:pt x="223" y="47"/>
                  <a:pt x="223" y="47"/>
                </a:cubicBezTo>
                <a:cubicBezTo>
                  <a:pt x="218" y="34"/>
                  <a:pt x="218" y="34"/>
                  <a:pt x="218" y="34"/>
                </a:cubicBezTo>
                <a:cubicBezTo>
                  <a:pt x="198" y="34"/>
                  <a:pt x="198" y="34"/>
                  <a:pt x="198" y="34"/>
                </a:cubicBezTo>
                <a:cubicBezTo>
                  <a:pt x="194" y="47"/>
                  <a:pt x="194" y="47"/>
                  <a:pt x="194" y="47"/>
                </a:cubicBezTo>
                <a:cubicBezTo>
                  <a:pt x="188" y="47"/>
                  <a:pt x="188" y="47"/>
                  <a:pt x="188" y="47"/>
                </a:cubicBezTo>
                <a:cubicBezTo>
                  <a:pt x="205" y="1"/>
                  <a:pt x="205" y="1"/>
                  <a:pt x="205" y="1"/>
                </a:cubicBezTo>
                <a:cubicBezTo>
                  <a:pt x="211" y="1"/>
                  <a:pt x="211" y="1"/>
                  <a:pt x="211" y="1"/>
                </a:cubicBezTo>
                <a:lnTo>
                  <a:pt x="229" y="47"/>
                </a:lnTo>
                <a:close/>
                <a:moveTo>
                  <a:pt x="216" y="29"/>
                </a:moveTo>
                <a:cubicBezTo>
                  <a:pt x="209" y="9"/>
                  <a:pt x="209" y="9"/>
                  <a:pt x="209" y="9"/>
                </a:cubicBezTo>
                <a:cubicBezTo>
                  <a:pt x="209" y="9"/>
                  <a:pt x="208" y="8"/>
                  <a:pt x="208" y="6"/>
                </a:cubicBezTo>
                <a:cubicBezTo>
                  <a:pt x="208" y="6"/>
                  <a:pt x="208" y="6"/>
                  <a:pt x="208" y="6"/>
                </a:cubicBezTo>
                <a:cubicBezTo>
                  <a:pt x="208" y="7"/>
                  <a:pt x="208" y="9"/>
                  <a:pt x="207" y="9"/>
                </a:cubicBezTo>
                <a:cubicBezTo>
                  <a:pt x="200" y="29"/>
                  <a:pt x="200" y="29"/>
                  <a:pt x="200" y="29"/>
                </a:cubicBezTo>
                <a:lnTo>
                  <a:pt x="216" y="29"/>
                </a:lnTo>
                <a:close/>
                <a:moveTo>
                  <a:pt x="236" y="47"/>
                </a:moveTo>
                <a:cubicBezTo>
                  <a:pt x="236" y="1"/>
                  <a:pt x="236" y="1"/>
                  <a:pt x="236" y="1"/>
                </a:cubicBezTo>
                <a:cubicBezTo>
                  <a:pt x="249" y="1"/>
                  <a:pt x="249" y="1"/>
                  <a:pt x="249" y="1"/>
                </a:cubicBezTo>
                <a:cubicBezTo>
                  <a:pt x="265" y="1"/>
                  <a:pt x="273" y="8"/>
                  <a:pt x="273" y="23"/>
                </a:cubicBezTo>
                <a:cubicBezTo>
                  <a:pt x="273" y="30"/>
                  <a:pt x="271" y="36"/>
                  <a:pt x="266" y="40"/>
                </a:cubicBezTo>
                <a:cubicBezTo>
                  <a:pt x="262" y="45"/>
                  <a:pt x="256" y="47"/>
                  <a:pt x="248" y="47"/>
                </a:cubicBezTo>
                <a:lnTo>
                  <a:pt x="236" y="47"/>
                </a:lnTo>
                <a:close/>
                <a:moveTo>
                  <a:pt x="241" y="5"/>
                </a:moveTo>
                <a:cubicBezTo>
                  <a:pt x="241" y="42"/>
                  <a:pt x="241" y="42"/>
                  <a:pt x="241" y="42"/>
                </a:cubicBezTo>
                <a:cubicBezTo>
                  <a:pt x="248" y="42"/>
                  <a:pt x="248" y="42"/>
                  <a:pt x="248" y="42"/>
                </a:cubicBezTo>
                <a:cubicBezTo>
                  <a:pt x="254" y="42"/>
                  <a:pt x="259" y="40"/>
                  <a:pt x="262" y="37"/>
                </a:cubicBezTo>
                <a:cubicBezTo>
                  <a:pt x="266" y="34"/>
                  <a:pt x="267" y="29"/>
                  <a:pt x="267" y="23"/>
                </a:cubicBezTo>
                <a:cubicBezTo>
                  <a:pt x="267" y="11"/>
                  <a:pt x="261" y="5"/>
                  <a:pt x="248" y="5"/>
                </a:cubicBezTo>
                <a:lnTo>
                  <a:pt x="241" y="5"/>
                </a:lnTo>
                <a:close/>
                <a:moveTo>
                  <a:pt x="301" y="48"/>
                </a:moveTo>
                <a:cubicBezTo>
                  <a:pt x="294" y="48"/>
                  <a:pt x="289" y="46"/>
                  <a:pt x="285" y="41"/>
                </a:cubicBezTo>
                <a:cubicBezTo>
                  <a:pt x="281" y="37"/>
                  <a:pt x="279" y="31"/>
                  <a:pt x="279" y="24"/>
                </a:cubicBezTo>
                <a:cubicBezTo>
                  <a:pt x="279" y="17"/>
                  <a:pt x="281" y="11"/>
                  <a:pt x="285" y="6"/>
                </a:cubicBezTo>
                <a:cubicBezTo>
                  <a:pt x="289" y="2"/>
                  <a:pt x="295" y="0"/>
                  <a:pt x="302" y="0"/>
                </a:cubicBezTo>
                <a:cubicBezTo>
                  <a:pt x="308" y="0"/>
                  <a:pt x="313" y="2"/>
                  <a:pt x="317" y="6"/>
                </a:cubicBezTo>
                <a:cubicBezTo>
                  <a:pt x="321" y="11"/>
                  <a:pt x="323" y="16"/>
                  <a:pt x="323" y="23"/>
                </a:cubicBezTo>
                <a:cubicBezTo>
                  <a:pt x="323" y="31"/>
                  <a:pt x="321" y="37"/>
                  <a:pt x="317" y="41"/>
                </a:cubicBezTo>
                <a:cubicBezTo>
                  <a:pt x="313" y="45"/>
                  <a:pt x="308" y="48"/>
                  <a:pt x="301" y="48"/>
                </a:cubicBezTo>
                <a:close/>
                <a:moveTo>
                  <a:pt x="301" y="5"/>
                </a:moveTo>
                <a:cubicBezTo>
                  <a:pt x="296" y="5"/>
                  <a:pt x="292" y="6"/>
                  <a:pt x="289" y="10"/>
                </a:cubicBezTo>
                <a:cubicBezTo>
                  <a:pt x="286" y="13"/>
                  <a:pt x="285" y="18"/>
                  <a:pt x="285" y="24"/>
                </a:cubicBezTo>
                <a:cubicBezTo>
                  <a:pt x="285" y="30"/>
                  <a:pt x="286" y="34"/>
                  <a:pt x="289" y="38"/>
                </a:cubicBezTo>
                <a:cubicBezTo>
                  <a:pt x="292" y="41"/>
                  <a:pt x="296" y="43"/>
                  <a:pt x="301" y="43"/>
                </a:cubicBezTo>
                <a:cubicBezTo>
                  <a:pt x="306" y="43"/>
                  <a:pt x="310" y="41"/>
                  <a:pt x="313" y="38"/>
                </a:cubicBezTo>
                <a:cubicBezTo>
                  <a:pt x="316" y="35"/>
                  <a:pt x="317" y="30"/>
                  <a:pt x="317" y="24"/>
                </a:cubicBezTo>
                <a:cubicBezTo>
                  <a:pt x="317" y="18"/>
                  <a:pt x="316" y="13"/>
                  <a:pt x="313" y="10"/>
                </a:cubicBezTo>
                <a:cubicBezTo>
                  <a:pt x="310" y="6"/>
                  <a:pt x="306" y="5"/>
                  <a:pt x="301" y="5"/>
                </a:cubicBezTo>
                <a:close/>
              </a:path>
            </a:pathLst>
          </a:custGeom>
          <a:solidFill>
            <a:srgbClr val="0078D7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35" name="Freeform 5">
            <a:extLst>
              <a:ext uri="{FF2B5EF4-FFF2-40B4-BE49-F238E27FC236}">
                <a16:creationId xmlns:a16="http://schemas.microsoft.com/office/drawing/2014/main" id="{2173317B-E8F2-A747-179E-9CEB9DEC6E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5243287" y="5471710"/>
            <a:ext cx="651189" cy="199082"/>
          </a:xfrm>
          <a:custGeom>
            <a:avLst/>
            <a:gdLst>
              <a:gd name="T0" fmla="*/ 199 w 211"/>
              <a:gd name="T1" fmla="*/ 62 h 63"/>
              <a:gd name="T2" fmla="*/ 198 w 211"/>
              <a:gd name="T3" fmla="*/ 19 h 63"/>
              <a:gd name="T4" fmla="*/ 191 w 211"/>
              <a:gd name="T5" fmla="*/ 11 h 63"/>
              <a:gd name="T6" fmla="*/ 171 w 211"/>
              <a:gd name="T7" fmla="*/ 10 h 63"/>
              <a:gd name="T8" fmla="*/ 170 w 211"/>
              <a:gd name="T9" fmla="*/ 50 h 63"/>
              <a:gd name="T10" fmla="*/ 162 w 211"/>
              <a:gd name="T11" fmla="*/ 62 h 63"/>
              <a:gd name="T12" fmla="*/ 150 w 211"/>
              <a:gd name="T13" fmla="*/ 63 h 63"/>
              <a:gd name="T14" fmla="*/ 148 w 211"/>
              <a:gd name="T15" fmla="*/ 53 h 63"/>
              <a:gd name="T16" fmla="*/ 151 w 211"/>
              <a:gd name="T17" fmla="*/ 54 h 63"/>
              <a:gd name="T18" fmla="*/ 157 w 211"/>
              <a:gd name="T19" fmla="*/ 50 h 63"/>
              <a:gd name="T20" fmla="*/ 158 w 211"/>
              <a:gd name="T21" fmla="*/ 41 h 63"/>
              <a:gd name="T22" fmla="*/ 151 w 211"/>
              <a:gd name="T23" fmla="*/ 13 h 63"/>
              <a:gd name="T24" fmla="*/ 160 w 211"/>
              <a:gd name="T25" fmla="*/ 1 h 63"/>
              <a:gd name="T26" fmla="*/ 176 w 211"/>
              <a:gd name="T27" fmla="*/ 0 h 63"/>
              <a:gd name="T28" fmla="*/ 195 w 211"/>
              <a:gd name="T29" fmla="*/ 2 h 63"/>
              <a:gd name="T30" fmla="*/ 209 w 211"/>
              <a:gd name="T31" fmla="*/ 14 h 63"/>
              <a:gd name="T32" fmla="*/ 211 w 211"/>
              <a:gd name="T33" fmla="*/ 62 h 63"/>
              <a:gd name="T34" fmla="*/ 123 w 211"/>
              <a:gd name="T35" fmla="*/ 62 h 63"/>
              <a:gd name="T36" fmla="*/ 135 w 211"/>
              <a:gd name="T37" fmla="*/ 1 h 63"/>
              <a:gd name="T38" fmla="*/ 88 w 211"/>
              <a:gd name="T39" fmla="*/ 62 h 63"/>
              <a:gd name="T40" fmla="*/ 88 w 211"/>
              <a:gd name="T41" fmla="*/ 16 h 63"/>
              <a:gd name="T42" fmla="*/ 87 w 211"/>
              <a:gd name="T43" fmla="*/ 11 h 63"/>
              <a:gd name="T44" fmla="*/ 60 w 211"/>
              <a:gd name="T45" fmla="*/ 11 h 63"/>
              <a:gd name="T46" fmla="*/ 110 w 211"/>
              <a:gd name="T47" fmla="*/ 1 h 63"/>
              <a:gd name="T48" fmla="*/ 107 w 211"/>
              <a:gd name="T49" fmla="*/ 11 h 63"/>
              <a:gd name="T50" fmla="*/ 101 w 211"/>
              <a:gd name="T51" fmla="*/ 14 h 63"/>
              <a:gd name="T52" fmla="*/ 100 w 211"/>
              <a:gd name="T53" fmla="*/ 22 h 63"/>
              <a:gd name="T54" fmla="*/ 88 w 211"/>
              <a:gd name="T55" fmla="*/ 62 h 63"/>
              <a:gd name="T56" fmla="*/ 42 w 211"/>
              <a:gd name="T57" fmla="*/ 62 h 63"/>
              <a:gd name="T58" fmla="*/ 38 w 211"/>
              <a:gd name="T59" fmla="*/ 14 h 63"/>
              <a:gd name="T60" fmla="*/ 19 w 211"/>
              <a:gd name="T61" fmla="*/ 10 h 63"/>
              <a:gd name="T62" fmla="*/ 7 w 211"/>
              <a:gd name="T63" fmla="*/ 12 h 63"/>
              <a:gd name="T64" fmla="*/ 1 w 211"/>
              <a:gd name="T65" fmla="*/ 3 h 63"/>
              <a:gd name="T66" fmla="*/ 27 w 211"/>
              <a:gd name="T67" fmla="*/ 0 h 63"/>
              <a:gd name="T68" fmla="*/ 46 w 211"/>
              <a:gd name="T69" fmla="*/ 6 h 63"/>
              <a:gd name="T70" fmla="*/ 54 w 211"/>
              <a:gd name="T71" fmla="*/ 25 h 63"/>
              <a:gd name="T72" fmla="*/ 13 w 211"/>
              <a:gd name="T73" fmla="*/ 62 h 63"/>
              <a:gd name="T74" fmla="*/ 1 w 211"/>
              <a:gd name="T75" fmla="*/ 27 h 63"/>
              <a:gd name="T76" fmla="*/ 13 w 211"/>
              <a:gd name="T77" fmla="*/ 62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11" h="63">
                <a:moveTo>
                  <a:pt x="211" y="62"/>
                </a:moveTo>
                <a:cubicBezTo>
                  <a:pt x="199" y="62"/>
                  <a:pt x="199" y="62"/>
                  <a:pt x="199" y="62"/>
                </a:cubicBezTo>
                <a:cubicBezTo>
                  <a:pt x="199" y="25"/>
                  <a:pt x="199" y="25"/>
                  <a:pt x="199" y="25"/>
                </a:cubicBezTo>
                <a:cubicBezTo>
                  <a:pt x="199" y="23"/>
                  <a:pt x="199" y="20"/>
                  <a:pt x="198" y="19"/>
                </a:cubicBezTo>
                <a:cubicBezTo>
                  <a:pt x="198" y="17"/>
                  <a:pt x="197" y="15"/>
                  <a:pt x="196" y="14"/>
                </a:cubicBezTo>
                <a:cubicBezTo>
                  <a:pt x="194" y="12"/>
                  <a:pt x="193" y="11"/>
                  <a:pt x="191" y="11"/>
                </a:cubicBezTo>
                <a:cubicBezTo>
                  <a:pt x="189" y="10"/>
                  <a:pt x="186" y="10"/>
                  <a:pt x="183" y="10"/>
                </a:cubicBezTo>
                <a:cubicBezTo>
                  <a:pt x="179" y="10"/>
                  <a:pt x="175" y="10"/>
                  <a:pt x="171" y="10"/>
                </a:cubicBezTo>
                <a:cubicBezTo>
                  <a:pt x="171" y="41"/>
                  <a:pt x="171" y="41"/>
                  <a:pt x="171" y="41"/>
                </a:cubicBezTo>
                <a:cubicBezTo>
                  <a:pt x="171" y="44"/>
                  <a:pt x="170" y="47"/>
                  <a:pt x="170" y="50"/>
                </a:cubicBezTo>
                <a:cubicBezTo>
                  <a:pt x="169" y="53"/>
                  <a:pt x="168" y="55"/>
                  <a:pt x="167" y="57"/>
                </a:cubicBezTo>
                <a:cubicBezTo>
                  <a:pt x="166" y="59"/>
                  <a:pt x="164" y="61"/>
                  <a:pt x="162" y="62"/>
                </a:cubicBezTo>
                <a:cubicBezTo>
                  <a:pt x="160" y="63"/>
                  <a:pt x="157" y="63"/>
                  <a:pt x="154" y="63"/>
                </a:cubicBezTo>
                <a:cubicBezTo>
                  <a:pt x="152" y="63"/>
                  <a:pt x="151" y="63"/>
                  <a:pt x="150" y="63"/>
                </a:cubicBezTo>
                <a:cubicBezTo>
                  <a:pt x="148" y="63"/>
                  <a:pt x="147" y="63"/>
                  <a:pt x="146" y="62"/>
                </a:cubicBezTo>
                <a:cubicBezTo>
                  <a:pt x="148" y="53"/>
                  <a:pt x="148" y="53"/>
                  <a:pt x="148" y="53"/>
                </a:cubicBezTo>
                <a:cubicBezTo>
                  <a:pt x="148" y="53"/>
                  <a:pt x="149" y="54"/>
                  <a:pt x="149" y="54"/>
                </a:cubicBezTo>
                <a:cubicBezTo>
                  <a:pt x="150" y="54"/>
                  <a:pt x="151" y="54"/>
                  <a:pt x="151" y="54"/>
                </a:cubicBezTo>
                <a:cubicBezTo>
                  <a:pt x="153" y="54"/>
                  <a:pt x="154" y="53"/>
                  <a:pt x="155" y="53"/>
                </a:cubicBezTo>
                <a:cubicBezTo>
                  <a:pt x="156" y="52"/>
                  <a:pt x="157" y="51"/>
                  <a:pt x="157" y="50"/>
                </a:cubicBezTo>
                <a:cubicBezTo>
                  <a:pt x="158" y="49"/>
                  <a:pt x="158" y="47"/>
                  <a:pt x="158" y="46"/>
                </a:cubicBezTo>
                <a:cubicBezTo>
                  <a:pt x="158" y="44"/>
                  <a:pt x="158" y="43"/>
                  <a:pt x="158" y="41"/>
                </a:cubicBezTo>
                <a:cubicBezTo>
                  <a:pt x="158" y="12"/>
                  <a:pt x="158" y="12"/>
                  <a:pt x="158" y="12"/>
                </a:cubicBezTo>
                <a:cubicBezTo>
                  <a:pt x="151" y="13"/>
                  <a:pt x="151" y="13"/>
                  <a:pt x="151" y="13"/>
                </a:cubicBezTo>
                <a:cubicBezTo>
                  <a:pt x="152" y="2"/>
                  <a:pt x="152" y="2"/>
                  <a:pt x="152" y="2"/>
                </a:cubicBezTo>
                <a:cubicBezTo>
                  <a:pt x="155" y="2"/>
                  <a:pt x="157" y="2"/>
                  <a:pt x="160" y="1"/>
                </a:cubicBezTo>
                <a:cubicBezTo>
                  <a:pt x="162" y="1"/>
                  <a:pt x="165" y="1"/>
                  <a:pt x="168" y="1"/>
                </a:cubicBezTo>
                <a:cubicBezTo>
                  <a:pt x="171" y="0"/>
                  <a:pt x="173" y="0"/>
                  <a:pt x="176" y="0"/>
                </a:cubicBezTo>
                <a:cubicBezTo>
                  <a:pt x="179" y="0"/>
                  <a:pt x="181" y="0"/>
                  <a:pt x="184" y="0"/>
                </a:cubicBezTo>
                <a:cubicBezTo>
                  <a:pt x="188" y="0"/>
                  <a:pt x="192" y="1"/>
                  <a:pt x="195" y="2"/>
                </a:cubicBezTo>
                <a:cubicBezTo>
                  <a:pt x="198" y="2"/>
                  <a:pt x="201" y="4"/>
                  <a:pt x="204" y="6"/>
                </a:cubicBezTo>
                <a:cubicBezTo>
                  <a:pt x="206" y="8"/>
                  <a:pt x="208" y="10"/>
                  <a:pt x="209" y="14"/>
                </a:cubicBezTo>
                <a:cubicBezTo>
                  <a:pt x="211" y="17"/>
                  <a:pt x="211" y="21"/>
                  <a:pt x="211" y="25"/>
                </a:cubicBezTo>
                <a:lnTo>
                  <a:pt x="211" y="62"/>
                </a:lnTo>
                <a:close/>
                <a:moveTo>
                  <a:pt x="135" y="62"/>
                </a:moveTo>
                <a:cubicBezTo>
                  <a:pt x="123" y="62"/>
                  <a:pt x="123" y="62"/>
                  <a:pt x="123" y="62"/>
                </a:cubicBezTo>
                <a:cubicBezTo>
                  <a:pt x="123" y="1"/>
                  <a:pt x="123" y="1"/>
                  <a:pt x="123" y="1"/>
                </a:cubicBezTo>
                <a:cubicBezTo>
                  <a:pt x="135" y="1"/>
                  <a:pt x="135" y="1"/>
                  <a:pt x="135" y="1"/>
                </a:cubicBezTo>
                <a:lnTo>
                  <a:pt x="135" y="62"/>
                </a:lnTo>
                <a:close/>
                <a:moveTo>
                  <a:pt x="88" y="62"/>
                </a:moveTo>
                <a:cubicBezTo>
                  <a:pt x="88" y="23"/>
                  <a:pt x="88" y="23"/>
                  <a:pt x="88" y="23"/>
                </a:cubicBezTo>
                <a:cubicBezTo>
                  <a:pt x="88" y="21"/>
                  <a:pt x="88" y="18"/>
                  <a:pt x="88" y="16"/>
                </a:cubicBezTo>
                <a:cubicBezTo>
                  <a:pt x="89" y="14"/>
                  <a:pt x="90" y="12"/>
                  <a:pt x="92" y="10"/>
                </a:cubicBezTo>
                <a:cubicBezTo>
                  <a:pt x="90" y="10"/>
                  <a:pt x="88" y="11"/>
                  <a:pt x="87" y="11"/>
                </a:cubicBezTo>
                <a:cubicBezTo>
                  <a:pt x="85" y="11"/>
                  <a:pt x="83" y="11"/>
                  <a:pt x="81" y="11"/>
                </a:cubicBezTo>
                <a:cubicBezTo>
                  <a:pt x="60" y="11"/>
                  <a:pt x="60" y="11"/>
                  <a:pt x="60" y="11"/>
                </a:cubicBezTo>
                <a:cubicBezTo>
                  <a:pt x="62" y="1"/>
                  <a:pt x="62" y="1"/>
                  <a:pt x="62" y="1"/>
                </a:cubicBezTo>
                <a:cubicBezTo>
                  <a:pt x="110" y="1"/>
                  <a:pt x="110" y="1"/>
                  <a:pt x="110" y="1"/>
                </a:cubicBezTo>
                <a:cubicBezTo>
                  <a:pt x="109" y="11"/>
                  <a:pt x="109" y="11"/>
                  <a:pt x="109" y="11"/>
                </a:cubicBezTo>
                <a:cubicBezTo>
                  <a:pt x="107" y="11"/>
                  <a:pt x="107" y="11"/>
                  <a:pt x="107" y="11"/>
                </a:cubicBezTo>
                <a:cubicBezTo>
                  <a:pt x="105" y="11"/>
                  <a:pt x="104" y="11"/>
                  <a:pt x="103" y="11"/>
                </a:cubicBezTo>
                <a:cubicBezTo>
                  <a:pt x="102" y="12"/>
                  <a:pt x="101" y="13"/>
                  <a:pt x="101" y="14"/>
                </a:cubicBezTo>
                <a:cubicBezTo>
                  <a:pt x="100" y="14"/>
                  <a:pt x="100" y="16"/>
                  <a:pt x="100" y="17"/>
                </a:cubicBezTo>
                <a:cubicBezTo>
                  <a:pt x="100" y="18"/>
                  <a:pt x="100" y="20"/>
                  <a:pt x="100" y="22"/>
                </a:cubicBezTo>
                <a:cubicBezTo>
                  <a:pt x="100" y="62"/>
                  <a:pt x="100" y="62"/>
                  <a:pt x="100" y="62"/>
                </a:cubicBezTo>
                <a:lnTo>
                  <a:pt x="88" y="62"/>
                </a:lnTo>
                <a:close/>
                <a:moveTo>
                  <a:pt x="54" y="62"/>
                </a:moveTo>
                <a:cubicBezTo>
                  <a:pt x="42" y="62"/>
                  <a:pt x="42" y="62"/>
                  <a:pt x="42" y="62"/>
                </a:cubicBezTo>
                <a:cubicBezTo>
                  <a:pt x="42" y="25"/>
                  <a:pt x="42" y="25"/>
                  <a:pt x="42" y="25"/>
                </a:cubicBezTo>
                <a:cubicBezTo>
                  <a:pt x="42" y="20"/>
                  <a:pt x="40" y="16"/>
                  <a:pt x="38" y="14"/>
                </a:cubicBezTo>
                <a:cubicBezTo>
                  <a:pt x="35" y="11"/>
                  <a:pt x="31" y="10"/>
                  <a:pt x="26" y="10"/>
                </a:cubicBezTo>
                <a:cubicBezTo>
                  <a:pt x="24" y="10"/>
                  <a:pt x="21" y="10"/>
                  <a:pt x="19" y="10"/>
                </a:cubicBezTo>
                <a:cubicBezTo>
                  <a:pt x="17" y="10"/>
                  <a:pt x="15" y="10"/>
                  <a:pt x="13" y="11"/>
                </a:cubicBezTo>
                <a:cubicBezTo>
                  <a:pt x="11" y="11"/>
                  <a:pt x="9" y="11"/>
                  <a:pt x="7" y="12"/>
                </a:cubicBezTo>
                <a:cubicBezTo>
                  <a:pt x="4" y="12"/>
                  <a:pt x="2" y="13"/>
                  <a:pt x="0" y="13"/>
                </a:cubicBezTo>
                <a:cubicBezTo>
                  <a:pt x="1" y="3"/>
                  <a:pt x="1" y="3"/>
                  <a:pt x="1" y="3"/>
                </a:cubicBezTo>
                <a:cubicBezTo>
                  <a:pt x="5" y="2"/>
                  <a:pt x="9" y="1"/>
                  <a:pt x="13" y="1"/>
                </a:cubicBezTo>
                <a:cubicBezTo>
                  <a:pt x="18" y="0"/>
                  <a:pt x="22" y="0"/>
                  <a:pt x="27" y="0"/>
                </a:cubicBezTo>
                <a:cubicBezTo>
                  <a:pt x="31" y="0"/>
                  <a:pt x="34" y="1"/>
                  <a:pt x="38" y="2"/>
                </a:cubicBezTo>
                <a:cubicBezTo>
                  <a:pt x="41" y="3"/>
                  <a:pt x="44" y="4"/>
                  <a:pt x="46" y="6"/>
                </a:cubicBezTo>
                <a:cubicBezTo>
                  <a:pt x="49" y="8"/>
                  <a:pt x="50" y="11"/>
                  <a:pt x="52" y="14"/>
                </a:cubicBezTo>
                <a:cubicBezTo>
                  <a:pt x="53" y="17"/>
                  <a:pt x="54" y="21"/>
                  <a:pt x="54" y="25"/>
                </a:cubicBezTo>
                <a:lnTo>
                  <a:pt x="54" y="62"/>
                </a:lnTo>
                <a:close/>
                <a:moveTo>
                  <a:pt x="13" y="62"/>
                </a:moveTo>
                <a:cubicBezTo>
                  <a:pt x="1" y="62"/>
                  <a:pt x="1" y="62"/>
                  <a:pt x="1" y="62"/>
                </a:cubicBezTo>
                <a:cubicBezTo>
                  <a:pt x="1" y="27"/>
                  <a:pt x="1" y="27"/>
                  <a:pt x="1" y="27"/>
                </a:cubicBezTo>
                <a:cubicBezTo>
                  <a:pt x="13" y="21"/>
                  <a:pt x="13" y="21"/>
                  <a:pt x="13" y="21"/>
                </a:cubicBezTo>
                <a:lnTo>
                  <a:pt x="13" y="62"/>
                </a:ln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Freeform 235">
            <a:extLst>
              <a:ext uri="{FF2B5EF4-FFF2-40B4-BE49-F238E27FC236}">
                <a16:creationId xmlns:a16="http://schemas.microsoft.com/office/drawing/2014/main" id="{F96E62DD-6643-AC2D-2543-20CE38C03F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415853" y="3986080"/>
            <a:ext cx="747519" cy="182384"/>
          </a:xfrm>
          <a:custGeom>
            <a:avLst/>
            <a:gdLst>
              <a:gd name="T0" fmla="*/ 37 w 246"/>
              <a:gd name="T1" fmla="*/ 32 h 60"/>
              <a:gd name="T2" fmla="*/ 5 w 246"/>
              <a:gd name="T3" fmla="*/ 60 h 60"/>
              <a:gd name="T4" fmla="*/ 0 w 246"/>
              <a:gd name="T5" fmla="*/ 0 h 60"/>
              <a:gd name="T6" fmla="*/ 5 w 246"/>
              <a:gd name="T7" fmla="*/ 27 h 60"/>
              <a:gd name="T8" fmla="*/ 37 w 246"/>
              <a:gd name="T9" fmla="*/ 0 h 60"/>
              <a:gd name="T10" fmla="*/ 43 w 246"/>
              <a:gd name="T11" fmla="*/ 60 h 60"/>
              <a:gd name="T12" fmla="*/ 79 w 246"/>
              <a:gd name="T13" fmla="*/ 60 h 60"/>
              <a:gd name="T14" fmla="*/ 52 w 246"/>
              <a:gd name="T15" fmla="*/ 0 h 60"/>
              <a:gd name="T16" fmla="*/ 75 w 246"/>
              <a:gd name="T17" fmla="*/ 48 h 60"/>
              <a:gd name="T18" fmla="*/ 76 w 246"/>
              <a:gd name="T19" fmla="*/ 53 h 60"/>
              <a:gd name="T20" fmla="*/ 77 w 246"/>
              <a:gd name="T21" fmla="*/ 51 h 60"/>
              <a:gd name="T22" fmla="*/ 95 w 246"/>
              <a:gd name="T23" fmla="*/ 0 h 60"/>
              <a:gd name="T24" fmla="*/ 79 w 246"/>
              <a:gd name="T25" fmla="*/ 60 h 60"/>
              <a:gd name="T26" fmla="*/ 122 w 246"/>
              <a:gd name="T27" fmla="*/ 0 h 60"/>
              <a:gd name="T28" fmla="*/ 105 w 246"/>
              <a:gd name="T29" fmla="*/ 60 h 60"/>
              <a:gd name="T30" fmla="*/ 137 w 246"/>
              <a:gd name="T31" fmla="*/ 42 h 60"/>
              <a:gd name="T32" fmla="*/ 150 w 246"/>
              <a:gd name="T33" fmla="*/ 60 h 60"/>
              <a:gd name="T34" fmla="*/ 114 w 246"/>
              <a:gd name="T35" fmla="*/ 37 h 60"/>
              <a:gd name="T36" fmla="*/ 124 w 246"/>
              <a:gd name="T37" fmla="*/ 9 h 60"/>
              <a:gd name="T38" fmla="*/ 125 w 246"/>
              <a:gd name="T39" fmla="*/ 7 h 60"/>
              <a:gd name="T40" fmla="*/ 126 w 246"/>
              <a:gd name="T41" fmla="*/ 11 h 60"/>
              <a:gd name="T42" fmla="*/ 114 w 246"/>
              <a:gd name="T43" fmla="*/ 37 h 60"/>
              <a:gd name="T44" fmla="*/ 159 w 246"/>
              <a:gd name="T45" fmla="*/ 0 h 60"/>
              <a:gd name="T46" fmla="*/ 165 w 246"/>
              <a:gd name="T47" fmla="*/ 55 h 60"/>
              <a:gd name="T48" fmla="*/ 189 w 246"/>
              <a:gd name="T49" fmla="*/ 60 h 60"/>
              <a:gd name="T50" fmla="*/ 223 w 246"/>
              <a:gd name="T51" fmla="*/ 0 h 60"/>
              <a:gd name="T52" fmla="*/ 195 w 246"/>
              <a:gd name="T53" fmla="*/ 60 h 60"/>
              <a:gd name="T54" fmla="*/ 207 w 246"/>
              <a:gd name="T55" fmla="*/ 42 h 60"/>
              <a:gd name="T56" fmla="*/ 239 w 246"/>
              <a:gd name="T57" fmla="*/ 60 h 60"/>
              <a:gd name="T58" fmla="*/ 223 w 246"/>
              <a:gd name="T59" fmla="*/ 0 h 60"/>
              <a:gd name="T60" fmla="*/ 219 w 246"/>
              <a:gd name="T61" fmla="*/ 11 h 60"/>
              <a:gd name="T62" fmla="*/ 220 w 246"/>
              <a:gd name="T63" fmla="*/ 7 h 60"/>
              <a:gd name="T64" fmla="*/ 221 w 246"/>
              <a:gd name="T65" fmla="*/ 9 h 60"/>
              <a:gd name="T66" fmla="*/ 231 w 246"/>
              <a:gd name="T67" fmla="*/ 37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46" h="60">
                <a:moveTo>
                  <a:pt x="37" y="60"/>
                </a:moveTo>
                <a:cubicBezTo>
                  <a:pt x="37" y="32"/>
                  <a:pt x="37" y="32"/>
                  <a:pt x="37" y="32"/>
                </a:cubicBezTo>
                <a:cubicBezTo>
                  <a:pt x="5" y="32"/>
                  <a:pt x="5" y="32"/>
                  <a:pt x="5" y="32"/>
                </a:cubicBezTo>
                <a:cubicBezTo>
                  <a:pt x="5" y="60"/>
                  <a:pt x="5" y="60"/>
                  <a:pt x="5" y="60"/>
                </a:cubicBezTo>
                <a:cubicBezTo>
                  <a:pt x="0" y="60"/>
                  <a:pt x="0" y="60"/>
                  <a:pt x="0" y="60"/>
                </a:cubicBezTo>
                <a:cubicBezTo>
                  <a:pt x="0" y="0"/>
                  <a:pt x="0" y="0"/>
                  <a:pt x="0" y="0"/>
                </a:cubicBezTo>
                <a:cubicBezTo>
                  <a:pt x="5" y="0"/>
                  <a:pt x="5" y="0"/>
                  <a:pt x="5" y="0"/>
                </a:cubicBezTo>
                <a:cubicBezTo>
                  <a:pt x="5" y="27"/>
                  <a:pt x="5" y="27"/>
                  <a:pt x="5" y="27"/>
                </a:cubicBezTo>
                <a:cubicBezTo>
                  <a:pt x="37" y="27"/>
                  <a:pt x="37" y="27"/>
                  <a:pt x="37" y="27"/>
                </a:cubicBezTo>
                <a:cubicBezTo>
                  <a:pt x="37" y="0"/>
                  <a:pt x="37" y="0"/>
                  <a:pt x="37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43" y="60"/>
                  <a:pt x="43" y="60"/>
                  <a:pt x="43" y="60"/>
                </a:cubicBezTo>
                <a:lnTo>
                  <a:pt x="37" y="60"/>
                </a:lnTo>
                <a:close/>
                <a:moveTo>
                  <a:pt x="79" y="60"/>
                </a:moveTo>
                <a:cubicBezTo>
                  <a:pt x="73" y="60"/>
                  <a:pt x="73" y="60"/>
                  <a:pt x="73" y="60"/>
                </a:cubicBezTo>
                <a:cubicBezTo>
                  <a:pt x="52" y="0"/>
                  <a:pt x="52" y="0"/>
                  <a:pt x="52" y="0"/>
                </a:cubicBezTo>
                <a:cubicBezTo>
                  <a:pt x="58" y="0"/>
                  <a:pt x="58" y="0"/>
                  <a:pt x="58" y="0"/>
                </a:cubicBezTo>
                <a:cubicBezTo>
                  <a:pt x="75" y="48"/>
                  <a:pt x="75" y="48"/>
                  <a:pt x="75" y="48"/>
                </a:cubicBezTo>
                <a:cubicBezTo>
                  <a:pt x="75" y="49"/>
                  <a:pt x="75" y="50"/>
                  <a:pt x="76" y="50"/>
                </a:cubicBezTo>
                <a:cubicBezTo>
                  <a:pt x="76" y="51"/>
                  <a:pt x="76" y="52"/>
                  <a:pt x="76" y="53"/>
                </a:cubicBezTo>
                <a:cubicBezTo>
                  <a:pt x="76" y="53"/>
                  <a:pt x="76" y="53"/>
                  <a:pt x="76" y="53"/>
                </a:cubicBezTo>
                <a:cubicBezTo>
                  <a:pt x="76" y="52"/>
                  <a:pt x="77" y="52"/>
                  <a:pt x="77" y="51"/>
                </a:cubicBezTo>
                <a:cubicBezTo>
                  <a:pt x="77" y="50"/>
                  <a:pt x="77" y="49"/>
                  <a:pt x="78" y="48"/>
                </a:cubicBezTo>
                <a:cubicBezTo>
                  <a:pt x="95" y="0"/>
                  <a:pt x="95" y="0"/>
                  <a:pt x="95" y="0"/>
                </a:cubicBezTo>
                <a:cubicBezTo>
                  <a:pt x="101" y="0"/>
                  <a:pt x="101" y="0"/>
                  <a:pt x="101" y="0"/>
                </a:cubicBezTo>
                <a:lnTo>
                  <a:pt x="79" y="60"/>
                </a:lnTo>
                <a:close/>
                <a:moveTo>
                  <a:pt x="127" y="0"/>
                </a:moveTo>
                <a:cubicBezTo>
                  <a:pt x="122" y="0"/>
                  <a:pt x="122" y="0"/>
                  <a:pt x="122" y="0"/>
                </a:cubicBezTo>
                <a:cubicBezTo>
                  <a:pt x="99" y="60"/>
                  <a:pt x="99" y="60"/>
                  <a:pt x="99" y="60"/>
                </a:cubicBezTo>
                <a:cubicBezTo>
                  <a:pt x="105" y="60"/>
                  <a:pt x="105" y="60"/>
                  <a:pt x="105" y="60"/>
                </a:cubicBezTo>
                <a:cubicBezTo>
                  <a:pt x="112" y="42"/>
                  <a:pt x="112" y="42"/>
                  <a:pt x="112" y="42"/>
                </a:cubicBezTo>
                <a:cubicBezTo>
                  <a:pt x="137" y="42"/>
                  <a:pt x="137" y="42"/>
                  <a:pt x="137" y="42"/>
                </a:cubicBezTo>
                <a:cubicBezTo>
                  <a:pt x="144" y="60"/>
                  <a:pt x="144" y="60"/>
                  <a:pt x="144" y="60"/>
                </a:cubicBezTo>
                <a:cubicBezTo>
                  <a:pt x="150" y="60"/>
                  <a:pt x="150" y="60"/>
                  <a:pt x="150" y="60"/>
                </a:cubicBezTo>
                <a:lnTo>
                  <a:pt x="127" y="0"/>
                </a:lnTo>
                <a:close/>
                <a:moveTo>
                  <a:pt x="114" y="37"/>
                </a:moveTo>
                <a:cubicBezTo>
                  <a:pt x="123" y="11"/>
                  <a:pt x="123" y="11"/>
                  <a:pt x="123" y="11"/>
                </a:cubicBezTo>
                <a:cubicBezTo>
                  <a:pt x="123" y="10"/>
                  <a:pt x="124" y="10"/>
                  <a:pt x="124" y="9"/>
                </a:cubicBezTo>
                <a:cubicBezTo>
                  <a:pt x="124" y="8"/>
                  <a:pt x="124" y="8"/>
                  <a:pt x="124" y="7"/>
                </a:cubicBezTo>
                <a:cubicBezTo>
                  <a:pt x="125" y="7"/>
                  <a:pt x="125" y="7"/>
                  <a:pt x="125" y="7"/>
                </a:cubicBezTo>
                <a:cubicBezTo>
                  <a:pt x="125" y="8"/>
                  <a:pt x="125" y="8"/>
                  <a:pt x="125" y="9"/>
                </a:cubicBezTo>
                <a:cubicBezTo>
                  <a:pt x="125" y="10"/>
                  <a:pt x="125" y="10"/>
                  <a:pt x="126" y="11"/>
                </a:cubicBezTo>
                <a:cubicBezTo>
                  <a:pt x="135" y="37"/>
                  <a:pt x="135" y="37"/>
                  <a:pt x="135" y="37"/>
                </a:cubicBezTo>
                <a:lnTo>
                  <a:pt x="114" y="37"/>
                </a:lnTo>
                <a:close/>
                <a:moveTo>
                  <a:pt x="159" y="60"/>
                </a:moveTo>
                <a:cubicBezTo>
                  <a:pt x="159" y="0"/>
                  <a:pt x="159" y="0"/>
                  <a:pt x="159" y="0"/>
                </a:cubicBezTo>
                <a:cubicBezTo>
                  <a:pt x="165" y="0"/>
                  <a:pt x="165" y="0"/>
                  <a:pt x="165" y="0"/>
                </a:cubicBezTo>
                <a:cubicBezTo>
                  <a:pt x="165" y="55"/>
                  <a:pt x="165" y="55"/>
                  <a:pt x="165" y="55"/>
                </a:cubicBezTo>
                <a:cubicBezTo>
                  <a:pt x="189" y="55"/>
                  <a:pt x="189" y="55"/>
                  <a:pt x="189" y="55"/>
                </a:cubicBezTo>
                <a:cubicBezTo>
                  <a:pt x="189" y="60"/>
                  <a:pt x="189" y="60"/>
                  <a:pt x="189" y="60"/>
                </a:cubicBezTo>
                <a:lnTo>
                  <a:pt x="159" y="60"/>
                </a:lnTo>
                <a:close/>
                <a:moveTo>
                  <a:pt x="223" y="0"/>
                </a:moveTo>
                <a:cubicBezTo>
                  <a:pt x="218" y="0"/>
                  <a:pt x="218" y="0"/>
                  <a:pt x="218" y="0"/>
                </a:cubicBezTo>
                <a:cubicBezTo>
                  <a:pt x="195" y="60"/>
                  <a:pt x="195" y="60"/>
                  <a:pt x="195" y="60"/>
                </a:cubicBezTo>
                <a:cubicBezTo>
                  <a:pt x="201" y="60"/>
                  <a:pt x="201" y="60"/>
                  <a:pt x="201" y="60"/>
                </a:cubicBezTo>
                <a:cubicBezTo>
                  <a:pt x="207" y="42"/>
                  <a:pt x="207" y="42"/>
                  <a:pt x="207" y="42"/>
                </a:cubicBezTo>
                <a:cubicBezTo>
                  <a:pt x="233" y="42"/>
                  <a:pt x="233" y="42"/>
                  <a:pt x="233" y="42"/>
                </a:cubicBezTo>
                <a:cubicBezTo>
                  <a:pt x="239" y="60"/>
                  <a:pt x="239" y="60"/>
                  <a:pt x="239" y="60"/>
                </a:cubicBezTo>
                <a:cubicBezTo>
                  <a:pt x="246" y="60"/>
                  <a:pt x="246" y="60"/>
                  <a:pt x="246" y="60"/>
                </a:cubicBezTo>
                <a:lnTo>
                  <a:pt x="223" y="0"/>
                </a:lnTo>
                <a:close/>
                <a:moveTo>
                  <a:pt x="209" y="37"/>
                </a:moveTo>
                <a:cubicBezTo>
                  <a:pt x="219" y="11"/>
                  <a:pt x="219" y="11"/>
                  <a:pt x="219" y="11"/>
                </a:cubicBezTo>
                <a:cubicBezTo>
                  <a:pt x="219" y="10"/>
                  <a:pt x="219" y="10"/>
                  <a:pt x="219" y="9"/>
                </a:cubicBezTo>
                <a:cubicBezTo>
                  <a:pt x="220" y="8"/>
                  <a:pt x="220" y="8"/>
                  <a:pt x="220" y="7"/>
                </a:cubicBezTo>
                <a:cubicBezTo>
                  <a:pt x="220" y="7"/>
                  <a:pt x="220" y="7"/>
                  <a:pt x="220" y="7"/>
                </a:cubicBezTo>
                <a:cubicBezTo>
                  <a:pt x="220" y="8"/>
                  <a:pt x="221" y="8"/>
                  <a:pt x="221" y="9"/>
                </a:cubicBezTo>
                <a:cubicBezTo>
                  <a:pt x="221" y="10"/>
                  <a:pt x="221" y="10"/>
                  <a:pt x="221" y="11"/>
                </a:cubicBezTo>
                <a:cubicBezTo>
                  <a:pt x="231" y="37"/>
                  <a:pt x="231" y="37"/>
                  <a:pt x="231" y="37"/>
                </a:cubicBezTo>
                <a:lnTo>
                  <a:pt x="209" y="37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14"/>
            <a:endParaRPr lang="en-US" sz="1200">
              <a:solidFill>
                <a:srgbClr val="000000"/>
              </a:solidFill>
              <a:latin typeface="Segoe UI Semilight"/>
            </a:endParaRPr>
          </a:p>
        </p:txBody>
      </p:sp>
      <p:sp>
        <p:nvSpPr>
          <p:cNvPr id="37" name="TextBox 39">
            <a:extLst>
              <a:ext uri="{FF2B5EF4-FFF2-40B4-BE49-F238E27FC236}">
                <a16:creationId xmlns:a16="http://schemas.microsoft.com/office/drawing/2014/main" id="{00938DCD-624C-4E3E-1E10-5AB7D8DE5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3107392" y="5192350"/>
            <a:ext cx="1703431" cy="644515"/>
          </a:xfrm>
          <a:prstGeom prst="rect">
            <a:avLst/>
          </a:prstGeom>
          <a:noFill/>
        </p:spPr>
        <p:txBody>
          <a:bodyPr wrap="square" lIns="89642" tIns="44821" rIns="89642" bIns="44821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err="1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આભાર</a:t>
            </a:r>
            <a:endParaRPr kumimoji="0" lang="en-US" sz="36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</p:txBody>
      </p:sp>
      <p:sp>
        <p:nvSpPr>
          <p:cNvPr id="38" name="TextBox 40">
            <a:extLst>
              <a:ext uri="{FF2B5EF4-FFF2-40B4-BE49-F238E27FC236}">
                <a16:creationId xmlns:a16="http://schemas.microsoft.com/office/drawing/2014/main" id="{FD83F6A0-9D26-314A-64B1-3BB3CDBB8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9125563" y="4631276"/>
            <a:ext cx="1703431" cy="59317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i-IN" sz="3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धन्यवाद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Placeholder 45">
            <a:extLst>
              <a:ext uri="{FF2B5EF4-FFF2-40B4-BE49-F238E27FC236}">
                <a16:creationId xmlns:a16="http://schemas.microsoft.com/office/drawing/2014/main" id="{E0F29B77-BFC8-722C-BF9F-504AED93EAA8}"/>
              </a:ext>
            </a:extLst>
          </p:cNvPr>
          <p:cNvSpPr txBox="1">
            <a:spLocks/>
          </p:cNvSpPr>
          <p:nvPr userDrawn="1"/>
        </p:nvSpPr>
        <p:spPr>
          <a:xfrm>
            <a:off x="3453106" y="2776678"/>
            <a:ext cx="5478684" cy="110799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en-US"/>
            </a:defPPr>
            <a:lvl1pPr marL="0" marR="0" indent="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7200" b="1" kern="1200" cap="none" spc="-50" baseline="0" dirty="0">
                <a:ln w="3175">
                  <a:noFill/>
                </a:ln>
                <a:gradFill flip="none" rotWithShape="1">
                  <a:gsLst>
                    <a:gs pos="28000">
                      <a:schemeClr val="accent1"/>
                    </a:gs>
                    <a:gs pos="100000">
                      <a:srgbClr val="17518A"/>
                    </a:gs>
                  </a:gsLst>
                  <a:path path="circle">
                    <a:fillToRect t="100000" r="100000"/>
                  </a:path>
                  <a:tileRect l="-100000" b="-1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8650" indent="-857250">
              <a:spcBef>
                <a:spcPct val="0"/>
              </a:spcBef>
            </a:pPr>
            <a:r>
              <a:rPr lang="en-US" b="0">
                <a:solidFill>
                  <a:schemeClr val="tx2"/>
                </a:solidFill>
                <a:latin typeface="+mj-lt"/>
              </a:rPr>
              <a:t>THANK YOU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1779EFBA-7A82-CB47-AAB1-30D77D9B7D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6448" y="5121374"/>
            <a:ext cx="1816900" cy="1638302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ECF84520-8FFD-7650-F62B-5FC7DF26BFA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9534" y="98324"/>
            <a:ext cx="3276017" cy="2786712"/>
          </a:xfrm>
          <a:prstGeom prst="rect">
            <a:avLst/>
          </a:prstGeom>
        </p:spPr>
      </p:pic>
      <p:sp>
        <p:nvSpPr>
          <p:cNvPr id="42" name="Text Box 3">
            <a:extLst>
              <a:ext uri="{FF2B5EF4-FFF2-40B4-BE49-F238E27FC236}">
                <a16:creationId xmlns:a16="http://schemas.microsoft.com/office/drawing/2014/main" id="{D5F9030F-7789-1D5C-9F41-6466A3C638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 userDrawn="1"/>
        </p:nvSpPr>
        <p:spPr bwMode="blackWhite">
          <a:xfrm>
            <a:off x="680648" y="6465989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32290" eaLnBrk="0" hangingPunct="0"/>
            <a:r>
              <a:rPr lang="en-US" sz="700">
                <a:cs typeface="Segoe UI" pitchFamily="34" charset="0"/>
              </a:rPr>
              <a:t>© Copyright Microsoft Corporation.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3825996527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17660B7-C811-5DCB-74C2-C19A806F6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sp>
        <p:nvSpPr>
          <p:cNvPr id="60" name="Title 1">
            <a:extLst>
              <a:ext uri="{FF2B5EF4-FFF2-40B4-BE49-F238E27FC236}">
                <a16:creationId xmlns:a16="http://schemas.microsoft.com/office/drawing/2014/main" id="{43440211-498C-BFC9-C4A9-8F0B19403530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88263" y="457200"/>
            <a:ext cx="1101852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>
                <a:solidFill>
                  <a:schemeClr val="bg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280356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36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4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1" orient="horz" pos="912">
          <p15:clr>
            <a:srgbClr val="5ACBF0"/>
          </p15:clr>
        </p15:guide>
        <p15:guide id="32" orient="horz" pos="1272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0E4E2F-DA39-FC58-FFE3-180F98146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7E24D83-89AE-042E-BEE7-3B6DC7739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5334000" y="0"/>
            <a:ext cx="6364288" cy="6858000"/>
          </a:xfrm>
          <a:prstGeom prst="rect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C2E574C-FEC0-9EBB-A791-EE943B0A3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524916" y="1539523"/>
            <a:ext cx="5955884" cy="3556520"/>
            <a:chOff x="5524916" y="1539523"/>
            <a:chExt cx="2197100" cy="3556520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B7B95B-E2D3-E0E5-82DE-17DD815B6071}"/>
                </a:ext>
              </a:extLst>
            </p:cNvPr>
            <p:cNvCxnSpPr>
              <a:cxnSpLocks/>
            </p:cNvCxnSpPr>
            <p:nvPr/>
          </p:nvCxnSpPr>
          <p:spPr>
            <a:xfrm>
              <a:off x="5524916" y="2428653"/>
              <a:ext cx="2197100" cy="0"/>
            </a:xfrm>
            <a:prstGeom prst="line">
              <a:avLst/>
            </a:prstGeom>
            <a:ln>
              <a:solidFill>
                <a:schemeClr val="bg1"/>
              </a:solidFill>
              <a:headEnd type="non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4B86EED-4865-9744-2AB0-1DEF2CDF0BF4}"/>
                </a:ext>
              </a:extLst>
            </p:cNvPr>
            <p:cNvCxnSpPr>
              <a:cxnSpLocks/>
            </p:cNvCxnSpPr>
            <p:nvPr/>
          </p:nvCxnSpPr>
          <p:spPr>
            <a:xfrm>
              <a:off x="5524916" y="1539523"/>
              <a:ext cx="2197100" cy="0"/>
            </a:xfrm>
            <a:prstGeom prst="line">
              <a:avLst/>
            </a:prstGeom>
            <a:ln>
              <a:solidFill>
                <a:schemeClr val="bg1"/>
              </a:solidFill>
              <a:headEnd type="non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0AC3B97-A626-4075-2006-0A0C797EB398}"/>
                </a:ext>
              </a:extLst>
            </p:cNvPr>
            <p:cNvCxnSpPr>
              <a:cxnSpLocks/>
            </p:cNvCxnSpPr>
            <p:nvPr/>
          </p:nvCxnSpPr>
          <p:spPr>
            <a:xfrm>
              <a:off x="5524916" y="3317783"/>
              <a:ext cx="2197100" cy="0"/>
            </a:xfrm>
            <a:prstGeom prst="line">
              <a:avLst/>
            </a:prstGeom>
            <a:ln>
              <a:solidFill>
                <a:schemeClr val="bg1"/>
              </a:solidFill>
              <a:headEnd type="non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8DDC9762-516C-56C6-6272-7C8B985D9B91}"/>
                </a:ext>
              </a:extLst>
            </p:cNvPr>
            <p:cNvCxnSpPr>
              <a:cxnSpLocks/>
            </p:cNvCxnSpPr>
            <p:nvPr/>
          </p:nvCxnSpPr>
          <p:spPr>
            <a:xfrm>
              <a:off x="5524916" y="4206913"/>
              <a:ext cx="2197100" cy="0"/>
            </a:xfrm>
            <a:prstGeom prst="line">
              <a:avLst/>
            </a:prstGeom>
            <a:ln>
              <a:solidFill>
                <a:schemeClr val="bg1"/>
              </a:solidFill>
              <a:headEnd type="non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04DD126-4101-3B18-C6BA-3D68DFE6C5F2}"/>
                </a:ext>
              </a:extLst>
            </p:cNvPr>
            <p:cNvCxnSpPr>
              <a:cxnSpLocks/>
            </p:cNvCxnSpPr>
            <p:nvPr/>
          </p:nvCxnSpPr>
          <p:spPr>
            <a:xfrm>
              <a:off x="5524916" y="5096043"/>
              <a:ext cx="2197100" cy="0"/>
            </a:xfrm>
            <a:prstGeom prst="line">
              <a:avLst/>
            </a:prstGeom>
            <a:ln>
              <a:solidFill>
                <a:schemeClr val="bg1"/>
              </a:solidFill>
              <a:headEnd type="non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B8ADDDB-76C2-FAC4-F85A-590B4BD986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607703" y="2428653"/>
            <a:ext cx="508809" cy="0"/>
          </a:xfrm>
          <a:prstGeom prst="line">
            <a:avLst/>
          </a:prstGeom>
          <a:ln w="3175">
            <a:solidFill>
              <a:schemeClr val="bg1"/>
            </a:solidFill>
            <a:prstDash val="dash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CDF9626-DCD0-D587-13E4-520057DD5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607703" y="1539523"/>
            <a:ext cx="508809" cy="0"/>
          </a:xfrm>
          <a:prstGeom prst="line">
            <a:avLst/>
          </a:prstGeom>
          <a:ln w="3175">
            <a:solidFill>
              <a:schemeClr val="bg1"/>
            </a:solidFill>
            <a:prstDash val="dash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FF1BB6B-DA72-B36F-47DF-337F324155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607703" y="3317783"/>
            <a:ext cx="508809" cy="0"/>
          </a:xfrm>
          <a:prstGeom prst="line">
            <a:avLst/>
          </a:prstGeom>
          <a:ln w="3175">
            <a:solidFill>
              <a:schemeClr val="bg1"/>
            </a:solidFill>
            <a:prstDash val="dash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79330C0-CFE2-992C-34FB-64F3ABD08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607702" y="4206913"/>
            <a:ext cx="508809" cy="0"/>
          </a:xfrm>
          <a:prstGeom prst="line">
            <a:avLst/>
          </a:prstGeom>
          <a:ln w="3175">
            <a:solidFill>
              <a:schemeClr val="bg1"/>
            </a:solidFill>
            <a:prstDash val="dash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6AFE33E-7B31-170E-34D9-6E92CD267F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607703" y="5096043"/>
            <a:ext cx="508809" cy="0"/>
          </a:xfrm>
          <a:prstGeom prst="line">
            <a:avLst/>
          </a:prstGeom>
          <a:ln w="3175">
            <a:solidFill>
              <a:schemeClr val="bg1"/>
            </a:solidFill>
            <a:prstDash val="dash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itle 27">
            <a:extLst>
              <a:ext uri="{FF2B5EF4-FFF2-40B4-BE49-F238E27FC236}">
                <a16:creationId xmlns:a16="http://schemas.microsoft.com/office/drawing/2014/main" id="{E3C902E2-1FCA-6641-A27F-B2DF15F03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3013502"/>
            <a:ext cx="3795051" cy="830997"/>
          </a:xfrm>
        </p:spPr>
        <p:txBody>
          <a:bodyPr anchor="ctr"/>
          <a:lstStyle>
            <a:lvl1pPr>
              <a:defRPr lang="en-US" sz="5400" b="0" kern="1200" cap="none" spc="-50" baseline="0" dirty="0" smtClean="0">
                <a:ln w="3175">
                  <a:noFill/>
                </a:ln>
                <a:solidFill>
                  <a:schemeClr val="bg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endParaRPr lang="en-US"/>
          </a:p>
        </p:txBody>
      </p:sp>
      <p:sp>
        <p:nvSpPr>
          <p:cNvPr id="29" name="Text Placeholder 13">
            <a:extLst>
              <a:ext uri="{FF2B5EF4-FFF2-40B4-BE49-F238E27FC236}">
                <a16:creationId xmlns:a16="http://schemas.microsoft.com/office/drawing/2014/main" id="{D9710528-97CE-0DE1-B69B-DCFBAA080628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4607703" y="831489"/>
            <a:ext cx="508809" cy="526938"/>
          </a:xfrm>
          <a:prstGeom prst="rect">
            <a:avLst/>
          </a:prstGeom>
        </p:spPr>
        <p:txBody>
          <a:bodyPr wrap="none">
            <a:noAutofit/>
          </a:bodyPr>
          <a:lstStyle>
            <a:lvl1pPr marL="0" indent="0" algn="ctr">
              <a:spcBef>
                <a:spcPts val="0"/>
              </a:spcBef>
              <a:buNone/>
              <a:defRPr lang="en-IN" sz="3200">
                <a:solidFill>
                  <a:schemeClr val="bg1"/>
                </a:solidFill>
                <a:latin typeface="+mj-lt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 algn="ctr">
              <a:buNone/>
            </a:pPr>
            <a:r>
              <a:rPr lang="en-IN"/>
              <a:t>1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A846CF6F-76A3-B148-B290-987B4800B3B6}"/>
              </a:ext>
            </a:extLst>
          </p:cNvPr>
          <p:cNvSpPr>
            <a:spLocks noGrp="1" noChangeAspect="1"/>
          </p:cNvSpPr>
          <p:nvPr>
            <p:ph type="body" sz="quarter" idx="23"/>
          </p:nvPr>
        </p:nvSpPr>
        <p:spPr>
          <a:xfrm>
            <a:off x="5524916" y="831489"/>
            <a:ext cx="6173372" cy="526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lang="en-IN" sz="2000" dirty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>
              <a:buNone/>
            </a:pPr>
            <a:endParaRPr lang="en-IN"/>
          </a:p>
        </p:txBody>
      </p:sp>
      <p:sp>
        <p:nvSpPr>
          <p:cNvPr id="30" name="Text Placeholder 13">
            <a:extLst>
              <a:ext uri="{FF2B5EF4-FFF2-40B4-BE49-F238E27FC236}">
                <a16:creationId xmlns:a16="http://schemas.microsoft.com/office/drawing/2014/main" id="{3716CEFF-894A-4628-85AF-880A7990F099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4607703" y="1720619"/>
            <a:ext cx="508809" cy="526938"/>
          </a:xfrm>
          <a:prstGeom prst="rect">
            <a:avLst/>
          </a:prstGeom>
        </p:spPr>
        <p:txBody>
          <a:bodyPr wrap="none">
            <a:noAutofit/>
          </a:bodyPr>
          <a:lstStyle>
            <a:lvl1pPr marL="0" indent="0" algn="ctr">
              <a:spcBef>
                <a:spcPts val="0"/>
              </a:spcBef>
              <a:buNone/>
              <a:defRPr lang="en-IN" sz="3200">
                <a:solidFill>
                  <a:schemeClr val="bg1"/>
                </a:solidFill>
                <a:latin typeface="+mj-lt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 algn="ctr">
              <a:buNone/>
            </a:pPr>
            <a:r>
              <a:rPr lang="en-IN"/>
              <a:t>2</a:t>
            </a:r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A1BF8F3A-C057-C0FC-BEFB-D057BFD42F18}"/>
              </a:ext>
            </a:extLst>
          </p:cNvPr>
          <p:cNvSpPr>
            <a:spLocks noGrp="1" noChangeAspect="1"/>
          </p:cNvSpPr>
          <p:nvPr>
            <p:ph type="body" sz="quarter" idx="24"/>
          </p:nvPr>
        </p:nvSpPr>
        <p:spPr>
          <a:xfrm>
            <a:off x="5524916" y="1720619"/>
            <a:ext cx="6173372" cy="526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lang="en-IN" sz="20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>
              <a:buNone/>
            </a:pPr>
            <a:endParaRPr lang="en-IN"/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5A36E849-85E6-BE64-2186-1066F0DCA8F2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4607703" y="2609749"/>
            <a:ext cx="508809" cy="526938"/>
          </a:xfrm>
          <a:prstGeom prst="rect">
            <a:avLst/>
          </a:prstGeom>
        </p:spPr>
        <p:txBody>
          <a:bodyPr wrap="none">
            <a:noAutofit/>
          </a:bodyPr>
          <a:lstStyle>
            <a:lvl1pPr marL="0" indent="0" algn="ctr">
              <a:spcBef>
                <a:spcPts val="0"/>
              </a:spcBef>
              <a:buNone/>
              <a:defRPr lang="en-IN" sz="3200">
                <a:solidFill>
                  <a:schemeClr val="bg1"/>
                </a:solidFill>
                <a:latin typeface="+mj-lt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 algn="ctr">
              <a:buNone/>
            </a:pPr>
            <a:r>
              <a:rPr lang="en-IN"/>
              <a:t>3</a:t>
            </a:r>
          </a:p>
        </p:txBody>
      </p:sp>
      <p:sp>
        <p:nvSpPr>
          <p:cNvPr id="37" name="Text Placeholder 13">
            <a:extLst>
              <a:ext uri="{FF2B5EF4-FFF2-40B4-BE49-F238E27FC236}">
                <a16:creationId xmlns:a16="http://schemas.microsoft.com/office/drawing/2014/main" id="{B4D94B67-FA64-2EB8-B01A-24E8AC665819}"/>
              </a:ext>
            </a:extLst>
          </p:cNvPr>
          <p:cNvSpPr>
            <a:spLocks noGrp="1" noChangeAspect="1"/>
          </p:cNvSpPr>
          <p:nvPr>
            <p:ph type="body" sz="quarter" idx="25"/>
          </p:nvPr>
        </p:nvSpPr>
        <p:spPr>
          <a:xfrm>
            <a:off x="5524916" y="2609749"/>
            <a:ext cx="6173372" cy="526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lang="en-IN" sz="20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>
              <a:buNone/>
            </a:pPr>
            <a:endParaRPr lang="en-IN"/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B6810122-1FCA-0766-11AE-9963663ADC7A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607703" y="3498879"/>
            <a:ext cx="508809" cy="526938"/>
          </a:xfrm>
          <a:prstGeom prst="rect">
            <a:avLst/>
          </a:prstGeom>
        </p:spPr>
        <p:txBody>
          <a:bodyPr wrap="none">
            <a:noAutofit/>
          </a:bodyPr>
          <a:lstStyle>
            <a:lvl1pPr marL="0" indent="0" algn="ctr">
              <a:spcBef>
                <a:spcPts val="0"/>
              </a:spcBef>
              <a:buNone/>
              <a:defRPr lang="en-IN" sz="3200">
                <a:solidFill>
                  <a:schemeClr val="bg1"/>
                </a:solidFill>
                <a:latin typeface="+mj-lt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 algn="ctr">
              <a:buNone/>
            </a:pPr>
            <a:r>
              <a:rPr lang="en-IN"/>
              <a:t>4</a:t>
            </a:r>
          </a:p>
        </p:txBody>
      </p:sp>
      <p:sp>
        <p:nvSpPr>
          <p:cNvPr id="38" name="Text Placeholder 13">
            <a:extLst>
              <a:ext uri="{FF2B5EF4-FFF2-40B4-BE49-F238E27FC236}">
                <a16:creationId xmlns:a16="http://schemas.microsoft.com/office/drawing/2014/main" id="{06F87141-EAB0-9797-DC31-14C186E00E9B}"/>
              </a:ext>
            </a:extLst>
          </p:cNvPr>
          <p:cNvSpPr>
            <a:spLocks noGrp="1" noChangeAspect="1"/>
          </p:cNvSpPr>
          <p:nvPr>
            <p:ph type="body" sz="quarter" idx="26"/>
          </p:nvPr>
        </p:nvSpPr>
        <p:spPr>
          <a:xfrm>
            <a:off x="5524916" y="3498879"/>
            <a:ext cx="6173372" cy="526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lang="en-IN" sz="20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>
              <a:buNone/>
            </a:pPr>
            <a:endParaRPr lang="en-IN"/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4F9159EA-1A46-77F4-27D3-6C9488EACC41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607702" y="4388009"/>
            <a:ext cx="508809" cy="526938"/>
          </a:xfrm>
          <a:prstGeom prst="rect">
            <a:avLst/>
          </a:prstGeom>
        </p:spPr>
        <p:txBody>
          <a:bodyPr wrap="none">
            <a:noAutofit/>
          </a:bodyPr>
          <a:lstStyle>
            <a:lvl1pPr marL="0" indent="0" algn="ctr">
              <a:spcBef>
                <a:spcPts val="0"/>
              </a:spcBef>
              <a:buNone/>
              <a:defRPr lang="en-IN" sz="3200">
                <a:solidFill>
                  <a:schemeClr val="bg1"/>
                </a:solidFill>
                <a:latin typeface="+mj-lt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 algn="ctr">
              <a:buNone/>
            </a:pPr>
            <a:r>
              <a:rPr lang="en-IN"/>
              <a:t>5</a:t>
            </a:r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A03640EC-D127-9565-4725-64A45ABE24E1}"/>
              </a:ext>
            </a:extLst>
          </p:cNvPr>
          <p:cNvSpPr>
            <a:spLocks noGrp="1" noChangeAspect="1"/>
          </p:cNvSpPr>
          <p:nvPr>
            <p:ph type="body" sz="quarter" idx="27"/>
          </p:nvPr>
        </p:nvSpPr>
        <p:spPr>
          <a:xfrm>
            <a:off x="5524916" y="4388009"/>
            <a:ext cx="6173372" cy="526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lang="en-IN" sz="20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>
              <a:buNone/>
            </a:pPr>
            <a:endParaRPr lang="en-IN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E8F5F005-22B2-5031-856D-3F1E7ECD2831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4607703" y="5277137"/>
            <a:ext cx="508809" cy="526938"/>
          </a:xfrm>
          <a:prstGeom prst="rect">
            <a:avLst/>
          </a:prstGeom>
        </p:spPr>
        <p:txBody>
          <a:bodyPr wrap="none">
            <a:noAutofit/>
          </a:bodyPr>
          <a:lstStyle>
            <a:lvl1pPr marL="0" indent="0" algn="ctr">
              <a:spcBef>
                <a:spcPts val="0"/>
              </a:spcBef>
              <a:buNone/>
              <a:defRPr lang="en-IN" sz="3200">
                <a:solidFill>
                  <a:schemeClr val="bg1"/>
                </a:solidFill>
                <a:latin typeface="+mj-lt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 algn="ctr">
              <a:buNone/>
            </a:pPr>
            <a:r>
              <a:rPr lang="en-IN"/>
              <a:t>6</a:t>
            </a:r>
          </a:p>
        </p:txBody>
      </p:sp>
      <p:sp>
        <p:nvSpPr>
          <p:cNvPr id="40" name="Text Placeholder 13">
            <a:extLst>
              <a:ext uri="{FF2B5EF4-FFF2-40B4-BE49-F238E27FC236}">
                <a16:creationId xmlns:a16="http://schemas.microsoft.com/office/drawing/2014/main" id="{70F48439-5445-1E62-63F8-3DE5CB28203A}"/>
              </a:ext>
            </a:extLst>
          </p:cNvPr>
          <p:cNvSpPr>
            <a:spLocks noGrp="1" noChangeAspect="1"/>
          </p:cNvSpPr>
          <p:nvPr>
            <p:ph type="body" sz="quarter" idx="28"/>
          </p:nvPr>
        </p:nvSpPr>
        <p:spPr>
          <a:xfrm>
            <a:off x="5524916" y="5277137"/>
            <a:ext cx="6173372" cy="526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lang="en-IN" sz="20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283030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36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4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1" orient="horz" pos="912">
          <p15:clr>
            <a:srgbClr val="5ACBF0"/>
          </p15:clr>
        </p15:guide>
        <p15:guide id="32" orient="horz" pos="1272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2D7F903-6F22-BACB-3EEF-EE459A0126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5334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DA33FE0-78C8-199D-71D1-2F59A4EE3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5334000" y="0"/>
            <a:ext cx="6856966" cy="6858000"/>
          </a:xfrm>
          <a:prstGeom prst="rect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3" name="Picture Placeholder 50">
            <a:extLst>
              <a:ext uri="{FF2B5EF4-FFF2-40B4-BE49-F238E27FC236}">
                <a16:creationId xmlns:a16="http://schemas.microsoft.com/office/drawing/2014/main" id="{630212DF-A39D-F26C-3EB5-9EB291EFB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5334000" y="0"/>
            <a:ext cx="3925522" cy="6858000"/>
          </a:xfrm>
          <a:prstGeom prst="round1Rect">
            <a:avLst>
              <a:gd name="adj" fmla="val 9654"/>
            </a:avLst>
          </a:prstGeom>
        </p:spPr>
      </p:pic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25F843F8-7D8C-6F03-F135-76BF946CD30A}"/>
              </a:ext>
            </a:extLst>
          </p:cNvPr>
          <p:cNvSpPr>
            <a:spLocks noGrp="1" noChangeAspect="1"/>
          </p:cNvSpPr>
          <p:nvPr>
            <p:ph type="body" sz="quarter" idx="10"/>
          </p:nvPr>
        </p:nvSpPr>
        <p:spPr>
          <a:xfrm>
            <a:off x="588964" y="497840"/>
            <a:ext cx="1952542" cy="110799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400" kern="1200" spc="0" baseline="0" dirty="0" smtClean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>
              <a:buFont typeface="Arial" panose="020B0604020202020204" pitchFamily="34" charset="0"/>
              <a:buNone/>
              <a:defRPr lang="en-US" sz="1800" kern="1200" spc="0" baseline="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3" name="Text Placeholder 40">
            <a:extLst>
              <a:ext uri="{FF2B5EF4-FFF2-40B4-BE49-F238E27FC236}">
                <a16:creationId xmlns:a16="http://schemas.microsoft.com/office/drawing/2014/main" id="{95CE03E5-E56C-88C5-E998-B2F904980976}"/>
              </a:ext>
            </a:extLst>
          </p:cNvPr>
          <p:cNvSpPr>
            <a:spLocks noGrp="1" noChangeAspect="1"/>
          </p:cNvSpPr>
          <p:nvPr>
            <p:ph type="body" sz="quarter" idx="12"/>
          </p:nvPr>
        </p:nvSpPr>
        <p:spPr>
          <a:xfrm>
            <a:off x="588964" y="2052701"/>
            <a:ext cx="1952542" cy="110799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400" kern="1200" spc="0" baseline="0" dirty="0" smtClean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>
              <a:buFont typeface="Arial" panose="020B0604020202020204" pitchFamily="34" charset="0"/>
              <a:buNone/>
              <a:defRPr lang="en-US" sz="1800" kern="1200" spc="0" baseline="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5" name="Text Placeholder 40">
            <a:extLst>
              <a:ext uri="{FF2B5EF4-FFF2-40B4-BE49-F238E27FC236}">
                <a16:creationId xmlns:a16="http://schemas.microsoft.com/office/drawing/2014/main" id="{3D78DAA0-680A-BE2A-EEA1-B7FB2E8B06CA}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>
          <a:xfrm>
            <a:off x="588964" y="3607562"/>
            <a:ext cx="1952542" cy="110799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400" kern="1200" spc="0" baseline="0" dirty="0" smtClean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>
              <a:buFont typeface="Arial" panose="020B0604020202020204" pitchFamily="34" charset="0"/>
              <a:buNone/>
              <a:defRPr lang="en-US" sz="1800" kern="1200" spc="0" baseline="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7" name="Text Placeholder 40">
            <a:extLst>
              <a:ext uri="{FF2B5EF4-FFF2-40B4-BE49-F238E27FC236}">
                <a16:creationId xmlns:a16="http://schemas.microsoft.com/office/drawing/2014/main" id="{7FFC1361-AF3C-DE2E-3C57-5DE7F6AB3472}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>
          <a:xfrm>
            <a:off x="588964" y="5162422"/>
            <a:ext cx="1952542" cy="110799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400" kern="1200" spc="0" baseline="0" dirty="0" smtClean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>
              <a:buFont typeface="Arial" panose="020B0604020202020204" pitchFamily="34" charset="0"/>
              <a:buNone/>
              <a:defRPr lang="en-US" sz="1800" kern="1200" spc="0" baseline="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2" name="Text Placeholder 40">
            <a:extLst>
              <a:ext uri="{FF2B5EF4-FFF2-40B4-BE49-F238E27FC236}">
                <a16:creationId xmlns:a16="http://schemas.microsoft.com/office/drawing/2014/main" id="{0FA1573B-7A36-5C7F-7C2B-AFDA95F3E2A3}"/>
              </a:ext>
            </a:extLst>
          </p:cNvPr>
          <p:cNvSpPr>
            <a:spLocks noGrp="1" noChangeAspect="1"/>
          </p:cNvSpPr>
          <p:nvPr>
            <p:ph type="body" sz="quarter" idx="11"/>
          </p:nvPr>
        </p:nvSpPr>
        <p:spPr>
          <a:xfrm>
            <a:off x="2924258" y="497840"/>
            <a:ext cx="1952542" cy="110799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400" kern="1200" spc="0" baseline="0" dirty="0" smtClean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>
              <a:buFont typeface="Arial" panose="020B0604020202020204" pitchFamily="34" charset="0"/>
              <a:buNone/>
              <a:defRPr lang="en-US" sz="1800" kern="1200" spc="0" baseline="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4" name="Text Placeholder 40">
            <a:extLst>
              <a:ext uri="{FF2B5EF4-FFF2-40B4-BE49-F238E27FC236}">
                <a16:creationId xmlns:a16="http://schemas.microsoft.com/office/drawing/2014/main" id="{DDA39CB6-08B9-8265-9486-CDDC0934822C}"/>
              </a:ext>
            </a:extLst>
          </p:cNvPr>
          <p:cNvSpPr>
            <a:spLocks noGrp="1" noChangeAspect="1"/>
          </p:cNvSpPr>
          <p:nvPr>
            <p:ph type="body" sz="quarter" idx="13"/>
          </p:nvPr>
        </p:nvSpPr>
        <p:spPr>
          <a:xfrm>
            <a:off x="2924258" y="2052701"/>
            <a:ext cx="1952542" cy="110799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400" kern="1200" spc="0" baseline="0" dirty="0" smtClean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>
              <a:buFont typeface="Arial" panose="020B0604020202020204" pitchFamily="34" charset="0"/>
              <a:buNone/>
              <a:defRPr lang="en-US" sz="1800" kern="1200" spc="0" baseline="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6" name="Text Placeholder 40">
            <a:extLst>
              <a:ext uri="{FF2B5EF4-FFF2-40B4-BE49-F238E27FC236}">
                <a16:creationId xmlns:a16="http://schemas.microsoft.com/office/drawing/2014/main" id="{D7AEB430-1F98-EA16-3EFC-DCB834515CC5}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>
          <a:xfrm>
            <a:off x="2924258" y="3607562"/>
            <a:ext cx="1952542" cy="110799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400" kern="1200" spc="0" baseline="0" dirty="0" smtClean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>
              <a:buFont typeface="Arial" panose="020B0604020202020204" pitchFamily="34" charset="0"/>
              <a:buNone/>
              <a:defRPr lang="en-US" sz="1800" kern="1200" spc="0" baseline="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8" name="Text Placeholder 40">
            <a:extLst>
              <a:ext uri="{FF2B5EF4-FFF2-40B4-BE49-F238E27FC236}">
                <a16:creationId xmlns:a16="http://schemas.microsoft.com/office/drawing/2014/main" id="{DEAFAD66-D677-587A-60AC-DBF42A7370AD}"/>
              </a:ext>
            </a:extLst>
          </p:cNvPr>
          <p:cNvSpPr>
            <a:spLocks noGrp="1" noChangeAspect="1"/>
          </p:cNvSpPr>
          <p:nvPr>
            <p:ph type="body" sz="quarter" idx="17"/>
          </p:nvPr>
        </p:nvSpPr>
        <p:spPr>
          <a:xfrm>
            <a:off x="2924258" y="5162422"/>
            <a:ext cx="1952542" cy="110799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400" kern="1200" spc="0" baseline="0" dirty="0" smtClean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>
              <a:buFont typeface="Arial" panose="020B0604020202020204" pitchFamily="34" charset="0"/>
              <a:buNone/>
              <a:defRPr lang="en-US" sz="1800" kern="1200" spc="0" baseline="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2173670-D3CE-CD0B-4082-641B0D557D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-935549"/>
            <a:ext cx="11018520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F054A2CB-FBE6-2B7E-E7E0-2577C8D207F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 rot="16200000" flipH="1" flipV="1">
            <a:off x="8190322" y="2751901"/>
            <a:ext cx="5069842" cy="1354217"/>
          </a:xfrm>
        </p:spPr>
        <p:txBody>
          <a:bodyPr/>
          <a:lstStyle>
            <a:lvl1pPr>
              <a:spcBef>
                <a:spcPts val="0"/>
              </a:spcBef>
              <a:buNone/>
              <a:defRPr sz="8800" spc="600">
                <a:solidFill>
                  <a:schemeClr val="bg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57127444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36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4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1" orient="horz" pos="912">
          <p15:clr>
            <a:srgbClr val="5ACBF0"/>
          </p15:clr>
        </p15:guide>
        <p15:guide id="32" orient="horz" pos="1272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Left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4C3FD37-CB51-E9F4-25F8-F8DB788D9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99811C9C-EE36-8FFD-4326-C94016CC8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2875002"/>
            <a:ext cx="3591852" cy="1107996"/>
          </a:xfrm>
        </p:spPr>
        <p:txBody>
          <a:bodyPr vert="horz" wrap="square" lIns="0" tIns="0" rIns="0" bIns="0" rtlCol="0" anchor="ctr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IN" sz="3600" spc="0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8903037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with Sub title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2FBB8E-0FED-2A4F-B3A2-B0C04C755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902F71F7-6200-9701-6DDC-E78E34170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723086" y="196648"/>
            <a:ext cx="3276017" cy="2786712"/>
          </a:xfrm>
          <a:custGeom>
            <a:avLst/>
            <a:gdLst>
              <a:gd name="csX0" fmla="*/ 0 w 3276017"/>
              <a:gd name="csY0" fmla="*/ 0 h 2786712"/>
              <a:gd name="csX1" fmla="*/ 3276017 w 3276017"/>
              <a:gd name="csY1" fmla="*/ 0 h 2786712"/>
              <a:gd name="csX2" fmla="*/ 3276017 w 3276017"/>
              <a:gd name="csY2" fmla="*/ 2786712 h 2786712"/>
              <a:gd name="csX3" fmla="*/ 2880650 w 3276017"/>
              <a:gd name="csY3" fmla="*/ 2786712 h 2786712"/>
              <a:gd name="csX4" fmla="*/ 2880650 w 3276017"/>
              <a:gd name="csY4" fmla="*/ 2267926 h 2786712"/>
              <a:gd name="csX5" fmla="*/ 2703306 w 3276017"/>
              <a:gd name="csY5" fmla="*/ 2090582 h 2786712"/>
              <a:gd name="csX6" fmla="*/ 0 w 3276017"/>
              <a:gd name="csY6" fmla="*/ 2090582 h 27867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276017" h="2786712">
                <a:moveTo>
                  <a:pt x="0" y="0"/>
                </a:moveTo>
                <a:lnTo>
                  <a:pt x="3276017" y="0"/>
                </a:lnTo>
                <a:lnTo>
                  <a:pt x="3276017" y="2786712"/>
                </a:lnTo>
                <a:lnTo>
                  <a:pt x="2880650" y="2786712"/>
                </a:lnTo>
                <a:lnTo>
                  <a:pt x="2880650" y="2267926"/>
                </a:lnTo>
                <a:cubicBezTo>
                  <a:pt x="2880650" y="2169982"/>
                  <a:pt x="2801250" y="2090582"/>
                  <a:pt x="2703306" y="2090582"/>
                </a:cubicBezTo>
                <a:lnTo>
                  <a:pt x="0" y="2090582"/>
                </a:lnTo>
                <a:close/>
              </a:path>
            </a:pathLst>
          </a:custGeom>
        </p:spPr>
      </p:pic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65F0DE8-A097-3207-ACD8-D398CB971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8050093" y="2287230"/>
            <a:ext cx="3559295" cy="3981808"/>
          </a:xfrm>
          <a:prstGeom prst="roundRect">
            <a:avLst>
              <a:gd name="adj" fmla="val 5100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E74AD7E-C87C-8DC8-3068-5C3AFB0E2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4319178" y="2287230"/>
            <a:ext cx="3559295" cy="3981808"/>
          </a:xfrm>
          <a:prstGeom prst="roundRect">
            <a:avLst>
              <a:gd name="adj" fmla="val 5100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15583138-21D4-8B1D-6BB4-BFDA0882BD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588263" y="2287230"/>
            <a:ext cx="3559295" cy="3981808"/>
          </a:xfrm>
          <a:prstGeom prst="roundRect">
            <a:avLst>
              <a:gd name="adj" fmla="val 5100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280BA2-0B7F-9014-EA51-95436831D80C}"/>
              </a:ext>
            </a:extLst>
          </p:cNvPr>
          <p:cNvSpPr>
            <a:spLocks noGrp="1"/>
          </p:cNvSpPr>
          <p:nvPr userDrawn="1"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0" name="Text Placeholder 35">
            <a:extLst>
              <a:ext uri="{FF2B5EF4-FFF2-40B4-BE49-F238E27FC236}">
                <a16:creationId xmlns:a16="http://schemas.microsoft.com/office/drawing/2014/main" id="{8921A64B-A4E0-0E48-914C-15270DA6E226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588262" y="1436688"/>
            <a:ext cx="11018519" cy="615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kumimoji="0" lang="en-US" sz="20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61" name="Text Placeholder 35">
            <a:extLst>
              <a:ext uri="{FF2B5EF4-FFF2-40B4-BE49-F238E27FC236}">
                <a16:creationId xmlns:a16="http://schemas.microsoft.com/office/drawing/2014/main" id="{BA9EC78B-7623-7E3F-5561-C9C308EE422D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817631" y="3166392"/>
            <a:ext cx="3100560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62" name="Text Placeholder 35">
            <a:extLst>
              <a:ext uri="{FF2B5EF4-FFF2-40B4-BE49-F238E27FC236}">
                <a16:creationId xmlns:a16="http://schemas.microsoft.com/office/drawing/2014/main" id="{2D805644-012F-CE9C-EE58-81411CF8625C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817631" y="3606839"/>
            <a:ext cx="3100560" cy="24307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63" name="Text Placeholder 35">
            <a:extLst>
              <a:ext uri="{FF2B5EF4-FFF2-40B4-BE49-F238E27FC236}">
                <a16:creationId xmlns:a16="http://schemas.microsoft.com/office/drawing/2014/main" id="{37F74FEE-022D-CFCB-12DF-E632F4732B7A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4548545" y="3166392"/>
            <a:ext cx="3100560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64" name="Text Placeholder 35">
            <a:extLst>
              <a:ext uri="{FF2B5EF4-FFF2-40B4-BE49-F238E27FC236}">
                <a16:creationId xmlns:a16="http://schemas.microsoft.com/office/drawing/2014/main" id="{CBB72430-2878-2057-1C09-19632B3FFC1C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4548545" y="3606839"/>
            <a:ext cx="3100560" cy="24307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65" name="Text Placeholder 35">
            <a:extLst>
              <a:ext uri="{FF2B5EF4-FFF2-40B4-BE49-F238E27FC236}">
                <a16:creationId xmlns:a16="http://schemas.microsoft.com/office/drawing/2014/main" id="{58EAB592-0EAB-6E24-B7C0-D5620A42679A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8279460" y="3166392"/>
            <a:ext cx="3100560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66" name="Text Placeholder 35">
            <a:extLst>
              <a:ext uri="{FF2B5EF4-FFF2-40B4-BE49-F238E27FC236}">
                <a16:creationId xmlns:a16="http://schemas.microsoft.com/office/drawing/2014/main" id="{C8C0A4A9-C502-C467-1D73-0218C36E1511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8279460" y="3606839"/>
            <a:ext cx="3100560" cy="24307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4159994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with Sub title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7797AAF-A1B6-BE80-671F-8E52F9EF9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ACF340B-F4B8-4302-929F-462AD963B5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723086" y="196648"/>
            <a:ext cx="3276017" cy="2786712"/>
          </a:xfrm>
          <a:custGeom>
            <a:avLst/>
            <a:gdLst>
              <a:gd name="csX0" fmla="*/ 0 w 3276017"/>
              <a:gd name="csY0" fmla="*/ 0 h 2786712"/>
              <a:gd name="csX1" fmla="*/ 3276017 w 3276017"/>
              <a:gd name="csY1" fmla="*/ 0 h 2786712"/>
              <a:gd name="csX2" fmla="*/ 3276017 w 3276017"/>
              <a:gd name="csY2" fmla="*/ 2786712 h 2786712"/>
              <a:gd name="csX3" fmla="*/ 2880650 w 3276017"/>
              <a:gd name="csY3" fmla="*/ 2786712 h 2786712"/>
              <a:gd name="csX4" fmla="*/ 2880650 w 3276017"/>
              <a:gd name="csY4" fmla="*/ 2267926 h 2786712"/>
              <a:gd name="csX5" fmla="*/ 2703306 w 3276017"/>
              <a:gd name="csY5" fmla="*/ 2090582 h 2786712"/>
              <a:gd name="csX6" fmla="*/ 0 w 3276017"/>
              <a:gd name="csY6" fmla="*/ 2090582 h 27867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276017" h="2786712">
                <a:moveTo>
                  <a:pt x="0" y="0"/>
                </a:moveTo>
                <a:lnTo>
                  <a:pt x="3276017" y="0"/>
                </a:lnTo>
                <a:lnTo>
                  <a:pt x="3276017" y="2786712"/>
                </a:lnTo>
                <a:lnTo>
                  <a:pt x="2880650" y="2786712"/>
                </a:lnTo>
                <a:lnTo>
                  <a:pt x="2880650" y="2267926"/>
                </a:lnTo>
                <a:cubicBezTo>
                  <a:pt x="2880650" y="2169982"/>
                  <a:pt x="2801250" y="2090582"/>
                  <a:pt x="2703306" y="2090582"/>
                </a:cubicBezTo>
                <a:lnTo>
                  <a:pt x="0" y="2090582"/>
                </a:lnTo>
                <a:close/>
              </a:path>
            </a:pathLst>
          </a:cu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BF0B8FD-063C-3A7B-A4E6-67D44CD479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8982818" y="2287230"/>
            <a:ext cx="2626570" cy="3981808"/>
          </a:xfrm>
          <a:prstGeom prst="roundRect">
            <a:avLst>
              <a:gd name="adj" fmla="val 5100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833213E-9BF5-BA4E-112F-52147760EE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6184634" y="2287230"/>
            <a:ext cx="2626570" cy="3981808"/>
          </a:xfrm>
          <a:prstGeom prst="roundRect">
            <a:avLst>
              <a:gd name="adj" fmla="val 5100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8EBD841-657D-91D3-BF43-9B89FDE01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3386449" y="2287230"/>
            <a:ext cx="2626570" cy="3981808"/>
          </a:xfrm>
          <a:prstGeom prst="roundRect">
            <a:avLst>
              <a:gd name="adj" fmla="val 5100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7F6AD40-0DB2-B214-C350-1EB5C4F77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588264" y="2287230"/>
            <a:ext cx="2626570" cy="3981808"/>
          </a:xfrm>
          <a:prstGeom prst="roundRect">
            <a:avLst>
              <a:gd name="adj" fmla="val 5100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230CDA-AFC7-E8F3-C17F-421F81E51E72}"/>
              </a:ext>
            </a:extLst>
          </p:cNvPr>
          <p:cNvSpPr>
            <a:spLocks noGrp="1"/>
          </p:cNvSpPr>
          <p:nvPr userDrawn="1"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0" name="Text Placeholder 35">
            <a:extLst>
              <a:ext uri="{FF2B5EF4-FFF2-40B4-BE49-F238E27FC236}">
                <a16:creationId xmlns:a16="http://schemas.microsoft.com/office/drawing/2014/main" id="{8921A64B-A4E0-0E48-914C-15270DA6E226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588262" y="1436688"/>
            <a:ext cx="11018519" cy="615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kumimoji="0" lang="en-US" sz="20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45" name="Text Placeholder 35">
            <a:extLst>
              <a:ext uri="{FF2B5EF4-FFF2-40B4-BE49-F238E27FC236}">
                <a16:creationId xmlns:a16="http://schemas.microsoft.com/office/drawing/2014/main" id="{AFA23AD8-1779-5172-D9D8-11AF2111C463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817631" y="3166392"/>
            <a:ext cx="2167836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47" name="Text Placeholder 35">
            <a:extLst>
              <a:ext uri="{FF2B5EF4-FFF2-40B4-BE49-F238E27FC236}">
                <a16:creationId xmlns:a16="http://schemas.microsoft.com/office/drawing/2014/main" id="{F4247A13-5444-462B-53A0-7A9C693014D8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817631" y="3606839"/>
            <a:ext cx="2167836" cy="24307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52" name="Text Placeholder 35">
            <a:extLst>
              <a:ext uri="{FF2B5EF4-FFF2-40B4-BE49-F238E27FC236}">
                <a16:creationId xmlns:a16="http://schemas.microsoft.com/office/drawing/2014/main" id="{CE721595-2ED2-E944-5DCB-7B9C2E6636FB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3615816" y="3166392"/>
            <a:ext cx="2167836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54" name="Text Placeholder 35">
            <a:extLst>
              <a:ext uri="{FF2B5EF4-FFF2-40B4-BE49-F238E27FC236}">
                <a16:creationId xmlns:a16="http://schemas.microsoft.com/office/drawing/2014/main" id="{7FA1A1FC-2E4F-9436-00E5-9A7A7D8686C2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3615816" y="3606839"/>
            <a:ext cx="2167836" cy="24307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57" name="Text Placeholder 35">
            <a:extLst>
              <a:ext uri="{FF2B5EF4-FFF2-40B4-BE49-F238E27FC236}">
                <a16:creationId xmlns:a16="http://schemas.microsoft.com/office/drawing/2014/main" id="{772EC14D-09D6-AEE1-6D24-94DC4AE366E6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6414001" y="3166392"/>
            <a:ext cx="2167836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58" name="Text Placeholder 35">
            <a:extLst>
              <a:ext uri="{FF2B5EF4-FFF2-40B4-BE49-F238E27FC236}">
                <a16:creationId xmlns:a16="http://schemas.microsoft.com/office/drawing/2014/main" id="{07BECBB1-8FF8-5336-42F4-E74763C3E6F2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6414001" y="3606839"/>
            <a:ext cx="2167836" cy="24307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67" name="Text Placeholder 35">
            <a:extLst>
              <a:ext uri="{FF2B5EF4-FFF2-40B4-BE49-F238E27FC236}">
                <a16:creationId xmlns:a16="http://schemas.microsoft.com/office/drawing/2014/main" id="{03328BDA-C735-F0B0-70D8-458639AF7AEF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9212185" y="3166392"/>
            <a:ext cx="2167836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68" name="Text Placeholder 35">
            <a:extLst>
              <a:ext uri="{FF2B5EF4-FFF2-40B4-BE49-F238E27FC236}">
                <a16:creationId xmlns:a16="http://schemas.microsoft.com/office/drawing/2014/main" id="{1B221C5F-FF34-FD3C-A4DB-5B8FA4FD17D6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9212185" y="3606839"/>
            <a:ext cx="2167836" cy="24307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781464040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1BEAEAF-BAB5-F7EC-4081-60023F0405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D65BFD2-7AC0-660B-D728-2AB26338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723086" y="196648"/>
            <a:ext cx="3276017" cy="2786712"/>
          </a:xfrm>
          <a:custGeom>
            <a:avLst/>
            <a:gdLst>
              <a:gd name="csX0" fmla="*/ 0 w 3276017"/>
              <a:gd name="csY0" fmla="*/ 0 h 2786712"/>
              <a:gd name="csX1" fmla="*/ 3276017 w 3276017"/>
              <a:gd name="csY1" fmla="*/ 0 h 2786712"/>
              <a:gd name="csX2" fmla="*/ 3276017 w 3276017"/>
              <a:gd name="csY2" fmla="*/ 2786712 h 2786712"/>
              <a:gd name="csX3" fmla="*/ 2886302 w 3276017"/>
              <a:gd name="csY3" fmla="*/ 2786712 h 2786712"/>
              <a:gd name="csX4" fmla="*/ 2886302 w 3276017"/>
              <a:gd name="csY4" fmla="*/ 1516583 h 2786712"/>
              <a:gd name="csX5" fmla="*/ 2641469 w 3276017"/>
              <a:gd name="csY5" fmla="*/ 1271750 h 2786712"/>
              <a:gd name="csX6" fmla="*/ 0 w 3276017"/>
              <a:gd name="csY6" fmla="*/ 1271750 h 27867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276017" h="2786712">
                <a:moveTo>
                  <a:pt x="0" y="0"/>
                </a:moveTo>
                <a:lnTo>
                  <a:pt x="3276017" y="0"/>
                </a:lnTo>
                <a:lnTo>
                  <a:pt x="3276017" y="2786712"/>
                </a:lnTo>
                <a:lnTo>
                  <a:pt x="2886302" y="2786712"/>
                </a:lnTo>
                <a:lnTo>
                  <a:pt x="2886302" y="1516583"/>
                </a:lnTo>
                <a:cubicBezTo>
                  <a:pt x="2886302" y="1381365"/>
                  <a:pt x="2776687" y="1271750"/>
                  <a:pt x="2641469" y="1271750"/>
                </a:cubicBezTo>
                <a:lnTo>
                  <a:pt x="0" y="1271750"/>
                </a:lnTo>
                <a:close/>
              </a:path>
            </a:pathLst>
          </a:custGeom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86A056C-92ED-EDBA-8E78-60F5CB0CB9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4864102"/>
            <a:ext cx="12190966" cy="1993898"/>
          </a:xfrm>
          <a:custGeom>
            <a:avLst/>
            <a:gdLst>
              <a:gd name="csX0" fmla="*/ 0 w 12190966"/>
              <a:gd name="csY0" fmla="*/ 0 h 1993898"/>
              <a:gd name="csX1" fmla="*/ 588263 w 12190966"/>
              <a:gd name="csY1" fmla="*/ 0 h 1993898"/>
              <a:gd name="csX2" fmla="*/ 588263 w 12190966"/>
              <a:gd name="csY2" fmla="*/ 1160103 h 1993898"/>
              <a:gd name="csX3" fmla="*/ 833096 w 12190966"/>
              <a:gd name="csY3" fmla="*/ 1404936 h 1993898"/>
              <a:gd name="csX4" fmla="*/ 5765439 w 12190966"/>
              <a:gd name="csY4" fmla="*/ 1404936 h 1993898"/>
              <a:gd name="csX5" fmla="*/ 6010273 w 12190966"/>
              <a:gd name="csY5" fmla="*/ 1160103 h 1993898"/>
              <a:gd name="csX6" fmla="*/ 6010273 w 12190966"/>
              <a:gd name="csY6" fmla="*/ 0 h 1993898"/>
              <a:gd name="csX7" fmla="*/ 6187379 w 12190966"/>
              <a:gd name="csY7" fmla="*/ 0 h 1993898"/>
              <a:gd name="csX8" fmla="*/ 6187379 w 12190966"/>
              <a:gd name="csY8" fmla="*/ 1160103 h 1993898"/>
              <a:gd name="csX9" fmla="*/ 6432213 w 12190966"/>
              <a:gd name="csY9" fmla="*/ 1404936 h 1993898"/>
              <a:gd name="csX10" fmla="*/ 11364555 w 12190966"/>
              <a:gd name="csY10" fmla="*/ 1404936 h 1993898"/>
              <a:gd name="csX11" fmla="*/ 11609388 w 12190966"/>
              <a:gd name="csY11" fmla="*/ 1160103 h 1993898"/>
              <a:gd name="csX12" fmla="*/ 11609388 w 12190966"/>
              <a:gd name="csY12" fmla="*/ 0 h 1993898"/>
              <a:gd name="csX13" fmla="*/ 11858643 w 12190966"/>
              <a:gd name="csY13" fmla="*/ 0 h 1993898"/>
              <a:gd name="csX14" fmla="*/ 12190966 w 12190966"/>
              <a:gd name="csY14" fmla="*/ 332323 h 1993898"/>
              <a:gd name="csX15" fmla="*/ 12190966 w 12190966"/>
              <a:gd name="csY15" fmla="*/ 1993898 h 1993898"/>
              <a:gd name="csX16" fmla="*/ 0 w 12190966"/>
              <a:gd name="csY16" fmla="*/ 1993898 h 19938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2190966" h="1993898">
                <a:moveTo>
                  <a:pt x="0" y="0"/>
                </a:moveTo>
                <a:lnTo>
                  <a:pt x="588263" y="0"/>
                </a:lnTo>
                <a:lnTo>
                  <a:pt x="588263" y="1160103"/>
                </a:lnTo>
                <a:cubicBezTo>
                  <a:pt x="588263" y="1295321"/>
                  <a:pt x="697878" y="1404936"/>
                  <a:pt x="833096" y="1404936"/>
                </a:cubicBezTo>
                <a:lnTo>
                  <a:pt x="5765439" y="1404936"/>
                </a:lnTo>
                <a:cubicBezTo>
                  <a:pt x="5900657" y="1404936"/>
                  <a:pt x="6010273" y="1295321"/>
                  <a:pt x="6010273" y="1160103"/>
                </a:cubicBezTo>
                <a:lnTo>
                  <a:pt x="6010273" y="0"/>
                </a:lnTo>
                <a:lnTo>
                  <a:pt x="6187379" y="0"/>
                </a:lnTo>
                <a:lnTo>
                  <a:pt x="6187379" y="1160103"/>
                </a:lnTo>
                <a:cubicBezTo>
                  <a:pt x="6187379" y="1295321"/>
                  <a:pt x="6296994" y="1404936"/>
                  <a:pt x="6432213" y="1404936"/>
                </a:cubicBezTo>
                <a:lnTo>
                  <a:pt x="11364555" y="1404936"/>
                </a:lnTo>
                <a:cubicBezTo>
                  <a:pt x="11499773" y="1404936"/>
                  <a:pt x="11609388" y="1295321"/>
                  <a:pt x="11609388" y="1160103"/>
                </a:cubicBezTo>
                <a:lnTo>
                  <a:pt x="11609388" y="0"/>
                </a:lnTo>
                <a:lnTo>
                  <a:pt x="11858643" y="0"/>
                </a:lnTo>
                <a:cubicBezTo>
                  <a:pt x="12042180" y="0"/>
                  <a:pt x="12190966" y="148786"/>
                  <a:pt x="12190966" y="332323"/>
                </a:cubicBezTo>
                <a:lnTo>
                  <a:pt x="12190966" y="1993898"/>
                </a:lnTo>
                <a:lnTo>
                  <a:pt x="0" y="1993898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0F1D4C8-2BD0-D272-D4F8-7DF1015BA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6187379" y="1468398"/>
            <a:ext cx="5422009" cy="4800640"/>
          </a:xfrm>
          <a:prstGeom prst="roundRect">
            <a:avLst>
              <a:gd name="adj" fmla="val 5100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1633E4A-EC5B-28FD-A53F-2CB0C31C7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588263" y="1468398"/>
            <a:ext cx="5422009" cy="4800640"/>
          </a:xfrm>
          <a:prstGeom prst="roundRect">
            <a:avLst>
              <a:gd name="adj" fmla="val 5100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FE8E70B-D1B6-8F56-6D81-37A4D0576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4FA88EA3-74D7-8F20-6CF6-1D7ECD77907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8037" y="2707263"/>
            <a:ext cx="4992687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AC594335-3B13-B806-DFDD-359BB86A05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8037" y="3130364"/>
            <a:ext cx="4992687" cy="288943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78120E1C-AC93-18FA-B5C2-EFD0079C762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15031" y="2707263"/>
            <a:ext cx="4992687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773FD95C-796C-89AE-3D79-365AFA8DBB7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15031" y="3130364"/>
            <a:ext cx="4992687" cy="288943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35369858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103B4C4-35A0-FB05-DD3D-10A7F96596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7D9E8BFB-35DA-CB04-E1EF-A4496F8B0F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723086" y="196648"/>
            <a:ext cx="3276017" cy="2786712"/>
          </a:xfrm>
          <a:custGeom>
            <a:avLst/>
            <a:gdLst>
              <a:gd name="csX0" fmla="*/ 0 w 3276017"/>
              <a:gd name="csY0" fmla="*/ 0 h 2786712"/>
              <a:gd name="csX1" fmla="*/ 3276017 w 3276017"/>
              <a:gd name="csY1" fmla="*/ 0 h 2786712"/>
              <a:gd name="csX2" fmla="*/ 3276017 w 3276017"/>
              <a:gd name="csY2" fmla="*/ 2786712 h 2786712"/>
              <a:gd name="csX3" fmla="*/ 2880650 w 3276017"/>
              <a:gd name="csY3" fmla="*/ 2786712 h 2786712"/>
              <a:gd name="csX4" fmla="*/ 2880650 w 3276017"/>
              <a:gd name="csY4" fmla="*/ 2267926 h 2786712"/>
              <a:gd name="csX5" fmla="*/ 2880650 w 3276017"/>
              <a:gd name="csY5" fmla="*/ 1449094 h 2786712"/>
              <a:gd name="csX6" fmla="*/ 2703306 w 3276017"/>
              <a:gd name="csY6" fmla="*/ 1271750 h 2786712"/>
              <a:gd name="csX7" fmla="*/ 0 w 3276017"/>
              <a:gd name="csY7" fmla="*/ 1271750 h 27867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276017" h="2786712">
                <a:moveTo>
                  <a:pt x="0" y="0"/>
                </a:moveTo>
                <a:lnTo>
                  <a:pt x="3276017" y="0"/>
                </a:lnTo>
                <a:lnTo>
                  <a:pt x="3276017" y="2786712"/>
                </a:lnTo>
                <a:lnTo>
                  <a:pt x="2880650" y="2786712"/>
                </a:lnTo>
                <a:lnTo>
                  <a:pt x="2880650" y="2267926"/>
                </a:lnTo>
                <a:lnTo>
                  <a:pt x="2880650" y="1449094"/>
                </a:lnTo>
                <a:cubicBezTo>
                  <a:pt x="2880650" y="1351150"/>
                  <a:pt x="2801250" y="1271750"/>
                  <a:pt x="2703306" y="1271750"/>
                </a:cubicBezTo>
                <a:lnTo>
                  <a:pt x="0" y="1271750"/>
                </a:lnTo>
                <a:close/>
              </a:path>
            </a:pathLst>
          </a:cu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D72E6A7-AFF0-78AA-AD75-A5FD9428A9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8050067" y="1468398"/>
            <a:ext cx="3559321" cy="4800640"/>
          </a:xfrm>
          <a:prstGeom prst="roundRect">
            <a:avLst>
              <a:gd name="adj" fmla="val 5100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B7A7241-1055-602A-6F46-F930465CC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4319165" y="1468398"/>
            <a:ext cx="3559321" cy="4800640"/>
          </a:xfrm>
          <a:prstGeom prst="roundRect">
            <a:avLst>
              <a:gd name="adj" fmla="val 5100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3359A84-4677-1D5B-F0D9-93826D8A3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588264" y="1468398"/>
            <a:ext cx="3559321" cy="4800640"/>
          </a:xfrm>
          <a:prstGeom prst="roundRect">
            <a:avLst>
              <a:gd name="adj" fmla="val 5100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5DEC22-3E10-A5CF-38B4-6719E5384F1B}"/>
              </a:ext>
            </a:extLst>
          </p:cNvPr>
          <p:cNvSpPr>
            <a:spLocks noGrp="1"/>
          </p:cNvSpPr>
          <p:nvPr userDrawn="1"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35">
            <a:extLst>
              <a:ext uri="{FF2B5EF4-FFF2-40B4-BE49-F238E27FC236}">
                <a16:creationId xmlns:a16="http://schemas.microsoft.com/office/drawing/2014/main" id="{5782A330-C721-8BD3-F5CF-9473049DBABD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817631" y="2269113"/>
            <a:ext cx="3100586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7" name="Text Placeholder 35">
            <a:extLst>
              <a:ext uri="{FF2B5EF4-FFF2-40B4-BE49-F238E27FC236}">
                <a16:creationId xmlns:a16="http://schemas.microsoft.com/office/drawing/2014/main" id="{C43666C8-CA0B-FBD4-B06D-4B499D98A899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817631" y="2692214"/>
            <a:ext cx="3100586" cy="33885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4" name="Text Placeholder 35">
            <a:extLst>
              <a:ext uri="{FF2B5EF4-FFF2-40B4-BE49-F238E27FC236}">
                <a16:creationId xmlns:a16="http://schemas.microsoft.com/office/drawing/2014/main" id="{2311FC0E-D3A9-0B0B-7025-B203369D41C0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4548532" y="2269113"/>
            <a:ext cx="3100586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F511788D-6E0A-B4B3-0DDC-2CDE89BEAF60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4548532" y="2692214"/>
            <a:ext cx="3100586" cy="33885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5" name="Text Placeholder 35">
            <a:extLst>
              <a:ext uri="{FF2B5EF4-FFF2-40B4-BE49-F238E27FC236}">
                <a16:creationId xmlns:a16="http://schemas.microsoft.com/office/drawing/2014/main" id="{43D90581-62A0-79F7-58E3-53A1D777645F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8279434" y="2269113"/>
            <a:ext cx="3100586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1" name="Text Placeholder 35">
            <a:extLst>
              <a:ext uri="{FF2B5EF4-FFF2-40B4-BE49-F238E27FC236}">
                <a16:creationId xmlns:a16="http://schemas.microsoft.com/office/drawing/2014/main" id="{F48A4097-F4C2-4082-A038-36C87B2507E9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8279434" y="2692214"/>
            <a:ext cx="3100586" cy="33885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727684955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1D7247-356D-F90D-5316-912E2C4F65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81D7B309-96DA-F175-D08D-4E67FFF81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723086" y="196648"/>
            <a:ext cx="3276017" cy="2786712"/>
          </a:xfrm>
          <a:custGeom>
            <a:avLst/>
            <a:gdLst>
              <a:gd name="csX0" fmla="*/ 0 w 3276017"/>
              <a:gd name="csY0" fmla="*/ 0 h 2786712"/>
              <a:gd name="csX1" fmla="*/ 3276017 w 3276017"/>
              <a:gd name="csY1" fmla="*/ 0 h 2786712"/>
              <a:gd name="csX2" fmla="*/ 3276017 w 3276017"/>
              <a:gd name="csY2" fmla="*/ 2786712 h 2786712"/>
              <a:gd name="csX3" fmla="*/ 2880650 w 3276017"/>
              <a:gd name="csY3" fmla="*/ 2786712 h 2786712"/>
              <a:gd name="csX4" fmla="*/ 2880650 w 3276017"/>
              <a:gd name="csY4" fmla="*/ 2267926 h 2786712"/>
              <a:gd name="csX5" fmla="*/ 2880650 w 3276017"/>
              <a:gd name="csY5" fmla="*/ 1449094 h 2786712"/>
              <a:gd name="csX6" fmla="*/ 2703306 w 3276017"/>
              <a:gd name="csY6" fmla="*/ 1271750 h 2786712"/>
              <a:gd name="csX7" fmla="*/ 0 w 3276017"/>
              <a:gd name="csY7" fmla="*/ 1271750 h 27867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276017" h="2786712">
                <a:moveTo>
                  <a:pt x="0" y="0"/>
                </a:moveTo>
                <a:lnTo>
                  <a:pt x="3276017" y="0"/>
                </a:lnTo>
                <a:lnTo>
                  <a:pt x="3276017" y="2786712"/>
                </a:lnTo>
                <a:lnTo>
                  <a:pt x="2880650" y="2786712"/>
                </a:lnTo>
                <a:lnTo>
                  <a:pt x="2880650" y="2267926"/>
                </a:lnTo>
                <a:lnTo>
                  <a:pt x="2880650" y="1449094"/>
                </a:lnTo>
                <a:cubicBezTo>
                  <a:pt x="2880650" y="1351150"/>
                  <a:pt x="2801250" y="1271750"/>
                  <a:pt x="2703306" y="1271750"/>
                </a:cubicBezTo>
                <a:lnTo>
                  <a:pt x="0" y="1271750"/>
                </a:lnTo>
                <a:close/>
              </a:path>
            </a:pathLst>
          </a:cu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0EBC27C-AB71-8487-F297-9BC8116591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8982818" y="1468398"/>
            <a:ext cx="2626570" cy="4800640"/>
          </a:xfrm>
          <a:prstGeom prst="roundRect">
            <a:avLst>
              <a:gd name="adj" fmla="val 5100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2000">
              <a:solidFill>
                <a:schemeClr val="bg1"/>
              </a:solidFill>
              <a:latin typeface="+mj-lt"/>
              <a:ea typeface="Segoe UI Black" panose="020B0A02040204020203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06332A4-17D6-8951-6EC2-551FFD9791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6184633" y="1468398"/>
            <a:ext cx="2626570" cy="4800640"/>
          </a:xfrm>
          <a:prstGeom prst="roundRect">
            <a:avLst>
              <a:gd name="adj" fmla="val 5100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2000">
              <a:solidFill>
                <a:schemeClr val="bg1"/>
              </a:solidFill>
              <a:latin typeface="+mj-lt"/>
              <a:ea typeface="Segoe UI Black" panose="020B0A02040204020203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64C8225-3E23-1093-7668-E5BB85A33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3386449" y="1468398"/>
            <a:ext cx="2626570" cy="4800640"/>
          </a:xfrm>
          <a:prstGeom prst="roundRect">
            <a:avLst>
              <a:gd name="adj" fmla="val 5100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2000">
              <a:solidFill>
                <a:schemeClr val="bg1"/>
              </a:solidFill>
              <a:latin typeface="+mj-lt"/>
              <a:ea typeface="Segoe UI Black" panose="020B0A02040204020203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EB9DF6B-BBA0-609F-3FDE-3B572314F0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588264" y="1468398"/>
            <a:ext cx="2626570" cy="4800640"/>
          </a:xfrm>
          <a:prstGeom prst="roundRect">
            <a:avLst>
              <a:gd name="adj" fmla="val 5100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316C82-3A95-FE8B-8082-0BDF9412B7B2}"/>
              </a:ext>
            </a:extLst>
          </p:cNvPr>
          <p:cNvSpPr>
            <a:spLocks noGrp="1"/>
          </p:cNvSpPr>
          <p:nvPr userDrawn="1"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5">
            <a:extLst>
              <a:ext uri="{FF2B5EF4-FFF2-40B4-BE49-F238E27FC236}">
                <a16:creationId xmlns:a16="http://schemas.microsoft.com/office/drawing/2014/main" id="{C2D79490-03CC-35CD-ED06-6BF6F320F78F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817631" y="2269113"/>
            <a:ext cx="2167836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buNone/>
              <a:defRPr kumimoji="0" lang="en-US" sz="1800" b="0" i="0" u="none" strike="noStrike" cap="none" normalizeH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685643E7-1C9B-B819-9C9A-A04B7E46CBD6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817631" y="2692214"/>
            <a:ext cx="2167836" cy="33885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0" name="Text Placeholder 35">
            <a:extLst>
              <a:ext uri="{FF2B5EF4-FFF2-40B4-BE49-F238E27FC236}">
                <a16:creationId xmlns:a16="http://schemas.microsoft.com/office/drawing/2014/main" id="{D56C1833-FCDB-8E85-A591-8E9BCA926942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3615816" y="2269113"/>
            <a:ext cx="2167836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buNone/>
              <a:defRPr kumimoji="0" lang="en-US" sz="1800" b="0" i="0" u="none" strike="noStrike" cap="none" normalizeH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1" name="Text Placeholder 35">
            <a:extLst>
              <a:ext uri="{FF2B5EF4-FFF2-40B4-BE49-F238E27FC236}">
                <a16:creationId xmlns:a16="http://schemas.microsoft.com/office/drawing/2014/main" id="{B23B19E7-B186-21BE-F53F-0CB2D3E40B4F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3615816" y="2692214"/>
            <a:ext cx="2167836" cy="33885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2" name="Text Placeholder 35">
            <a:extLst>
              <a:ext uri="{FF2B5EF4-FFF2-40B4-BE49-F238E27FC236}">
                <a16:creationId xmlns:a16="http://schemas.microsoft.com/office/drawing/2014/main" id="{7595B14F-3511-973C-1545-D7747ADEE08B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6414000" y="2269113"/>
            <a:ext cx="2167836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buNone/>
              <a:defRPr kumimoji="0" lang="en-US" sz="1800" b="0" i="0" u="none" strike="noStrike" cap="none" normalizeH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3" name="Text Placeholder 35">
            <a:extLst>
              <a:ext uri="{FF2B5EF4-FFF2-40B4-BE49-F238E27FC236}">
                <a16:creationId xmlns:a16="http://schemas.microsoft.com/office/drawing/2014/main" id="{6CE5691A-CEE5-7245-A50A-DAE63CE0F679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6414000" y="2692214"/>
            <a:ext cx="2167836" cy="33885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4" name="Text Placeholder 35">
            <a:extLst>
              <a:ext uri="{FF2B5EF4-FFF2-40B4-BE49-F238E27FC236}">
                <a16:creationId xmlns:a16="http://schemas.microsoft.com/office/drawing/2014/main" id="{43A8CA70-4C55-FBCB-A7B6-FA6177996940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9212185" y="2269113"/>
            <a:ext cx="2167836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buNone/>
              <a:defRPr kumimoji="0" lang="en-US" sz="1800" b="0" i="0" u="none" strike="noStrike" cap="none" normalizeH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5" name="Text Placeholder 35">
            <a:extLst>
              <a:ext uri="{FF2B5EF4-FFF2-40B4-BE49-F238E27FC236}">
                <a16:creationId xmlns:a16="http://schemas.microsoft.com/office/drawing/2014/main" id="{E81C16E4-359D-9178-4BEB-2B15C28177A5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9212185" y="2692214"/>
            <a:ext cx="2167836" cy="33885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662820102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lumn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2A10E67-0FD4-E648-95D5-3ECC16ADA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76023B9A-26A1-6BB9-2555-F6A70692BA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1ECB293-BE20-6DE5-30EA-119AA45B95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80586" y="2477731"/>
            <a:ext cx="11030828" cy="3779977"/>
          </a:xfrm>
          <a:prstGeom prst="roundRect">
            <a:avLst>
              <a:gd name="adj" fmla="val 6790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6E4B587-58E1-D84C-1EF7-D5C305130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66944" y="2477730"/>
            <a:ext cx="0" cy="370219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  <a:prstDash val="dash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8D5A0FF-6CFE-0924-517F-DD58997FA0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351400" y="2477730"/>
            <a:ext cx="0" cy="370219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  <a:prstDash val="dash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05D23CB-3FCA-76A7-EA60-B3F540C7E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798032" y="2477730"/>
            <a:ext cx="0" cy="370219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  <a:prstDash val="dash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347BC91-725F-62FF-4E43-F8024876F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982488" y="2477730"/>
            <a:ext cx="0" cy="370219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  <a:prstDash val="dash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5AA8FED-CA0C-A320-971B-B3EB713A7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553D8E85-E227-BD5A-BB81-AD1CD92BE7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8262" y="1436688"/>
            <a:ext cx="11018519" cy="615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kumimoji="0" lang="en-US" sz="20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0" name="Text Placeholder 35">
            <a:extLst>
              <a:ext uri="{FF2B5EF4-FFF2-40B4-BE49-F238E27FC236}">
                <a16:creationId xmlns:a16="http://schemas.microsoft.com/office/drawing/2014/main" id="{32A0CF52-4BBF-70DE-C178-2B3EA7FF92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1982" y="3520478"/>
            <a:ext cx="1967644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kumimoji="0" lang="en-US" sz="1800" b="0" i="0" u="none" strike="noStrike" cap="none" normalizeH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1" name="Text Placeholder 35">
            <a:extLst>
              <a:ext uri="{FF2B5EF4-FFF2-40B4-BE49-F238E27FC236}">
                <a16:creationId xmlns:a16="http://schemas.microsoft.com/office/drawing/2014/main" id="{E005D7F4-4690-8AF3-ADC7-D9B7C95DF78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1982" y="3966449"/>
            <a:ext cx="1967644" cy="21587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2" name="Text Placeholder 35">
            <a:extLst>
              <a:ext uri="{FF2B5EF4-FFF2-40B4-BE49-F238E27FC236}">
                <a16:creationId xmlns:a16="http://schemas.microsoft.com/office/drawing/2014/main" id="{E1C98255-C37A-8D75-A7E9-D7164541777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37019" y="3520478"/>
            <a:ext cx="1967644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kumimoji="0" lang="en-US" sz="1800" b="0" i="0" u="none" strike="noStrike" cap="none" normalizeH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3" name="Text Placeholder 35">
            <a:extLst>
              <a:ext uri="{FF2B5EF4-FFF2-40B4-BE49-F238E27FC236}">
                <a16:creationId xmlns:a16="http://schemas.microsoft.com/office/drawing/2014/main" id="{B4F180BC-A5AD-90ED-0D28-BE6A12D55BF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37019" y="3966449"/>
            <a:ext cx="1967644" cy="21587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4" name="Text Placeholder 35">
            <a:extLst>
              <a:ext uri="{FF2B5EF4-FFF2-40B4-BE49-F238E27FC236}">
                <a16:creationId xmlns:a16="http://schemas.microsoft.com/office/drawing/2014/main" id="{B3F57235-AD04-1EDE-979E-DE611FBA75C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9156" y="3520478"/>
            <a:ext cx="1967644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kumimoji="0" lang="en-US" sz="1800" b="0" i="0" u="none" strike="noStrike" cap="none" normalizeH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5" name="Text Placeholder 35">
            <a:extLst>
              <a:ext uri="{FF2B5EF4-FFF2-40B4-BE49-F238E27FC236}">
                <a16:creationId xmlns:a16="http://schemas.microsoft.com/office/drawing/2014/main" id="{6CED8AD4-5ED4-622F-1F55-0132A1BF8C3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09156" y="3966449"/>
            <a:ext cx="1967644" cy="21587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6" name="Text Placeholder 35">
            <a:extLst>
              <a:ext uri="{FF2B5EF4-FFF2-40B4-BE49-F238E27FC236}">
                <a16:creationId xmlns:a16="http://schemas.microsoft.com/office/drawing/2014/main" id="{FC308801-DB64-50F9-AF49-24E32E47004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285545" y="3520478"/>
            <a:ext cx="1967644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kumimoji="0" lang="en-US" sz="1800" b="0" i="0" u="none" strike="noStrike" cap="none" normalizeH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7" name="Text Placeholder 35">
            <a:extLst>
              <a:ext uri="{FF2B5EF4-FFF2-40B4-BE49-F238E27FC236}">
                <a16:creationId xmlns:a16="http://schemas.microsoft.com/office/drawing/2014/main" id="{29D7E2B8-1B11-09E7-0962-CC7EF1A1A2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285545" y="3966449"/>
            <a:ext cx="1967644" cy="21587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8" name="Text Placeholder 35">
            <a:extLst>
              <a:ext uri="{FF2B5EF4-FFF2-40B4-BE49-F238E27FC236}">
                <a16:creationId xmlns:a16="http://schemas.microsoft.com/office/drawing/2014/main" id="{56AD5D32-294E-02FD-F0A1-6493ED67444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59807" y="3522483"/>
            <a:ext cx="1967644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kumimoji="0" lang="en-US" sz="1800" b="0" i="0" u="none" strike="noStrike" cap="none" normalizeH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9" name="Text Placeholder 35">
            <a:extLst>
              <a:ext uri="{FF2B5EF4-FFF2-40B4-BE49-F238E27FC236}">
                <a16:creationId xmlns:a16="http://schemas.microsoft.com/office/drawing/2014/main" id="{168F7A2D-7038-D2B9-D26D-39C37435BCE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459807" y="3968454"/>
            <a:ext cx="1967644" cy="21587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03160987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side image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BF6D92B-7D0B-914C-AB72-61392887BF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833EA03-B0F3-5597-6436-A45E526D5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4EAEB2A-2966-D229-C9B3-043CE896A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8263" y="2278213"/>
            <a:ext cx="290512" cy="0"/>
          </a:xfrm>
          <a:prstGeom prst="line">
            <a:avLst/>
          </a:prstGeom>
          <a:ln w="38100" cap="rnd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679608DA-20DA-BEF0-6A8F-0F198E89CD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384797"/>
            <a:ext cx="1816900" cy="1473203"/>
          </a:xfrm>
          <a:custGeom>
            <a:avLst/>
            <a:gdLst>
              <a:gd name="csX0" fmla="*/ 0 w 1816900"/>
              <a:gd name="csY0" fmla="*/ 0 h 1473203"/>
              <a:gd name="csX1" fmla="*/ 1816900 w 1816900"/>
              <a:gd name="csY1" fmla="*/ 0 h 1473203"/>
              <a:gd name="csX2" fmla="*/ 1816900 w 1816900"/>
              <a:gd name="csY2" fmla="*/ 1473203 h 1473203"/>
              <a:gd name="csX3" fmla="*/ 0 w 1816900"/>
              <a:gd name="csY3" fmla="*/ 1473203 h 1473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16900" h="1473203">
                <a:moveTo>
                  <a:pt x="0" y="0"/>
                </a:moveTo>
                <a:lnTo>
                  <a:pt x="1816900" y="0"/>
                </a:lnTo>
                <a:lnTo>
                  <a:pt x="1816900" y="1473203"/>
                </a:lnTo>
                <a:lnTo>
                  <a:pt x="0" y="1473203"/>
                </a:lnTo>
                <a:close/>
              </a:path>
            </a:pathLst>
          </a:cu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CBF12C6C-BB88-A4C6-89B2-3EBB60685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786193"/>
            <a:ext cx="4956194" cy="1107996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IN" spc="0" dirty="0">
                <a:solidFill>
                  <a:schemeClr val="bg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8" name="Text Placeholder 35">
            <a:extLst>
              <a:ext uri="{FF2B5EF4-FFF2-40B4-BE49-F238E27FC236}">
                <a16:creationId xmlns:a16="http://schemas.microsoft.com/office/drawing/2014/main" id="{494A7C03-03D3-A5C2-4C13-BAB8328C83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8263" y="2524791"/>
            <a:ext cx="4956194" cy="231590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spcBef>
                <a:spcPts val="0"/>
              </a:spcBef>
              <a:buNone/>
              <a:defRPr kumimoji="0" lang="en-US" sz="2000" b="0" i="0" u="none" strike="noStrike" cap="none" spc="0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6" name="Picture Placeholder 58" descr="Picture">
            <a:extLst>
              <a:ext uri="{FF2B5EF4-FFF2-40B4-BE49-F238E27FC236}">
                <a16:creationId xmlns:a16="http://schemas.microsoft.com/office/drawing/2014/main" id="{8951590D-8589-07E9-91BA-076B9982494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919788" y="585786"/>
            <a:ext cx="5686424" cy="5686424"/>
          </a:xfrm>
          <a:prstGeom prst="roundRect">
            <a:avLst>
              <a:gd name="adj" fmla="val 5988"/>
            </a:avLst>
          </a:prstGeom>
          <a:solidFill>
            <a:schemeClr val="bg1">
              <a:alpha val="40000"/>
            </a:schemeClr>
          </a:solid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3019640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column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E57F6C-6F20-3B8D-343F-594F7A4B9B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207" name="Picture 206">
            <a:extLst>
              <a:ext uri="{FF2B5EF4-FFF2-40B4-BE49-F238E27FC236}">
                <a16:creationId xmlns:a16="http://schemas.microsoft.com/office/drawing/2014/main" id="{B1B249CE-5ED2-7E27-9C33-0A37D957C7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723086" y="196648"/>
            <a:ext cx="3276017" cy="2786712"/>
          </a:xfrm>
          <a:custGeom>
            <a:avLst/>
            <a:gdLst>
              <a:gd name="csX0" fmla="*/ 0 w 3276017"/>
              <a:gd name="csY0" fmla="*/ 0 h 2786712"/>
              <a:gd name="csX1" fmla="*/ 3276017 w 3276017"/>
              <a:gd name="csY1" fmla="*/ 0 h 2786712"/>
              <a:gd name="csX2" fmla="*/ 3276017 w 3276017"/>
              <a:gd name="csY2" fmla="*/ 2786712 h 2786712"/>
              <a:gd name="csX3" fmla="*/ 2886302 w 3276017"/>
              <a:gd name="csY3" fmla="*/ 2786712 h 2786712"/>
              <a:gd name="csX4" fmla="*/ 2886302 w 3276017"/>
              <a:gd name="csY4" fmla="*/ 1535750 h 2786712"/>
              <a:gd name="csX5" fmla="*/ 2590818 w 3276017"/>
              <a:gd name="csY5" fmla="*/ 1240266 h 2786712"/>
              <a:gd name="csX6" fmla="*/ 0 w 3276017"/>
              <a:gd name="csY6" fmla="*/ 1240266 h 27867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276017" h="2786712">
                <a:moveTo>
                  <a:pt x="0" y="0"/>
                </a:moveTo>
                <a:lnTo>
                  <a:pt x="3276017" y="0"/>
                </a:lnTo>
                <a:lnTo>
                  <a:pt x="3276017" y="2786712"/>
                </a:lnTo>
                <a:lnTo>
                  <a:pt x="2886302" y="2786712"/>
                </a:lnTo>
                <a:lnTo>
                  <a:pt x="2886302" y="1535750"/>
                </a:lnTo>
                <a:cubicBezTo>
                  <a:pt x="2886302" y="1372559"/>
                  <a:pt x="2754009" y="1240266"/>
                  <a:pt x="2590818" y="1240266"/>
                </a:cubicBezTo>
                <a:lnTo>
                  <a:pt x="0" y="1240266"/>
                </a:lnTo>
                <a:close/>
              </a:path>
            </a:pathLst>
          </a:cu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5DF9585-C2E2-09B0-F145-8AB7C5F0B4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6182691" y="1436914"/>
            <a:ext cx="5426697" cy="4832124"/>
          </a:xfrm>
          <a:prstGeom prst="roundRect">
            <a:avLst>
              <a:gd name="adj" fmla="val 6115"/>
            </a:avLst>
          </a:prstGeom>
          <a:solidFill>
            <a:schemeClr val="tx2"/>
          </a:solidFill>
          <a:ln>
            <a:noFill/>
          </a:ln>
          <a:effectLst>
            <a:outerShdw blurRad="4445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err="1">
              <a:solidFill>
                <a:schemeClr val="bg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AA84866-BFE3-C248-8509-4F6A85A95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84200" y="1436914"/>
            <a:ext cx="5426697" cy="4832124"/>
          </a:xfrm>
          <a:prstGeom prst="roundRect">
            <a:avLst>
              <a:gd name="adj" fmla="val 6115"/>
            </a:avLst>
          </a:prstGeom>
          <a:solidFill>
            <a:schemeClr val="tx2"/>
          </a:solidFill>
          <a:ln>
            <a:noFill/>
          </a:ln>
          <a:effectLst>
            <a:outerShdw blurRad="4445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err="1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2C3297-65AD-8932-48CD-1A1204E520CD}"/>
              </a:ext>
            </a:extLst>
          </p:cNvPr>
          <p:cNvSpPr>
            <a:spLocks noGrp="1"/>
          </p:cNvSpPr>
          <p:nvPr userDrawn="1"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8" descr="Picture">
            <a:extLst>
              <a:ext uri="{FF2B5EF4-FFF2-40B4-BE49-F238E27FC236}">
                <a16:creationId xmlns:a16="http://schemas.microsoft.com/office/drawing/2014/main" id="{678281BA-4B18-020B-4D4A-85670217705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 userDrawn="1">
            <p:ph type="pic" sz="quarter" idx="22"/>
          </p:nvPr>
        </p:nvSpPr>
        <p:spPr>
          <a:xfrm>
            <a:off x="727696" y="1567440"/>
            <a:ext cx="5139704" cy="3156968"/>
          </a:xfrm>
          <a:prstGeom prst="roundRect">
            <a:avLst>
              <a:gd name="adj" fmla="val 5023"/>
            </a:avLst>
          </a:prstGeom>
          <a:solidFill>
            <a:schemeClr val="bg1">
              <a:alpha val="40000"/>
            </a:schemeClr>
          </a:solid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Text Placeholder 35">
            <a:extLst>
              <a:ext uri="{FF2B5EF4-FFF2-40B4-BE49-F238E27FC236}">
                <a16:creationId xmlns:a16="http://schemas.microsoft.com/office/drawing/2014/main" id="{7C49D305-5E41-A45A-1B2D-FD7FC7FC085F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004849" y="4945137"/>
            <a:ext cx="4585398" cy="3724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kumimoji="0" lang="en-US" sz="2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260A65D0-8128-F427-818A-9D04ED45CCDF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1004850" y="5418500"/>
            <a:ext cx="4585397" cy="5249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0" name="Picture Placeholder 58" descr="Picture">
            <a:extLst>
              <a:ext uri="{FF2B5EF4-FFF2-40B4-BE49-F238E27FC236}">
                <a16:creationId xmlns:a16="http://schemas.microsoft.com/office/drawing/2014/main" id="{B8FCD3FC-7B76-4574-EBA3-D97DD59FDDE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 userDrawn="1">
            <p:ph type="pic" sz="quarter" idx="23"/>
          </p:nvPr>
        </p:nvSpPr>
        <p:spPr>
          <a:xfrm>
            <a:off x="6326187" y="1567440"/>
            <a:ext cx="5139704" cy="3156968"/>
          </a:xfrm>
          <a:prstGeom prst="roundRect">
            <a:avLst>
              <a:gd name="adj" fmla="val 5023"/>
            </a:avLst>
          </a:prstGeom>
          <a:solidFill>
            <a:schemeClr val="bg1">
              <a:alpha val="40000"/>
            </a:schemeClr>
          </a:solid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Text Placeholder 35">
            <a:extLst>
              <a:ext uri="{FF2B5EF4-FFF2-40B4-BE49-F238E27FC236}">
                <a16:creationId xmlns:a16="http://schemas.microsoft.com/office/drawing/2014/main" id="{5653D619-5602-2DDD-EBA9-3E1EA4B1A2C2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603340" y="4945137"/>
            <a:ext cx="4585398" cy="3724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kumimoji="0" lang="en-US" sz="2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2" name="Text Placeholder 35">
            <a:extLst>
              <a:ext uri="{FF2B5EF4-FFF2-40B4-BE49-F238E27FC236}">
                <a16:creationId xmlns:a16="http://schemas.microsoft.com/office/drawing/2014/main" id="{793CFDE6-FCCF-BF85-60D2-9B76EF37713E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6603341" y="5418500"/>
            <a:ext cx="4585397" cy="5249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817049216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ide image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7693D82-02E9-C14A-D1F9-DD048EDA58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C42F30C-A0A2-CB2E-DDDA-478B3E46A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4DCD632-04DD-E361-1B11-50DE0A9676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384797"/>
            <a:ext cx="1816900" cy="1473203"/>
          </a:xfrm>
          <a:custGeom>
            <a:avLst/>
            <a:gdLst>
              <a:gd name="csX0" fmla="*/ 0 w 1816900"/>
              <a:gd name="csY0" fmla="*/ 0 h 1473203"/>
              <a:gd name="csX1" fmla="*/ 1816900 w 1816900"/>
              <a:gd name="csY1" fmla="*/ 0 h 1473203"/>
              <a:gd name="csX2" fmla="*/ 1816900 w 1816900"/>
              <a:gd name="csY2" fmla="*/ 1473203 h 1473203"/>
              <a:gd name="csX3" fmla="*/ 0 w 1816900"/>
              <a:gd name="csY3" fmla="*/ 1473203 h 1473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16900" h="1473203">
                <a:moveTo>
                  <a:pt x="0" y="0"/>
                </a:moveTo>
                <a:lnTo>
                  <a:pt x="1816900" y="0"/>
                </a:lnTo>
                <a:lnTo>
                  <a:pt x="1816900" y="1473203"/>
                </a:lnTo>
                <a:lnTo>
                  <a:pt x="0" y="147320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C465BFA-8D13-CF86-7377-265D47282D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813445"/>
            <a:ext cx="4956194" cy="1107996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IN" spc="0" dirty="0">
                <a:solidFill>
                  <a:schemeClr val="bg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</a:t>
            </a:r>
            <a:br>
              <a:rPr lang="en-US"/>
            </a:br>
            <a:r>
              <a:rPr lang="en-US"/>
              <a:t>title style</a:t>
            </a:r>
            <a:endParaRPr lang="en-IN"/>
          </a:p>
        </p:txBody>
      </p:sp>
      <p:sp>
        <p:nvSpPr>
          <p:cNvPr id="4" name="Picture Placeholder 58" descr="Picture">
            <a:extLst>
              <a:ext uri="{FF2B5EF4-FFF2-40B4-BE49-F238E27FC236}">
                <a16:creationId xmlns:a16="http://schemas.microsoft.com/office/drawing/2014/main" id="{AA3F000A-B701-7384-09FA-E2AF5374B24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919788" y="585786"/>
            <a:ext cx="5686424" cy="5686424"/>
          </a:xfrm>
          <a:prstGeom prst="roundRect">
            <a:avLst>
              <a:gd name="adj" fmla="val 5988"/>
            </a:avLst>
          </a:prstGeom>
          <a:solidFill>
            <a:schemeClr val="bg1">
              <a:alpha val="40000"/>
            </a:schemeClr>
          </a:solid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5591084"/>
      </p:ext>
    </p:extLst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with box image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4C1683-069D-16B6-62ED-9283C557F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F776932-DA40-660D-25F5-3BDBD6CB88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4A1F656-20D5-7229-156E-9C743C6B1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6892925" y="585788"/>
            <a:ext cx="4716463" cy="5683249"/>
          </a:xfrm>
          <a:prstGeom prst="roundRect">
            <a:avLst>
              <a:gd name="adj" fmla="val 6345"/>
            </a:avLst>
          </a:prstGeom>
          <a:solidFill>
            <a:schemeClr val="tx2"/>
          </a:solidFill>
          <a:ln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IN" sz="2000" err="1">
              <a:gradFill>
                <a:gsLst>
                  <a:gs pos="0">
                    <a:schemeClr val="tx2"/>
                  </a:gs>
                  <a:gs pos="100000">
                    <a:schemeClr val="tx2">
                      <a:lumMod val="60000"/>
                      <a:lumOff val="40000"/>
                    </a:schemeClr>
                  </a:gs>
                </a:gsLst>
                <a:lin ang="2700000" scaled="1"/>
              </a:gradFill>
              <a:latin typeface="+mj-lt"/>
              <a:ea typeface="Segoe UI Black" panose="020B0A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871FCD-05C7-9D89-1B11-E8F3E4BA8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2017713"/>
            <a:ext cx="7110413" cy="3486784"/>
          </a:xfrm>
          <a:prstGeom prst="rect">
            <a:avLst/>
          </a:prstGeom>
          <a:gradFill flip="none" rotWithShape="1">
            <a:gsLst>
              <a:gs pos="48000">
                <a:srgbClr val="1D90B2"/>
              </a:gs>
              <a:gs pos="0">
                <a:srgbClr val="107197"/>
              </a:gs>
              <a:gs pos="100000">
                <a:srgbClr val="8F6FB5"/>
              </a:gs>
            </a:gsLst>
            <a:lin ang="2700000" scaled="1"/>
            <a:tileRect/>
          </a:gradFill>
          <a:ln w="3175"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50800" dist="76200" dir="8100000" algn="tr" rotWithShape="0">
              <a:schemeClr val="tx2">
                <a:alpha val="25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defTabSz="932472" fontAlgn="base">
              <a:spcBef>
                <a:spcPct val="0"/>
              </a:spcBef>
              <a:spcAft>
                <a:spcPct val="0"/>
              </a:spcAft>
            </a:pPr>
            <a:endParaRPr lang="en-IN" sz="2000">
              <a:solidFill>
                <a:srgbClr val="FFFFFF"/>
              </a:solidFill>
              <a:cs typeface="Segoe UI" pitchFamily="34" charset="0"/>
            </a:endParaRPr>
          </a:p>
        </p:txBody>
      </p:sp>
      <p:sp>
        <p:nvSpPr>
          <p:cNvPr id="2" name="Graphic 28">
            <a:extLst>
              <a:ext uri="{FF2B5EF4-FFF2-40B4-BE49-F238E27FC236}">
                <a16:creationId xmlns:a16="http://schemas.microsoft.com/office/drawing/2014/main" id="{134AA67B-181A-DB26-3641-FDC0D21B5C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4200" y="1341394"/>
            <a:ext cx="965312" cy="725262"/>
          </a:xfrm>
          <a:custGeom>
            <a:avLst/>
            <a:gdLst>
              <a:gd name="connsiteX0" fmla="*/ 325088 w 3616928"/>
              <a:gd name="connsiteY0" fmla="*/ 2493836 h 2717482"/>
              <a:gd name="connsiteX1" fmla="*/ 0 w 3616928"/>
              <a:gd name="connsiteY1" fmla="*/ 1620108 h 2717482"/>
              <a:gd name="connsiteX2" fmla="*/ 1086517 w 3616928"/>
              <a:gd name="connsiteY2" fmla="*/ 19336 h 2717482"/>
              <a:gd name="connsiteX3" fmla="*/ 1300734 w 3616928"/>
              <a:gd name="connsiteY3" fmla="*/ 71628 h 2717482"/>
              <a:gd name="connsiteX4" fmla="*/ 1300734 w 3616928"/>
              <a:gd name="connsiteY4" fmla="*/ 71628 h 2717482"/>
              <a:gd name="connsiteX5" fmla="*/ 1253776 w 3616928"/>
              <a:gd name="connsiteY5" fmla="*/ 305943 h 2717482"/>
              <a:gd name="connsiteX6" fmla="*/ 710375 w 3616928"/>
              <a:gd name="connsiteY6" fmla="*/ 858584 h 2717482"/>
              <a:gd name="connsiteX7" fmla="*/ 930497 w 3616928"/>
              <a:gd name="connsiteY7" fmla="*/ 1294448 h 2717482"/>
              <a:gd name="connsiteX8" fmla="*/ 934784 w 3616928"/>
              <a:gd name="connsiteY8" fmla="*/ 1295020 h 2717482"/>
              <a:gd name="connsiteX9" fmla="*/ 1585055 w 3616928"/>
              <a:gd name="connsiteY9" fmla="*/ 2006251 h 2717482"/>
              <a:gd name="connsiteX10" fmla="*/ 1387412 w 3616928"/>
              <a:gd name="connsiteY10" fmla="*/ 2507743 h 2717482"/>
              <a:gd name="connsiteX11" fmla="*/ 1375791 w 3616928"/>
              <a:gd name="connsiteY11" fmla="*/ 2520316 h 2717482"/>
              <a:gd name="connsiteX12" fmla="*/ 873919 w 3616928"/>
              <a:gd name="connsiteY12" fmla="*/ 2717483 h 2717482"/>
              <a:gd name="connsiteX13" fmla="*/ 325279 w 3616928"/>
              <a:gd name="connsiteY13" fmla="*/ 2493931 h 2717482"/>
              <a:gd name="connsiteX14" fmla="*/ 325279 w 3616928"/>
              <a:gd name="connsiteY14" fmla="*/ 2493931 h 2717482"/>
              <a:gd name="connsiteX15" fmla="*/ 2357057 w 3616928"/>
              <a:gd name="connsiteY15" fmla="*/ 2493836 h 2717482"/>
              <a:gd name="connsiteX16" fmla="*/ 2031968 w 3616928"/>
              <a:gd name="connsiteY16" fmla="*/ 1620108 h 2717482"/>
              <a:gd name="connsiteX17" fmla="*/ 3118485 w 3616928"/>
              <a:gd name="connsiteY17" fmla="*/ 19336 h 2717482"/>
              <a:gd name="connsiteX18" fmla="*/ 3332703 w 3616928"/>
              <a:gd name="connsiteY18" fmla="*/ 71628 h 2717482"/>
              <a:gd name="connsiteX19" fmla="*/ 3332703 w 3616928"/>
              <a:gd name="connsiteY19" fmla="*/ 71628 h 2717482"/>
              <a:gd name="connsiteX20" fmla="*/ 3285744 w 3616928"/>
              <a:gd name="connsiteY20" fmla="*/ 305943 h 2717482"/>
              <a:gd name="connsiteX21" fmla="*/ 2742343 w 3616928"/>
              <a:gd name="connsiteY21" fmla="*/ 858584 h 2717482"/>
              <a:gd name="connsiteX22" fmla="*/ 2962370 w 3616928"/>
              <a:gd name="connsiteY22" fmla="*/ 1294448 h 2717482"/>
              <a:gd name="connsiteX23" fmla="*/ 2966657 w 3616928"/>
              <a:gd name="connsiteY23" fmla="*/ 1295020 h 2717482"/>
              <a:gd name="connsiteX24" fmla="*/ 3616928 w 3616928"/>
              <a:gd name="connsiteY24" fmla="*/ 2006251 h 2717482"/>
              <a:gd name="connsiteX25" fmla="*/ 3413760 w 3616928"/>
              <a:gd name="connsiteY25" fmla="*/ 2514220 h 2717482"/>
              <a:gd name="connsiteX26" fmla="*/ 2905792 w 3616928"/>
              <a:gd name="connsiteY26" fmla="*/ 2717388 h 2717482"/>
              <a:gd name="connsiteX27" fmla="*/ 2357152 w 3616928"/>
              <a:gd name="connsiteY27" fmla="*/ 2493836 h 2717482"/>
              <a:gd name="connsiteX28" fmla="*/ 2357152 w 3616928"/>
              <a:gd name="connsiteY28" fmla="*/ 2493836 h 2717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3616928" h="2717482">
                <a:moveTo>
                  <a:pt x="325088" y="2493836"/>
                </a:moveTo>
                <a:cubicBezTo>
                  <a:pt x="121920" y="2270380"/>
                  <a:pt x="0" y="2026539"/>
                  <a:pt x="0" y="1620108"/>
                </a:cubicBezTo>
                <a:cubicBezTo>
                  <a:pt x="0" y="954025"/>
                  <a:pt x="445675" y="359188"/>
                  <a:pt x="1086517" y="19336"/>
                </a:cubicBezTo>
                <a:cubicBezTo>
                  <a:pt x="1160812" y="-20097"/>
                  <a:pt x="1252918" y="2477"/>
                  <a:pt x="1300734" y="71628"/>
                </a:cubicBezTo>
                <a:lnTo>
                  <a:pt x="1300734" y="71628"/>
                </a:lnTo>
                <a:cubicBezTo>
                  <a:pt x="1354550" y="149448"/>
                  <a:pt x="1333310" y="254699"/>
                  <a:pt x="1253776" y="305943"/>
                </a:cubicBezTo>
                <a:cubicBezTo>
                  <a:pt x="981075" y="481585"/>
                  <a:pt x="813911" y="674466"/>
                  <a:pt x="710375" y="858584"/>
                </a:cubicBezTo>
                <a:cubicBezTo>
                  <a:pt x="606838" y="1042702"/>
                  <a:pt x="723805" y="1266159"/>
                  <a:pt x="930497" y="1294448"/>
                </a:cubicBezTo>
                <a:cubicBezTo>
                  <a:pt x="931926" y="1294639"/>
                  <a:pt x="933355" y="1294829"/>
                  <a:pt x="934784" y="1295020"/>
                </a:cubicBezTo>
                <a:cubicBezTo>
                  <a:pt x="1300543" y="1335691"/>
                  <a:pt x="1585055" y="1620108"/>
                  <a:pt x="1585055" y="2006251"/>
                </a:cubicBezTo>
                <a:cubicBezTo>
                  <a:pt x="1585055" y="2186369"/>
                  <a:pt x="1506188" y="2366487"/>
                  <a:pt x="1387412" y="2507743"/>
                </a:cubicBezTo>
                <a:cubicBezTo>
                  <a:pt x="1383792" y="2512124"/>
                  <a:pt x="1379887" y="2516315"/>
                  <a:pt x="1375791" y="2520316"/>
                </a:cubicBezTo>
                <a:cubicBezTo>
                  <a:pt x="1235012" y="2658237"/>
                  <a:pt x="1074230" y="2717483"/>
                  <a:pt x="873919" y="2717483"/>
                </a:cubicBezTo>
                <a:cubicBezTo>
                  <a:pt x="650367" y="2717483"/>
                  <a:pt x="447199" y="2615851"/>
                  <a:pt x="325279" y="2493931"/>
                </a:cubicBezTo>
                <a:lnTo>
                  <a:pt x="325279" y="2493931"/>
                </a:lnTo>
                <a:close/>
                <a:moveTo>
                  <a:pt x="2357057" y="2493836"/>
                </a:moveTo>
                <a:cubicBezTo>
                  <a:pt x="2153888" y="2270284"/>
                  <a:pt x="2031968" y="2026444"/>
                  <a:pt x="2031968" y="1620108"/>
                </a:cubicBezTo>
                <a:cubicBezTo>
                  <a:pt x="2031968" y="954025"/>
                  <a:pt x="2477643" y="359188"/>
                  <a:pt x="3118485" y="19336"/>
                </a:cubicBezTo>
                <a:cubicBezTo>
                  <a:pt x="3192780" y="-20097"/>
                  <a:pt x="3284887" y="2477"/>
                  <a:pt x="3332703" y="71628"/>
                </a:cubicBezTo>
                <a:lnTo>
                  <a:pt x="3332703" y="71628"/>
                </a:lnTo>
                <a:cubicBezTo>
                  <a:pt x="3386519" y="149448"/>
                  <a:pt x="3365278" y="254699"/>
                  <a:pt x="3285744" y="305943"/>
                </a:cubicBezTo>
                <a:cubicBezTo>
                  <a:pt x="3013043" y="481585"/>
                  <a:pt x="2845880" y="674466"/>
                  <a:pt x="2742343" y="858584"/>
                </a:cubicBezTo>
                <a:cubicBezTo>
                  <a:pt x="2640140" y="1040416"/>
                  <a:pt x="2755773" y="1266159"/>
                  <a:pt x="2962370" y="1294448"/>
                </a:cubicBezTo>
                <a:cubicBezTo>
                  <a:pt x="2963799" y="1294639"/>
                  <a:pt x="2965228" y="1294829"/>
                  <a:pt x="2966657" y="1295020"/>
                </a:cubicBezTo>
                <a:cubicBezTo>
                  <a:pt x="3332416" y="1335691"/>
                  <a:pt x="3616928" y="1620108"/>
                  <a:pt x="3616928" y="2006251"/>
                </a:cubicBezTo>
                <a:cubicBezTo>
                  <a:pt x="3616928" y="2189131"/>
                  <a:pt x="3535680" y="2372011"/>
                  <a:pt x="3413760" y="2514220"/>
                </a:cubicBezTo>
                <a:cubicBezTo>
                  <a:pt x="3291840" y="2656428"/>
                  <a:pt x="3108960" y="2717388"/>
                  <a:pt x="2905792" y="2717388"/>
                </a:cubicBezTo>
                <a:cubicBezTo>
                  <a:pt x="2682240" y="2717388"/>
                  <a:pt x="2479072" y="2615756"/>
                  <a:pt x="2357152" y="2493836"/>
                </a:cubicBezTo>
                <a:lnTo>
                  <a:pt x="2357152" y="2493836"/>
                </a:lnTo>
                <a:close/>
              </a:path>
            </a:pathLst>
          </a:custGeom>
          <a:gradFill flip="none" rotWithShape="1">
            <a:gsLst>
              <a:gs pos="48000">
                <a:srgbClr val="1D90B2"/>
              </a:gs>
              <a:gs pos="0">
                <a:srgbClr val="107197"/>
              </a:gs>
              <a:gs pos="100000">
                <a:srgbClr val="8F6FB5"/>
              </a:gs>
            </a:gsLst>
            <a:lin ang="2700000" scaled="1"/>
            <a:tileRect/>
          </a:gradFill>
          <a:ln w="3175"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50800" dist="76200" dir="8100000" algn="tr" rotWithShape="0">
              <a:schemeClr val="tx2">
                <a:alpha val="25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cs typeface="Segoe UI" pitchFamily="34" charset="0"/>
            </a:endParaRP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971DD112-F80E-C3D5-3727-DC230F6FD85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4200" y="2686834"/>
            <a:ext cx="5829300" cy="17322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kumimoji="0" lang="en-US" sz="2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0" name="Text Placeholder 35">
            <a:extLst>
              <a:ext uri="{FF2B5EF4-FFF2-40B4-BE49-F238E27FC236}">
                <a16:creationId xmlns:a16="http://schemas.microsoft.com/office/drawing/2014/main" id="{C4C97650-CF35-A491-0503-5080029BBDE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2613" y="4756201"/>
            <a:ext cx="5830888" cy="2756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228600" marR="0" indent="-228600" algn="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marR="0" lvl="0" indent="-228600" algn="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Speaker Name</a:t>
            </a:r>
          </a:p>
        </p:txBody>
      </p:sp>
      <p:sp>
        <p:nvSpPr>
          <p:cNvPr id="11" name="Picture Placeholder 58" descr="Picture">
            <a:extLst>
              <a:ext uri="{FF2B5EF4-FFF2-40B4-BE49-F238E27FC236}">
                <a16:creationId xmlns:a16="http://schemas.microsoft.com/office/drawing/2014/main" id="{ED000594-C305-614A-C01C-EC225C6C972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110413" y="800101"/>
            <a:ext cx="4281488" cy="5257794"/>
          </a:xfrm>
          <a:prstGeom prst="roundRect">
            <a:avLst>
              <a:gd name="adj" fmla="val 4431"/>
            </a:avLst>
          </a:prstGeom>
          <a:solidFill>
            <a:schemeClr val="bg1">
              <a:alpha val="40000"/>
            </a:schemeClr>
          </a:solid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1543430"/>
      </p:ext>
    </p:extLst>
  </p:cSld>
  <p:clrMapOvr>
    <a:masterClrMapping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97B876-DA7D-FB3B-13DD-87AC493C6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E33CBEB-5F3B-690E-98EA-D38032EDB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88262" y="1436686"/>
            <a:ext cx="11603738" cy="4832351"/>
          </a:xfrm>
          <a:custGeom>
            <a:avLst/>
            <a:gdLst>
              <a:gd name="csX0" fmla="*/ 0 w 11603738"/>
              <a:gd name="csY0" fmla="*/ 0 h 4832351"/>
              <a:gd name="csX1" fmla="*/ 11603738 w 11603738"/>
              <a:gd name="csY1" fmla="*/ 0 h 4832351"/>
              <a:gd name="csX2" fmla="*/ 11603738 w 11603738"/>
              <a:gd name="csY2" fmla="*/ 4832351 h 4832351"/>
              <a:gd name="csX3" fmla="*/ 92250 w 11603738"/>
              <a:gd name="csY3" fmla="*/ 4832351 h 4832351"/>
              <a:gd name="csX4" fmla="*/ 0 w 11603738"/>
              <a:gd name="csY4" fmla="*/ 4740101 h 4832351"/>
              <a:gd name="csX5" fmla="*/ 0 w 11603738"/>
              <a:gd name="csY5" fmla="*/ 0 h 48323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1603738" h="4832351">
                <a:moveTo>
                  <a:pt x="0" y="0"/>
                </a:moveTo>
                <a:lnTo>
                  <a:pt x="11603738" y="0"/>
                </a:lnTo>
                <a:lnTo>
                  <a:pt x="11603738" y="4832351"/>
                </a:lnTo>
                <a:lnTo>
                  <a:pt x="92250" y="4832351"/>
                </a:lnTo>
                <a:cubicBezTo>
                  <a:pt x="41302" y="4832351"/>
                  <a:pt x="0" y="4791049"/>
                  <a:pt x="0" y="4740101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12E08D-0DA5-4C54-CB56-2AFF9C605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88262" y="1436687"/>
            <a:ext cx="11603738" cy="27432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chemeClr val="bg1"/>
              </a:solidFill>
              <a:cs typeface="Segoe UI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FF2F277-ADFE-5A26-BE1E-A58A66925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723086" y="196648"/>
            <a:ext cx="3276017" cy="12400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BCE65A6-D122-9B64-ED53-40FD1A103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35">
            <a:extLst>
              <a:ext uri="{FF2B5EF4-FFF2-40B4-BE49-F238E27FC236}">
                <a16:creationId xmlns:a16="http://schemas.microsoft.com/office/drawing/2014/main" id="{C9E81439-4887-B45D-64DB-F0A08986AEB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77238" y="1621002"/>
            <a:ext cx="10826500" cy="2983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kumimoji="0" lang="en-US" sz="1800" b="0" i="0" u="none" strike="noStrike" cap="none" spc="0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6" name="Text Placeholder 35">
            <a:extLst>
              <a:ext uri="{FF2B5EF4-FFF2-40B4-BE49-F238E27FC236}">
                <a16:creationId xmlns:a16="http://schemas.microsoft.com/office/drawing/2014/main" id="{B299B6C3-A015-7724-CEF9-6C3B789E1C8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02152" y="2261674"/>
            <a:ext cx="4314125" cy="24622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>
              <a:spcAft>
                <a:spcPts val="0"/>
              </a:spcAft>
              <a:buNone/>
              <a:defRPr lang="en-US" sz="1600" b="0" cap="none" spc="0" dirty="0">
                <a:ln w="3175">
                  <a:noFill/>
                </a:ln>
                <a:solidFill>
                  <a:schemeClr val="bg1"/>
                </a:solidFill>
                <a:effectLst/>
                <a:latin typeface="+mj-lt"/>
              </a:defRPr>
            </a:lvl1pPr>
          </a:lstStyle>
          <a:p>
            <a:pPr marL="57150" lvl="0" indent="-285750">
              <a:spcBef>
                <a:spcPct val="0"/>
              </a:spcBef>
            </a:pPr>
            <a:r>
              <a:rPr lang="en-US"/>
              <a:t>Click to add text</a:t>
            </a:r>
          </a:p>
        </p:txBody>
      </p:sp>
      <p:sp>
        <p:nvSpPr>
          <p:cNvPr id="7" name="Text Placeholder 35">
            <a:extLst>
              <a:ext uri="{FF2B5EF4-FFF2-40B4-BE49-F238E27FC236}">
                <a16:creationId xmlns:a16="http://schemas.microsoft.com/office/drawing/2014/main" id="{A2BDB7F1-01E2-E61A-FE95-6355663FB0F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33639" y="2611299"/>
            <a:ext cx="4182638" cy="123679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179388" indent="-179388" algn="l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kumimoji="0" lang="en-US" sz="1400" b="0" i="0" u="none" strike="noStrike" cap="none" spc="0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8" name="Text Placeholder 35">
            <a:extLst>
              <a:ext uri="{FF2B5EF4-FFF2-40B4-BE49-F238E27FC236}">
                <a16:creationId xmlns:a16="http://schemas.microsoft.com/office/drawing/2014/main" id="{213E2993-CFBE-00A0-3810-8B350E8DB5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02152" y="4384037"/>
            <a:ext cx="4314125" cy="24622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>
              <a:spcAft>
                <a:spcPts val="0"/>
              </a:spcAft>
              <a:buNone/>
              <a:defRPr lang="en-US" sz="1600" b="0" cap="none" spc="0">
                <a:ln w="3175">
                  <a:noFill/>
                </a:ln>
                <a:solidFill>
                  <a:schemeClr val="bg1"/>
                </a:solidFill>
                <a:effectLst/>
                <a:latin typeface="+mj-lt"/>
              </a:defRPr>
            </a:lvl1pPr>
          </a:lstStyle>
          <a:p>
            <a:pPr marL="57150" lvl="0" indent="-285750">
              <a:spcBef>
                <a:spcPct val="0"/>
              </a:spcBef>
            </a:pPr>
            <a:r>
              <a:rPr lang="en-US"/>
              <a:t>Click to add text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D4E8CF10-FC27-B1A1-450D-EFEBB240AD2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33639" y="4733662"/>
            <a:ext cx="4182638" cy="123679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179388" indent="-179388" algn="l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kumimoji="0" lang="en-US" sz="1400" b="0" i="0" u="none" strike="noStrike" cap="none" spc="0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0" name="Picture Placeholder 58" descr="Picture">
            <a:extLst>
              <a:ext uri="{FF2B5EF4-FFF2-40B4-BE49-F238E27FC236}">
                <a16:creationId xmlns:a16="http://schemas.microsoft.com/office/drawing/2014/main" id="{4A5F0B65-5505-CB11-468C-7C71C52F7C9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998916" y="2417148"/>
            <a:ext cx="5604824" cy="3227274"/>
          </a:xfrm>
          <a:prstGeom prst="roundRect">
            <a:avLst>
              <a:gd name="adj" fmla="val 4431"/>
            </a:avLst>
          </a:prstGeom>
          <a:solidFill>
            <a:schemeClr val="bg1">
              <a:alpha val="40000"/>
            </a:schemeClr>
          </a:solid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1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Text Placeholder 35">
            <a:extLst>
              <a:ext uri="{FF2B5EF4-FFF2-40B4-BE49-F238E27FC236}">
                <a16:creationId xmlns:a16="http://schemas.microsoft.com/office/drawing/2014/main" id="{CC8DC4C4-267F-ED06-C76B-06B55E5BE8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98914" y="5869249"/>
            <a:ext cx="5488235" cy="1391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defRPr kumimoji="0" lang="en-US" sz="1100" b="0" i="0" u="none" strike="noStrike" cap="none" spc="0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49715543"/>
      </p:ext>
    </p:extLst>
  </p:cSld>
  <p:clrMapOvr>
    <a:masterClrMapping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A35B678-101E-87FF-A2BD-A5F04EDA05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C271A88-4D20-84B3-8C7B-3EA5B91D0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 rot="16200000">
            <a:off x="3565017" y="-2262175"/>
            <a:ext cx="69057" cy="7199090"/>
          </a:xfrm>
          <a:custGeom>
            <a:avLst/>
            <a:gdLst>
              <a:gd name="csX0" fmla="*/ 69057 w 69057"/>
              <a:gd name="csY0" fmla="*/ 0 h 7199090"/>
              <a:gd name="csX1" fmla="*/ 69057 w 69057"/>
              <a:gd name="csY1" fmla="*/ 7199090 h 7199090"/>
              <a:gd name="csX2" fmla="*/ 0 w 69057"/>
              <a:gd name="csY2" fmla="*/ 7199090 h 7199090"/>
              <a:gd name="csX3" fmla="*/ 0 w 69057"/>
              <a:gd name="csY3" fmla="*/ 0 h 71990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9057" h="7199090">
                <a:moveTo>
                  <a:pt x="69057" y="0"/>
                </a:moveTo>
                <a:lnTo>
                  <a:pt x="69057" y="7199090"/>
                </a:lnTo>
                <a:lnTo>
                  <a:pt x="0" y="719909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chemeClr val="bg1"/>
              </a:solidFill>
              <a:cs typeface="Segoe UI" pitchFamily="34" charset="0"/>
            </a:endParaRPr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9DBE92EC-D49D-D209-5103-A7CD07617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 rot="5400000" flipH="1">
            <a:off x="2937230" y="1964970"/>
            <a:ext cx="1908830" cy="6614889"/>
          </a:xfrm>
          <a:prstGeom prst="round2SameRect">
            <a:avLst>
              <a:gd name="adj1" fmla="val 0"/>
              <a:gd name="adj2" fmla="val 8982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chemeClr val="bg1"/>
              </a:solidFill>
              <a:cs typeface="Segoe UI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440DBB-E8AC-4A9A-336E-D8E8AA70F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2908877" y="5272415"/>
            <a:ext cx="170303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85BBCFE-CC55-CCB2-EE2A-C4BCAAF75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432561" y="2769472"/>
            <a:ext cx="5387339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  <a:prstDash val="dash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C8ED9D28-9D44-A161-98A4-D28D3A1922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5953072"/>
            <a:ext cx="12190966" cy="904928"/>
          </a:xfrm>
          <a:custGeom>
            <a:avLst/>
            <a:gdLst>
              <a:gd name="csX0" fmla="*/ 12190966 w 12190966"/>
              <a:gd name="csY0" fmla="*/ 0 h 904928"/>
              <a:gd name="csX1" fmla="*/ 12190966 w 12190966"/>
              <a:gd name="csY1" fmla="*/ 904928 h 904928"/>
              <a:gd name="csX2" fmla="*/ 0 w 12190966"/>
              <a:gd name="csY2" fmla="*/ 904928 h 904928"/>
              <a:gd name="csX3" fmla="*/ 0 w 12190966"/>
              <a:gd name="csY3" fmla="*/ 506467 h 904928"/>
              <a:gd name="csX4" fmla="*/ 7207547 w 12190966"/>
              <a:gd name="csY4" fmla="*/ 506467 h 904928"/>
              <a:gd name="csX5" fmla="*/ 7216729 w 12190966"/>
              <a:gd name="csY5" fmla="*/ 551949 h 904928"/>
              <a:gd name="csX6" fmla="*/ 7423531 w 12190966"/>
              <a:gd name="csY6" fmla="*/ 689026 h 904928"/>
              <a:gd name="csX7" fmla="*/ 11384950 w 12190966"/>
              <a:gd name="csY7" fmla="*/ 689026 h 904928"/>
              <a:gd name="csX8" fmla="*/ 11591753 w 12190966"/>
              <a:gd name="csY8" fmla="*/ 551949 h 904928"/>
              <a:gd name="csX9" fmla="*/ 11600935 w 12190966"/>
              <a:gd name="csY9" fmla="*/ 506467 h 904928"/>
              <a:gd name="csX10" fmla="*/ 11675277 w 12190966"/>
              <a:gd name="csY10" fmla="*/ 506467 h 904928"/>
              <a:gd name="csX11" fmla="*/ 12181502 w 12190966"/>
              <a:gd name="csY11" fmla="*/ 93882 h 9049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2190966" h="904928">
                <a:moveTo>
                  <a:pt x="12190966" y="0"/>
                </a:moveTo>
                <a:lnTo>
                  <a:pt x="12190966" y="904928"/>
                </a:lnTo>
                <a:lnTo>
                  <a:pt x="0" y="904928"/>
                </a:lnTo>
                <a:lnTo>
                  <a:pt x="0" y="506467"/>
                </a:lnTo>
                <a:lnTo>
                  <a:pt x="7207547" y="506467"/>
                </a:lnTo>
                <a:lnTo>
                  <a:pt x="7216729" y="551949"/>
                </a:lnTo>
                <a:cubicBezTo>
                  <a:pt x="7250801" y="632503"/>
                  <a:pt x="7330565" y="689026"/>
                  <a:pt x="7423531" y="689026"/>
                </a:cubicBezTo>
                <a:lnTo>
                  <a:pt x="11384950" y="689026"/>
                </a:lnTo>
                <a:cubicBezTo>
                  <a:pt x="11477916" y="689026"/>
                  <a:pt x="11557681" y="632503"/>
                  <a:pt x="11591753" y="551949"/>
                </a:cubicBezTo>
                <a:lnTo>
                  <a:pt x="11600935" y="506467"/>
                </a:lnTo>
                <a:lnTo>
                  <a:pt x="11675277" y="506467"/>
                </a:lnTo>
                <a:cubicBezTo>
                  <a:pt x="11924983" y="506467"/>
                  <a:pt x="12133319" y="329344"/>
                  <a:pt x="12181502" y="93882"/>
                </a:cubicBez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73476A-D6E6-3A6A-99F7-0494A2F6D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6168137" cy="5539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5">
            <a:extLst>
              <a:ext uri="{FF2B5EF4-FFF2-40B4-BE49-F238E27FC236}">
                <a16:creationId xmlns:a16="http://schemas.microsoft.com/office/drawing/2014/main" id="{1D66238B-808B-6B5B-98B8-2F03FE9460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32340" y="1509442"/>
            <a:ext cx="5387339" cy="24622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>
              <a:buNone/>
              <a:defRPr lang="en-US" sz="1600" b="0" cap="none" spc="0" dirty="0">
                <a:ln w="3175">
                  <a:noFill/>
                </a:ln>
                <a:solidFill>
                  <a:schemeClr val="bg1"/>
                </a:solidFill>
                <a:effectLst/>
                <a:latin typeface="+mj-lt"/>
              </a:defRPr>
            </a:lvl1pPr>
          </a:lstStyle>
          <a:p>
            <a:pPr marL="57150" lvl="0" indent="-285750">
              <a:spcBef>
                <a:spcPct val="0"/>
              </a:spcBef>
            </a:pPr>
            <a:r>
              <a:rPr lang="en-US"/>
              <a:t>Click to add text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F067CBFC-6C92-6470-8044-2C3C3972912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32340" y="1895144"/>
            <a:ext cx="5387339" cy="73255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0" name="Text Placeholder 35">
            <a:extLst>
              <a:ext uri="{FF2B5EF4-FFF2-40B4-BE49-F238E27FC236}">
                <a16:creationId xmlns:a16="http://schemas.microsoft.com/office/drawing/2014/main" id="{DF40F0B4-7937-EF27-244E-ACCE510A515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32340" y="2907015"/>
            <a:ext cx="5387339" cy="24622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>
              <a:buNone/>
              <a:defRPr lang="en-US" sz="1600" b="0" cap="none" spc="0">
                <a:ln w="3175">
                  <a:noFill/>
                </a:ln>
                <a:solidFill>
                  <a:schemeClr val="bg1"/>
                </a:solidFill>
                <a:effectLst/>
                <a:latin typeface="+mj-lt"/>
              </a:defRPr>
            </a:lvl1pPr>
          </a:lstStyle>
          <a:p>
            <a:pPr marL="57150" lvl="0" indent="-285750">
              <a:spcBef>
                <a:spcPct val="0"/>
              </a:spcBef>
            </a:pPr>
            <a:r>
              <a:rPr lang="en-US"/>
              <a:t>Click to add text</a:t>
            </a:r>
          </a:p>
        </p:txBody>
      </p:sp>
      <p:sp>
        <p:nvSpPr>
          <p:cNvPr id="11" name="Text Placeholder 35">
            <a:extLst>
              <a:ext uri="{FF2B5EF4-FFF2-40B4-BE49-F238E27FC236}">
                <a16:creationId xmlns:a16="http://schemas.microsoft.com/office/drawing/2014/main" id="{F13C9FBC-B5C6-EBA9-9725-ED6643208B6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32340" y="3292717"/>
            <a:ext cx="5387339" cy="73255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2" name="Text Placeholder 35">
            <a:extLst>
              <a:ext uri="{FF2B5EF4-FFF2-40B4-BE49-F238E27FC236}">
                <a16:creationId xmlns:a16="http://schemas.microsoft.com/office/drawing/2014/main" id="{69725280-BF9D-CD50-E08C-6EF4E7FA453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4641" y="4468158"/>
            <a:ext cx="2769840" cy="24622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>
              <a:buNone/>
              <a:defRPr lang="en-US" sz="1600" b="0" cap="none" spc="0">
                <a:ln w="3175">
                  <a:noFill/>
                </a:ln>
                <a:solidFill>
                  <a:schemeClr val="bg1"/>
                </a:solidFill>
                <a:effectLst/>
                <a:latin typeface="+mj-lt"/>
              </a:defRPr>
            </a:lvl1pPr>
          </a:lstStyle>
          <a:p>
            <a:pPr marL="57150" lvl="0" indent="-285750">
              <a:spcBef>
                <a:spcPct val="0"/>
              </a:spcBef>
            </a:pPr>
            <a:r>
              <a:rPr lang="en-US"/>
              <a:t>Click to add text</a:t>
            </a:r>
          </a:p>
        </p:txBody>
      </p:sp>
      <p:sp>
        <p:nvSpPr>
          <p:cNvPr id="13" name="Text Placeholder 35">
            <a:extLst>
              <a:ext uri="{FF2B5EF4-FFF2-40B4-BE49-F238E27FC236}">
                <a16:creationId xmlns:a16="http://schemas.microsoft.com/office/drawing/2014/main" id="{58A66DFE-B9FF-88E7-912D-B5E8E1634FE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4641" y="4853859"/>
            <a:ext cx="2769840" cy="122362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4" name="Text Placeholder 35">
            <a:extLst>
              <a:ext uri="{FF2B5EF4-FFF2-40B4-BE49-F238E27FC236}">
                <a16:creationId xmlns:a16="http://schemas.microsoft.com/office/drawing/2014/main" id="{8F792DAC-67BE-108A-51EF-F9E44380E09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66301" y="4468158"/>
            <a:ext cx="2769840" cy="24622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>
              <a:buNone/>
              <a:defRPr lang="en-US" sz="1600" b="0" cap="none" spc="0">
                <a:ln w="3175">
                  <a:noFill/>
                </a:ln>
                <a:solidFill>
                  <a:schemeClr val="bg1"/>
                </a:solidFill>
                <a:effectLst/>
                <a:latin typeface="+mj-lt"/>
              </a:defRPr>
            </a:lvl1pPr>
          </a:lstStyle>
          <a:p>
            <a:pPr marL="57150" lvl="0" indent="-285750">
              <a:spcBef>
                <a:spcPct val="0"/>
              </a:spcBef>
            </a:pPr>
            <a:r>
              <a:rPr lang="en-US"/>
              <a:t>Click to add text</a:t>
            </a:r>
          </a:p>
        </p:txBody>
      </p:sp>
      <p:sp>
        <p:nvSpPr>
          <p:cNvPr id="15" name="Text Placeholder 35">
            <a:extLst>
              <a:ext uri="{FF2B5EF4-FFF2-40B4-BE49-F238E27FC236}">
                <a16:creationId xmlns:a16="http://schemas.microsoft.com/office/drawing/2014/main" id="{0B7A4D10-6BA5-FC2B-EA95-09D04D56332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966301" y="4853859"/>
            <a:ext cx="2769840" cy="122362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6" name="Picture Placeholder 58" descr="Picture">
            <a:extLst>
              <a:ext uri="{FF2B5EF4-FFF2-40B4-BE49-F238E27FC236}">
                <a16:creationId xmlns:a16="http://schemas.microsoft.com/office/drawing/2014/main" id="{390A6AE7-B2CB-4169-C706-B32E0FBFE60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199091" y="215899"/>
            <a:ext cx="4410299" cy="6426199"/>
          </a:xfrm>
          <a:prstGeom prst="roundRect">
            <a:avLst>
              <a:gd name="adj" fmla="val 5089"/>
            </a:avLst>
          </a:prstGeom>
          <a:solidFill>
            <a:schemeClr val="bg1">
              <a:alpha val="40000"/>
            </a:schemeClr>
          </a:solid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1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256604"/>
      </p:ext>
    </p:extLst>
  </p:cSld>
  <p:clrMapOvr>
    <a:masterClrMapping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slide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11434E94-64CD-60E8-E9BB-166E9619C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F1A2AF9-F809-05E0-2EF7-EF53B8FC0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3AF1BFB-C4EA-B987-A8E5-DC229CC70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1663700"/>
            <a:ext cx="12192000" cy="3975100"/>
          </a:xfrm>
          <a:prstGeom prst="rect">
            <a:avLst/>
          </a:prstGeom>
          <a:solidFill>
            <a:srgbClr val="28647C"/>
          </a:solidFill>
          <a:ln>
            <a:noFill/>
          </a:ln>
          <a:effectLst>
            <a:outerShdw blurRad="4445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indent="0" algn="ctr">
              <a:buFont typeface="Arial" panose="020B0604020202020204" pitchFamily="34" charset="0"/>
              <a:buNone/>
            </a:pPr>
            <a:endParaRPr lang="en-US" err="1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133B3D-AE2C-52CE-FB37-19A2DE620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5">
            <a:extLst>
              <a:ext uri="{FF2B5EF4-FFF2-40B4-BE49-F238E27FC236}">
                <a16:creationId xmlns:a16="http://schemas.microsoft.com/office/drawing/2014/main" id="{8B28DA8B-3676-496D-F012-4F910FE51A7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29360" y="2143341"/>
            <a:ext cx="2668040" cy="238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Date/Heading</a:t>
            </a:r>
          </a:p>
        </p:txBody>
      </p:sp>
      <p:sp>
        <p:nvSpPr>
          <p:cNvPr id="5" name="Text Placeholder 35">
            <a:extLst>
              <a:ext uri="{FF2B5EF4-FFF2-40B4-BE49-F238E27FC236}">
                <a16:creationId xmlns:a16="http://schemas.microsoft.com/office/drawing/2014/main" id="{8E694B22-AE63-7CA6-2925-DD6EC5083C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29360" y="2466318"/>
            <a:ext cx="2668037" cy="7248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6" name="Text Placeholder 35">
            <a:extLst>
              <a:ext uri="{FF2B5EF4-FFF2-40B4-BE49-F238E27FC236}">
                <a16:creationId xmlns:a16="http://schemas.microsoft.com/office/drawing/2014/main" id="{0C893ED8-786F-CF3D-C4E5-A2A2ABC56B3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92907" y="2143341"/>
            <a:ext cx="2668040" cy="238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Date/Heading</a:t>
            </a:r>
          </a:p>
        </p:txBody>
      </p:sp>
      <p:sp>
        <p:nvSpPr>
          <p:cNvPr id="7" name="Text Placeholder 35">
            <a:extLst>
              <a:ext uri="{FF2B5EF4-FFF2-40B4-BE49-F238E27FC236}">
                <a16:creationId xmlns:a16="http://schemas.microsoft.com/office/drawing/2014/main" id="{72A6C3B6-530E-7EAB-EDE5-B0CD7B488AD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692907" y="2466318"/>
            <a:ext cx="2668037" cy="7248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8" name="Text Placeholder 35">
            <a:extLst>
              <a:ext uri="{FF2B5EF4-FFF2-40B4-BE49-F238E27FC236}">
                <a16:creationId xmlns:a16="http://schemas.microsoft.com/office/drawing/2014/main" id="{106A8FBB-EC08-5A04-DB58-6D4B9439151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56454" y="2143341"/>
            <a:ext cx="2668040" cy="238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Date/Heading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6C8554BC-6E63-DBBE-A10D-4810ADE3C2B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56454" y="2466318"/>
            <a:ext cx="2668037" cy="7248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0" name="Text Placeholder 35">
            <a:extLst>
              <a:ext uri="{FF2B5EF4-FFF2-40B4-BE49-F238E27FC236}">
                <a16:creationId xmlns:a16="http://schemas.microsoft.com/office/drawing/2014/main" id="{CA969DC2-A955-7D3E-109F-ACD89151D4D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018508" y="3830449"/>
            <a:ext cx="2668040" cy="238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Date/Heading</a:t>
            </a:r>
          </a:p>
        </p:txBody>
      </p:sp>
      <p:sp>
        <p:nvSpPr>
          <p:cNvPr id="11" name="Text Placeholder 35">
            <a:extLst>
              <a:ext uri="{FF2B5EF4-FFF2-40B4-BE49-F238E27FC236}">
                <a16:creationId xmlns:a16="http://schemas.microsoft.com/office/drawing/2014/main" id="{7564B06C-E923-89CD-80EB-69EA0BA1E24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018508" y="4153425"/>
            <a:ext cx="2668037" cy="11548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2" name="Text Placeholder 35">
            <a:extLst>
              <a:ext uri="{FF2B5EF4-FFF2-40B4-BE49-F238E27FC236}">
                <a16:creationId xmlns:a16="http://schemas.microsoft.com/office/drawing/2014/main" id="{56D81F2B-0F66-9DC8-2E71-70F30DF12A7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82055" y="3830449"/>
            <a:ext cx="2668040" cy="238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Date/Heading</a:t>
            </a:r>
          </a:p>
        </p:txBody>
      </p:sp>
      <p:sp>
        <p:nvSpPr>
          <p:cNvPr id="13" name="Text Placeholder 35">
            <a:extLst>
              <a:ext uri="{FF2B5EF4-FFF2-40B4-BE49-F238E27FC236}">
                <a16:creationId xmlns:a16="http://schemas.microsoft.com/office/drawing/2014/main" id="{5769CCB9-5342-C503-AF98-160B4190509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482055" y="4153425"/>
            <a:ext cx="2668037" cy="11548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4" name="Text Placeholder 35">
            <a:extLst>
              <a:ext uri="{FF2B5EF4-FFF2-40B4-BE49-F238E27FC236}">
                <a16:creationId xmlns:a16="http://schemas.microsoft.com/office/drawing/2014/main" id="{BA900841-37FD-56AC-F067-1EACB321362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945603" y="3830449"/>
            <a:ext cx="1827298" cy="238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Date/Heading</a:t>
            </a:r>
          </a:p>
        </p:txBody>
      </p:sp>
      <p:sp>
        <p:nvSpPr>
          <p:cNvPr id="15" name="Text Placeholder 35">
            <a:extLst>
              <a:ext uri="{FF2B5EF4-FFF2-40B4-BE49-F238E27FC236}">
                <a16:creationId xmlns:a16="http://schemas.microsoft.com/office/drawing/2014/main" id="{540110EE-5E44-5159-1F74-0FCCB83EBBD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945604" y="4153425"/>
            <a:ext cx="1827296" cy="11548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002352337"/>
      </p:ext>
    </p:extLst>
  </p:cSld>
  <p:clrMapOvr>
    <a:masterClrMapping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venn diagram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BE316A-1EB3-8653-0FEE-9CCD6232C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0D01915-2972-1A44-B38B-F861A235B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 flipV="1">
            <a:off x="0" y="1436688"/>
            <a:ext cx="7467600" cy="5421312"/>
          </a:xfrm>
          <a:custGeom>
            <a:avLst/>
            <a:gdLst>
              <a:gd name="csX0" fmla="*/ 0 w 7467600"/>
              <a:gd name="csY0" fmla="*/ 5421312 h 5421312"/>
              <a:gd name="csX1" fmla="*/ 7008523 w 7467600"/>
              <a:gd name="csY1" fmla="*/ 5421312 h 5421312"/>
              <a:gd name="csX2" fmla="*/ 7467600 w 7467600"/>
              <a:gd name="csY2" fmla="*/ 4962235 h 5421312"/>
              <a:gd name="csX3" fmla="*/ 7467600 w 7467600"/>
              <a:gd name="csY3" fmla="*/ 0 h 5421312"/>
              <a:gd name="csX4" fmla="*/ 914400 w 7467600"/>
              <a:gd name="csY4" fmla="*/ 0 h 5421312"/>
              <a:gd name="csX5" fmla="*/ 459077 w 7467600"/>
              <a:gd name="csY5" fmla="*/ 0 h 5421312"/>
              <a:gd name="csX6" fmla="*/ 0 w 7467600"/>
              <a:gd name="csY6" fmla="*/ 0 h 5421312"/>
              <a:gd name="csX7" fmla="*/ 0 w 7467600"/>
              <a:gd name="csY7" fmla="*/ 459077 h 5421312"/>
              <a:gd name="csX8" fmla="*/ 0 w 7467600"/>
              <a:gd name="csY8" fmla="*/ 914400 h 54213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7467600" h="5421312">
                <a:moveTo>
                  <a:pt x="0" y="5421312"/>
                </a:moveTo>
                <a:lnTo>
                  <a:pt x="7008523" y="5421312"/>
                </a:lnTo>
                <a:cubicBezTo>
                  <a:pt x="7262064" y="5421312"/>
                  <a:pt x="7467600" y="5215776"/>
                  <a:pt x="7467600" y="4962235"/>
                </a:cubicBezTo>
                <a:lnTo>
                  <a:pt x="7467600" y="0"/>
                </a:lnTo>
                <a:lnTo>
                  <a:pt x="914400" y="0"/>
                </a:lnTo>
                <a:lnTo>
                  <a:pt x="459077" y="0"/>
                </a:lnTo>
                <a:lnTo>
                  <a:pt x="0" y="0"/>
                </a:lnTo>
                <a:lnTo>
                  <a:pt x="0" y="459077"/>
                </a:lnTo>
                <a:lnTo>
                  <a:pt x="0" y="914400"/>
                </a:lnTo>
                <a:close/>
              </a:path>
            </a:pathLst>
          </a:cu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D2902D-0B78-DE30-8935-236FA4103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5">
            <a:extLst>
              <a:ext uri="{FF2B5EF4-FFF2-40B4-BE49-F238E27FC236}">
                <a16:creationId xmlns:a16="http://schemas.microsoft.com/office/drawing/2014/main" id="{BC560371-4DD9-9932-D2C5-FDE5411CF39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27999" y="1352010"/>
            <a:ext cx="3478787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>
              <a:spcAft>
                <a:spcPts val="0"/>
              </a:spcAft>
              <a:buNone/>
              <a:defRPr lang="en-US" sz="3600" b="0" kern="1200" cap="none" spc="0" baseline="0" dirty="0">
                <a:ln w="3175">
                  <a:noFill/>
                </a:ln>
                <a:solidFill>
                  <a:schemeClr val="bg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342900" lvl="0" indent="-571500">
              <a:spcBef>
                <a:spcPct val="0"/>
              </a:spcBef>
            </a:pPr>
            <a:r>
              <a:rPr lang="en-US"/>
              <a:t>01</a:t>
            </a:r>
          </a:p>
        </p:txBody>
      </p:sp>
      <p:sp>
        <p:nvSpPr>
          <p:cNvPr id="5" name="Text Placeholder 35">
            <a:extLst>
              <a:ext uri="{FF2B5EF4-FFF2-40B4-BE49-F238E27FC236}">
                <a16:creationId xmlns:a16="http://schemas.microsoft.com/office/drawing/2014/main" id="{12407A43-EC91-CB9C-AD6A-05541D19FCD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27999" y="1949738"/>
            <a:ext cx="3478787" cy="238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Aft>
                <a:spcPts val="0"/>
              </a:spcAft>
              <a:buNone/>
              <a:defRPr kumimoji="0" lang="en-US" sz="1600" b="0" i="0" u="none" strike="noStrike" cap="none" spc="0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heading</a:t>
            </a:r>
          </a:p>
        </p:txBody>
      </p:sp>
      <p:sp>
        <p:nvSpPr>
          <p:cNvPr id="6" name="Text Placeholder 35">
            <a:extLst>
              <a:ext uri="{FF2B5EF4-FFF2-40B4-BE49-F238E27FC236}">
                <a16:creationId xmlns:a16="http://schemas.microsoft.com/office/drawing/2014/main" id="{FA57E2A9-1234-238C-CAA3-001310FC85B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7999" y="2277208"/>
            <a:ext cx="3478783" cy="7248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en-US" sz="1400" b="0" i="0" u="none" strike="noStrike" cap="none" spc="0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7" name="Text Placeholder 35">
            <a:extLst>
              <a:ext uri="{FF2B5EF4-FFF2-40B4-BE49-F238E27FC236}">
                <a16:creationId xmlns:a16="http://schemas.microsoft.com/office/drawing/2014/main" id="{D39B4A2E-5B4C-69F4-9DBA-14AA839355A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27999" y="3072485"/>
            <a:ext cx="3478787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>
              <a:spcAft>
                <a:spcPts val="0"/>
              </a:spcAft>
              <a:buNone/>
              <a:defRPr lang="en-US" sz="3600" b="0" kern="1200" cap="none" spc="0" baseline="0" dirty="0">
                <a:ln w="3175">
                  <a:noFill/>
                </a:ln>
                <a:solidFill>
                  <a:schemeClr val="bg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342900" lvl="0" indent="-571500">
              <a:spcBef>
                <a:spcPct val="0"/>
              </a:spcBef>
            </a:pPr>
            <a:r>
              <a:rPr lang="en-US"/>
              <a:t>02</a:t>
            </a:r>
          </a:p>
        </p:txBody>
      </p:sp>
      <p:sp>
        <p:nvSpPr>
          <p:cNvPr id="8" name="Text Placeholder 35">
            <a:extLst>
              <a:ext uri="{FF2B5EF4-FFF2-40B4-BE49-F238E27FC236}">
                <a16:creationId xmlns:a16="http://schemas.microsoft.com/office/drawing/2014/main" id="{53710538-440C-A774-7DB0-3F48472F7DA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27999" y="3670213"/>
            <a:ext cx="3478787" cy="238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Aft>
                <a:spcPts val="0"/>
              </a:spcAft>
              <a:buNone/>
              <a:defRPr kumimoji="0" lang="en-US" sz="1600" b="0" i="0" u="none" strike="noStrike" cap="none" spc="0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heading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BE958670-8C19-97BF-16DC-870BD93A44E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27999" y="3997683"/>
            <a:ext cx="3478783" cy="7248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en-US" sz="1400" b="0" i="0" u="none" strike="noStrike" cap="none" spc="0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0" name="Text Placeholder 35">
            <a:extLst>
              <a:ext uri="{FF2B5EF4-FFF2-40B4-BE49-F238E27FC236}">
                <a16:creationId xmlns:a16="http://schemas.microsoft.com/office/drawing/2014/main" id="{55524A7E-B999-748B-A0D2-6D90F4D9453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27999" y="4797025"/>
            <a:ext cx="3478787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>
              <a:spcAft>
                <a:spcPts val="0"/>
              </a:spcAft>
              <a:buNone/>
              <a:defRPr lang="en-US" sz="3600" b="0" kern="1200" cap="none" spc="0" baseline="0">
                <a:ln w="3175">
                  <a:noFill/>
                </a:ln>
                <a:solidFill>
                  <a:schemeClr val="bg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342900" lvl="0" indent="-571500">
              <a:spcBef>
                <a:spcPct val="0"/>
              </a:spcBef>
            </a:pPr>
            <a:r>
              <a:rPr lang="en-US"/>
              <a:t>03</a:t>
            </a:r>
          </a:p>
        </p:txBody>
      </p:sp>
      <p:sp>
        <p:nvSpPr>
          <p:cNvPr id="11" name="Text Placeholder 35">
            <a:extLst>
              <a:ext uri="{FF2B5EF4-FFF2-40B4-BE49-F238E27FC236}">
                <a16:creationId xmlns:a16="http://schemas.microsoft.com/office/drawing/2014/main" id="{7A0C0703-7BDC-FCA4-F5A6-457854EAC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27999" y="5394753"/>
            <a:ext cx="3478787" cy="238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Aft>
                <a:spcPts val="0"/>
              </a:spcAft>
              <a:buNone/>
              <a:defRPr kumimoji="0" lang="en-US" sz="1600" b="0" i="0" u="none" strike="noStrike" cap="none" spc="0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heading</a:t>
            </a:r>
          </a:p>
        </p:txBody>
      </p:sp>
      <p:sp>
        <p:nvSpPr>
          <p:cNvPr id="12" name="Text Placeholder 35">
            <a:extLst>
              <a:ext uri="{FF2B5EF4-FFF2-40B4-BE49-F238E27FC236}">
                <a16:creationId xmlns:a16="http://schemas.microsoft.com/office/drawing/2014/main" id="{F72179B1-5BF6-60B8-6AE6-CE19ABCA5CF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27999" y="5722223"/>
            <a:ext cx="3478783" cy="7248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en-US" sz="1400" b="0" i="0" u="none" strike="noStrike" cap="none" spc="0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283439007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yramid slide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00CD2F-B674-0B37-A417-8E6FEE8112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EECE768-9CBC-8AD8-5255-F43241737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723086" y="196648"/>
            <a:ext cx="3276017" cy="1246250"/>
          </a:xfrm>
          <a:prstGeom prst="rect">
            <a:avLst/>
          </a:prstGeom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81E8EFB-5107-9B31-2505-C200BD082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1436688"/>
            <a:ext cx="12192000" cy="4646612"/>
          </a:xfrm>
          <a:custGeom>
            <a:avLst/>
            <a:gdLst>
              <a:gd name="csX0" fmla="*/ 0 w 12192000"/>
              <a:gd name="csY0" fmla="*/ 0 h 4646612"/>
              <a:gd name="csX1" fmla="*/ 12192000 w 12192000"/>
              <a:gd name="csY1" fmla="*/ 0 h 4646612"/>
              <a:gd name="csX2" fmla="*/ 12192000 w 12192000"/>
              <a:gd name="csY2" fmla="*/ 4646612 h 4646612"/>
              <a:gd name="csX3" fmla="*/ 0 w 12192000"/>
              <a:gd name="csY3" fmla="*/ 4646612 h 46466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4646612">
                <a:moveTo>
                  <a:pt x="0" y="0"/>
                </a:moveTo>
                <a:lnTo>
                  <a:pt x="12192000" y="0"/>
                </a:lnTo>
                <a:lnTo>
                  <a:pt x="12192000" y="4646612"/>
                </a:lnTo>
                <a:lnTo>
                  <a:pt x="0" y="4646612"/>
                </a:lnTo>
                <a:close/>
              </a:path>
            </a:pathLst>
          </a:cu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C26B0A-82D3-C4BB-A233-E38A5B1A2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8699706"/>
      </p:ext>
    </p:extLst>
  </p:cSld>
  <p:clrMapOvr>
    <a:masterClrMapping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D91B49-6D97-7604-79BD-4C8B46C65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sp>
        <p:nvSpPr>
          <p:cNvPr id="13" name="Rectangle: Single Corner Rounded 12">
            <a:extLst>
              <a:ext uri="{FF2B5EF4-FFF2-40B4-BE49-F238E27FC236}">
                <a16:creationId xmlns:a16="http://schemas.microsoft.com/office/drawing/2014/main" id="{BC1C916E-8DFE-52BC-93D3-300ADEB77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1436688"/>
            <a:ext cx="5740400" cy="5113533"/>
          </a:xfrm>
          <a:prstGeom prst="round1Rect">
            <a:avLst>
              <a:gd name="adj" fmla="val 8551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bg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3DC70D0-355A-D324-2968-8D78058A2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8263" y="1436688"/>
            <a:ext cx="290512" cy="0"/>
          </a:xfrm>
          <a:prstGeom prst="line">
            <a:avLst/>
          </a:prstGeom>
          <a:ln w="38100" cap="rnd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41F3E90-D574-849D-1CD7-8F34C2001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42050" y="1436688"/>
            <a:ext cx="290512" cy="0"/>
          </a:xfrm>
          <a:prstGeom prst="line">
            <a:avLst/>
          </a:prstGeom>
          <a:ln w="38100" cap="rnd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66A9520B-0B3A-F650-5E91-EA73BDF4DA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6550221"/>
            <a:ext cx="12192000" cy="307779"/>
          </a:xfrm>
          <a:custGeom>
            <a:avLst/>
            <a:gdLst>
              <a:gd name="csX0" fmla="*/ 0 w 12192000"/>
              <a:gd name="csY0" fmla="*/ 0 h 307779"/>
              <a:gd name="csX1" fmla="*/ 12192000 w 12192000"/>
              <a:gd name="csY1" fmla="*/ 0 h 307779"/>
              <a:gd name="csX2" fmla="*/ 12192000 w 12192000"/>
              <a:gd name="csY2" fmla="*/ 307779 h 307779"/>
              <a:gd name="csX3" fmla="*/ 0 w 12192000"/>
              <a:gd name="csY3" fmla="*/ 307779 h 3077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307779">
                <a:moveTo>
                  <a:pt x="0" y="0"/>
                </a:moveTo>
                <a:lnTo>
                  <a:pt x="12192000" y="0"/>
                </a:lnTo>
                <a:lnTo>
                  <a:pt x="12192000" y="307779"/>
                </a:lnTo>
                <a:lnTo>
                  <a:pt x="0" y="307779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A878FB-1A7D-DA20-3A6E-E9365C03C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35">
            <a:extLst>
              <a:ext uri="{FF2B5EF4-FFF2-40B4-BE49-F238E27FC236}">
                <a16:creationId xmlns:a16="http://schemas.microsoft.com/office/drawing/2014/main" id="{C51F7A77-00C7-E6B6-42C4-B5742373B6C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88263" y="1789499"/>
            <a:ext cx="4710812" cy="421002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en-US" sz="1800" b="0" i="0" u="none" strike="noStrike" cap="none" spc="0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8" name="Text Placeholder 35">
            <a:extLst>
              <a:ext uri="{FF2B5EF4-FFF2-40B4-BE49-F238E27FC236}">
                <a16:creationId xmlns:a16="http://schemas.microsoft.com/office/drawing/2014/main" id="{63E659AD-8C27-9D26-AE75-BB9E5BD7E5F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42050" y="1709268"/>
            <a:ext cx="5361686" cy="3077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>
              <a:spcAft>
                <a:spcPts val="0"/>
              </a:spcAft>
              <a:buNone/>
              <a:defRPr lang="en-US" sz="2000" b="0" cap="none" spc="0" dirty="0">
                <a:ln w="3175">
                  <a:noFill/>
                </a:ln>
                <a:solidFill>
                  <a:schemeClr val="bg1"/>
                </a:solidFill>
                <a:effectLst/>
                <a:latin typeface="+mj-lt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US"/>
              <a:t>Click to add text</a:t>
            </a:r>
          </a:p>
        </p:txBody>
      </p:sp>
      <p:sp>
        <p:nvSpPr>
          <p:cNvPr id="19" name="Text Placeholder 35">
            <a:extLst>
              <a:ext uri="{FF2B5EF4-FFF2-40B4-BE49-F238E27FC236}">
                <a16:creationId xmlns:a16="http://schemas.microsoft.com/office/drawing/2014/main" id="{ADA9B4B3-2C39-79D6-01ED-D5E517C75E9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42049" y="2158477"/>
            <a:ext cx="5361685" cy="1477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en-US" sz="1600" b="0" i="0" u="none" strike="noStrike" cap="none" spc="0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0" name="Text Placeholder 35">
            <a:extLst>
              <a:ext uri="{FF2B5EF4-FFF2-40B4-BE49-F238E27FC236}">
                <a16:creationId xmlns:a16="http://schemas.microsoft.com/office/drawing/2014/main" id="{3A7F90D8-8BFE-9B6F-B2CE-4A48694E22E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42050" y="4049818"/>
            <a:ext cx="5361686" cy="3077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>
              <a:spcAft>
                <a:spcPts val="0"/>
              </a:spcAft>
              <a:buNone/>
              <a:defRPr lang="en-US" sz="2000" b="0" cap="none" spc="0">
                <a:ln w="3175">
                  <a:noFill/>
                </a:ln>
                <a:solidFill>
                  <a:schemeClr val="bg1"/>
                </a:solidFill>
                <a:effectLst/>
                <a:latin typeface="+mj-lt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US"/>
              <a:t>Click to add text</a:t>
            </a:r>
          </a:p>
        </p:txBody>
      </p:sp>
      <p:sp>
        <p:nvSpPr>
          <p:cNvPr id="21" name="Text Placeholder 35">
            <a:extLst>
              <a:ext uri="{FF2B5EF4-FFF2-40B4-BE49-F238E27FC236}">
                <a16:creationId xmlns:a16="http://schemas.microsoft.com/office/drawing/2014/main" id="{2B78A1E3-6CA8-C19D-5E10-B9AD37C542F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42049" y="4499027"/>
            <a:ext cx="5361685" cy="1477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en-US" sz="1600" b="0" i="0" u="none" strike="noStrike" cap="none" spc="0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555729161"/>
      </p:ext>
    </p:extLst>
  </p:cSld>
  <p:clrMapOvr>
    <a:masterClrMapping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 with title slide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7EAF348-1E29-2E05-8EAD-37D2A5B3A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12192000" cy="2509728"/>
          </a:xfrm>
          <a:prstGeom prst="rect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4F6B26-12E6-BE22-1428-2395D540F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471D240-02FD-BD3D-0E95-2834B5F1C9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26" r="26"/>
          <a:stretch/>
        </p:blipFill>
        <p:spPr>
          <a:xfrm>
            <a:off x="0" y="2509728"/>
            <a:ext cx="12190730" cy="4348271"/>
          </a:xfrm>
          <a:custGeom>
            <a:avLst/>
            <a:gdLst>
              <a:gd name="csX0" fmla="*/ 0 w 12192000"/>
              <a:gd name="csY0" fmla="*/ 0 h 3477157"/>
              <a:gd name="csX1" fmla="*/ 12192000 w 12192000"/>
              <a:gd name="csY1" fmla="*/ 0 h 3477157"/>
              <a:gd name="csX2" fmla="*/ 12192000 w 12192000"/>
              <a:gd name="csY2" fmla="*/ 3477157 h 3477157"/>
              <a:gd name="csX3" fmla="*/ 0 w 12192000"/>
              <a:gd name="csY3" fmla="*/ 3477157 h 3477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3477157">
                <a:moveTo>
                  <a:pt x="0" y="0"/>
                </a:moveTo>
                <a:lnTo>
                  <a:pt x="12192000" y="0"/>
                </a:lnTo>
                <a:lnTo>
                  <a:pt x="12192000" y="3477157"/>
                </a:lnTo>
                <a:lnTo>
                  <a:pt x="0" y="3477157"/>
                </a:lnTo>
                <a:close/>
              </a:path>
            </a:pathLst>
          </a:cu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EF0C861-6B30-AFA6-C183-A3059B272A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2509728"/>
            <a:ext cx="12204700" cy="96310"/>
          </a:xfrm>
          <a:prstGeom prst="rect">
            <a:avLst/>
          </a:prstGeom>
          <a:solidFill>
            <a:schemeClr val="accent1"/>
          </a:solidFill>
          <a:ln w="3175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cs typeface="Segoe UI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D16B150-1B6A-9740-C486-916DFE572E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18160" y="1328644"/>
            <a:ext cx="2445512" cy="2445512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err="1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7A806A1-1FF4-B4D4-B201-0A0C1FCD5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3421210" y="1328644"/>
            <a:ext cx="2445512" cy="2445512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err="1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A70B1E5-37E7-19B9-533C-4AC651D3F6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6324260" y="1328644"/>
            <a:ext cx="2445512" cy="2445512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err="1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5F800AE-ED35-5985-4184-411D9FA1B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9227311" y="1328644"/>
            <a:ext cx="2445512" cy="2445512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err="1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61148B4-4BFC-A5D4-0277-99159F9DE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Picture Placeholder 58" descr="Picture">
            <a:extLst>
              <a:ext uri="{FF2B5EF4-FFF2-40B4-BE49-F238E27FC236}">
                <a16:creationId xmlns:a16="http://schemas.microsoft.com/office/drawing/2014/main" id="{262E2B76-CBD6-A77A-0D88-09F8419551B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7145" y="1407629"/>
            <a:ext cx="2287542" cy="2287542"/>
          </a:xfrm>
          <a:prstGeom prst="ellipse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IN" sz="2000" dirty="0"/>
            </a:lvl1pPr>
          </a:lstStyle>
          <a:p>
            <a:endParaRPr lang="en-IN"/>
          </a:p>
        </p:txBody>
      </p:sp>
      <p:sp>
        <p:nvSpPr>
          <p:cNvPr id="14" name="Text Placeholder 35">
            <a:extLst>
              <a:ext uri="{FF2B5EF4-FFF2-40B4-BE49-F238E27FC236}">
                <a16:creationId xmlns:a16="http://schemas.microsoft.com/office/drawing/2014/main" id="{81F9D583-51B2-F8C8-155C-2D26DED92FC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2613" y="4004637"/>
            <a:ext cx="2316608" cy="266808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5" name="Text Placeholder 35">
            <a:extLst>
              <a:ext uri="{FF2B5EF4-FFF2-40B4-BE49-F238E27FC236}">
                <a16:creationId xmlns:a16="http://schemas.microsoft.com/office/drawing/2014/main" id="{44AD4EED-D45F-9E4F-EF45-FAA7FCFE76F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82613" y="4373880"/>
            <a:ext cx="2316608" cy="189515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6" name="Picture Placeholder 58" descr="Picture">
            <a:extLst>
              <a:ext uri="{FF2B5EF4-FFF2-40B4-BE49-F238E27FC236}">
                <a16:creationId xmlns:a16="http://schemas.microsoft.com/office/drawing/2014/main" id="{EC9E6DFF-4C71-3DDE-9A2D-851F916EEA5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500195" y="1407629"/>
            <a:ext cx="2287542" cy="2287542"/>
          </a:xfrm>
          <a:prstGeom prst="ellipse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IN" sz="2000" dirty="0"/>
            </a:lvl1pPr>
          </a:lstStyle>
          <a:p>
            <a:endParaRPr lang="en-IN"/>
          </a:p>
        </p:txBody>
      </p:sp>
      <p:sp>
        <p:nvSpPr>
          <p:cNvPr id="17" name="Text Placeholder 35">
            <a:extLst>
              <a:ext uri="{FF2B5EF4-FFF2-40B4-BE49-F238E27FC236}">
                <a16:creationId xmlns:a16="http://schemas.microsoft.com/office/drawing/2014/main" id="{B7FA03C7-6334-5189-2180-8815D1695D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85662" y="4004637"/>
            <a:ext cx="2316608" cy="266808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8" name="Text Placeholder 35">
            <a:extLst>
              <a:ext uri="{FF2B5EF4-FFF2-40B4-BE49-F238E27FC236}">
                <a16:creationId xmlns:a16="http://schemas.microsoft.com/office/drawing/2014/main" id="{D4C8E617-B811-8D4B-3218-614F130465A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85662" y="4373880"/>
            <a:ext cx="2316608" cy="189515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9" name="Picture Placeholder 58" descr="Picture">
            <a:extLst>
              <a:ext uri="{FF2B5EF4-FFF2-40B4-BE49-F238E27FC236}">
                <a16:creationId xmlns:a16="http://schemas.microsoft.com/office/drawing/2014/main" id="{978A7010-7B8A-6A37-A6F8-747D308F131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03246" y="1408158"/>
            <a:ext cx="2287542" cy="2287542"/>
          </a:xfrm>
          <a:prstGeom prst="ellipse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IN" sz="2000" dirty="0"/>
            </a:lvl1pPr>
          </a:lstStyle>
          <a:p>
            <a:endParaRPr lang="en-IN"/>
          </a:p>
        </p:txBody>
      </p:sp>
      <p:sp>
        <p:nvSpPr>
          <p:cNvPr id="20" name="Text Placeholder 35">
            <a:extLst>
              <a:ext uri="{FF2B5EF4-FFF2-40B4-BE49-F238E27FC236}">
                <a16:creationId xmlns:a16="http://schemas.microsoft.com/office/drawing/2014/main" id="{B7A71F20-9914-C0B5-BD68-E4AE25FD323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88713" y="4004637"/>
            <a:ext cx="2316608" cy="266808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1" name="Text Placeholder 35">
            <a:extLst>
              <a:ext uri="{FF2B5EF4-FFF2-40B4-BE49-F238E27FC236}">
                <a16:creationId xmlns:a16="http://schemas.microsoft.com/office/drawing/2014/main" id="{650EEFD5-CC1A-69E6-CE99-ED628969554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88713" y="4373880"/>
            <a:ext cx="2316608" cy="189515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2" name="Picture Placeholder 58" descr="Picture">
            <a:extLst>
              <a:ext uri="{FF2B5EF4-FFF2-40B4-BE49-F238E27FC236}">
                <a16:creationId xmlns:a16="http://schemas.microsoft.com/office/drawing/2014/main" id="{D64B0E3F-2927-E9A1-A0AC-227CD02CB29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306296" y="1407629"/>
            <a:ext cx="2287542" cy="2287542"/>
          </a:xfrm>
          <a:prstGeom prst="ellipse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IN" sz="2000"/>
            </a:lvl1pPr>
          </a:lstStyle>
          <a:p>
            <a:endParaRPr lang="en-IN"/>
          </a:p>
        </p:txBody>
      </p:sp>
      <p:sp>
        <p:nvSpPr>
          <p:cNvPr id="23" name="Text Placeholder 35">
            <a:extLst>
              <a:ext uri="{FF2B5EF4-FFF2-40B4-BE49-F238E27FC236}">
                <a16:creationId xmlns:a16="http://schemas.microsoft.com/office/drawing/2014/main" id="{99FC0850-AF71-366F-9FFC-968F6790647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292780" y="4004637"/>
            <a:ext cx="2316608" cy="266808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4" name="Text Placeholder 35">
            <a:extLst>
              <a:ext uri="{FF2B5EF4-FFF2-40B4-BE49-F238E27FC236}">
                <a16:creationId xmlns:a16="http://schemas.microsoft.com/office/drawing/2014/main" id="{DE7A3585-4E41-CC67-402E-156EB645C1C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292780" y="4373880"/>
            <a:ext cx="2316608" cy="189515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262048467"/>
      </p:ext>
    </p:extLst>
  </p:cSld>
  <p:clrMapOvr>
    <a:masterClrMapping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Images with title slide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CD8457F-111B-BCF8-9702-D871772AE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12192000" cy="2489529"/>
          </a:xfrm>
          <a:prstGeom prst="rect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82FEDF-804C-81F9-A123-F85895D71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6" r="26"/>
          <a:stretch/>
        </p:blipFill>
        <p:spPr>
          <a:xfrm>
            <a:off x="0" y="2509728"/>
            <a:ext cx="12190730" cy="4348271"/>
          </a:xfrm>
          <a:custGeom>
            <a:avLst/>
            <a:gdLst>
              <a:gd name="csX0" fmla="*/ 0 w 12192000"/>
              <a:gd name="csY0" fmla="*/ 0 h 3477157"/>
              <a:gd name="csX1" fmla="*/ 12192000 w 12192000"/>
              <a:gd name="csY1" fmla="*/ 0 h 3477157"/>
              <a:gd name="csX2" fmla="*/ 12192000 w 12192000"/>
              <a:gd name="csY2" fmla="*/ 3477157 h 3477157"/>
              <a:gd name="csX3" fmla="*/ 0 w 12192000"/>
              <a:gd name="csY3" fmla="*/ 3477157 h 3477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3477157">
                <a:moveTo>
                  <a:pt x="0" y="0"/>
                </a:moveTo>
                <a:lnTo>
                  <a:pt x="12192000" y="0"/>
                </a:lnTo>
                <a:lnTo>
                  <a:pt x="12192000" y="3477157"/>
                </a:lnTo>
                <a:lnTo>
                  <a:pt x="0" y="3477157"/>
                </a:lnTo>
                <a:close/>
              </a:path>
            </a:pathLst>
          </a:cu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DEB1705-F71E-1DA6-25CC-6971DCE355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2489529"/>
            <a:ext cx="12204700" cy="96310"/>
          </a:xfrm>
          <a:prstGeom prst="rect">
            <a:avLst/>
          </a:prstGeom>
          <a:solidFill>
            <a:schemeClr val="accent1"/>
          </a:solidFill>
          <a:ln w="3175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cs typeface="Segoe UI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B93AECD-50AD-075B-BFCA-7DF914F6A1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AF18152E-18E0-EAC7-4087-77937818F2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469676" y="1463040"/>
            <a:ext cx="2176720" cy="2176720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E9D1F35-7A51-7F84-F897-BA3930C92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2741205" y="1463040"/>
            <a:ext cx="2176720" cy="2176720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F07CFFD-CA80-AA89-43BC-69236B9C10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012734" y="1463040"/>
            <a:ext cx="2176720" cy="2176720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AFA0E1D-4AB1-652C-32CA-B57465286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7284263" y="1463040"/>
            <a:ext cx="2176720" cy="2176720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DD60C5F-08CD-966F-1031-167AE707B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9555792" y="1463040"/>
            <a:ext cx="2176720" cy="2176720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3A666AC1-7A04-20E4-AD15-E6D56D344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58" descr="Picture">
            <a:extLst>
              <a:ext uri="{FF2B5EF4-FFF2-40B4-BE49-F238E27FC236}">
                <a16:creationId xmlns:a16="http://schemas.microsoft.com/office/drawing/2014/main" id="{651442C2-4445-F3A4-6612-24FED01D405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41265" y="1535158"/>
            <a:ext cx="2033544" cy="2033542"/>
          </a:xfrm>
          <a:prstGeom prst="ellipse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  <p:sp>
        <p:nvSpPr>
          <p:cNvPr id="15" name="Text Placeholder 35">
            <a:extLst>
              <a:ext uri="{FF2B5EF4-FFF2-40B4-BE49-F238E27FC236}">
                <a16:creationId xmlns:a16="http://schemas.microsoft.com/office/drawing/2014/main" id="{355FD147-E983-3B8E-2CE6-D3E1E9D5AE3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4200" y="3921107"/>
            <a:ext cx="1933578" cy="266808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6" name="Text Placeholder 35">
            <a:extLst>
              <a:ext uri="{FF2B5EF4-FFF2-40B4-BE49-F238E27FC236}">
                <a16:creationId xmlns:a16="http://schemas.microsoft.com/office/drawing/2014/main" id="{43A6CF39-A21C-089C-FBC0-3F8AC1A712C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84200" y="4267200"/>
            <a:ext cx="1933578" cy="200183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2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7" name="Picture Placeholder 58" descr="Picture">
            <a:extLst>
              <a:ext uri="{FF2B5EF4-FFF2-40B4-BE49-F238E27FC236}">
                <a16:creationId xmlns:a16="http://schemas.microsoft.com/office/drawing/2014/main" id="{58E720D6-2D56-10E6-ACE2-DFCAB19D27D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812794" y="1535158"/>
            <a:ext cx="2033544" cy="2033542"/>
          </a:xfrm>
          <a:prstGeom prst="ellipse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  <p:sp>
        <p:nvSpPr>
          <p:cNvPr id="18" name="Text Placeholder 35">
            <a:extLst>
              <a:ext uri="{FF2B5EF4-FFF2-40B4-BE49-F238E27FC236}">
                <a16:creationId xmlns:a16="http://schemas.microsoft.com/office/drawing/2014/main" id="{FBB0B7C5-0A34-3D6E-35A6-46767A56FED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869826" y="3921107"/>
            <a:ext cx="1919481" cy="266808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9" name="Text Placeholder 35">
            <a:extLst>
              <a:ext uri="{FF2B5EF4-FFF2-40B4-BE49-F238E27FC236}">
                <a16:creationId xmlns:a16="http://schemas.microsoft.com/office/drawing/2014/main" id="{968C381D-1BBB-3DE5-6FF3-864C6373380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869826" y="4267200"/>
            <a:ext cx="1919481" cy="200183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2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0" name="Picture Placeholder 58" descr="Picture">
            <a:extLst>
              <a:ext uri="{FF2B5EF4-FFF2-40B4-BE49-F238E27FC236}">
                <a16:creationId xmlns:a16="http://schemas.microsoft.com/office/drawing/2014/main" id="{EA99EE8B-56CB-47E1-493B-B2ADCC741B8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084323" y="1535158"/>
            <a:ext cx="2033544" cy="2033542"/>
          </a:xfrm>
          <a:prstGeom prst="ellipse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  <p:sp>
        <p:nvSpPr>
          <p:cNvPr id="21" name="Text Placeholder 35">
            <a:extLst>
              <a:ext uri="{FF2B5EF4-FFF2-40B4-BE49-F238E27FC236}">
                <a16:creationId xmlns:a16="http://schemas.microsoft.com/office/drawing/2014/main" id="{473DE788-2FB8-4FB3-416C-4AA177FC40D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41355" y="3921107"/>
            <a:ext cx="1919481" cy="266808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2" name="Text Placeholder 35">
            <a:extLst>
              <a:ext uri="{FF2B5EF4-FFF2-40B4-BE49-F238E27FC236}">
                <a16:creationId xmlns:a16="http://schemas.microsoft.com/office/drawing/2014/main" id="{60CC3135-9958-8A31-228F-D8B4B566CF3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41355" y="4267200"/>
            <a:ext cx="1919481" cy="200183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2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3" name="Picture Placeholder 58" descr="Picture">
            <a:extLst>
              <a:ext uri="{FF2B5EF4-FFF2-40B4-BE49-F238E27FC236}">
                <a16:creationId xmlns:a16="http://schemas.microsoft.com/office/drawing/2014/main" id="{CE2DE431-186F-8527-9453-D8F26734BF3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355852" y="1535158"/>
            <a:ext cx="2033544" cy="2033542"/>
          </a:xfrm>
          <a:prstGeom prst="ellipse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  <p:sp>
        <p:nvSpPr>
          <p:cNvPr id="24" name="Text Placeholder 35">
            <a:extLst>
              <a:ext uri="{FF2B5EF4-FFF2-40B4-BE49-F238E27FC236}">
                <a16:creationId xmlns:a16="http://schemas.microsoft.com/office/drawing/2014/main" id="{2A52D59A-D7F5-48DA-A99B-C877CC8197D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12884" y="3921107"/>
            <a:ext cx="1919481" cy="266808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5" name="Text Placeholder 35">
            <a:extLst>
              <a:ext uri="{FF2B5EF4-FFF2-40B4-BE49-F238E27FC236}">
                <a16:creationId xmlns:a16="http://schemas.microsoft.com/office/drawing/2014/main" id="{0C49AB29-28DB-163A-B196-5DD05088C51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412884" y="4267200"/>
            <a:ext cx="1919481" cy="200183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2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6" name="Picture Placeholder 58" descr="Picture">
            <a:extLst>
              <a:ext uri="{FF2B5EF4-FFF2-40B4-BE49-F238E27FC236}">
                <a16:creationId xmlns:a16="http://schemas.microsoft.com/office/drawing/2014/main" id="{2A0F47BF-C33F-264E-A9B3-AAF2F70CFF1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9627381" y="1535158"/>
            <a:ext cx="2033544" cy="2033542"/>
          </a:xfrm>
          <a:prstGeom prst="ellipse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  <p:sp>
        <p:nvSpPr>
          <p:cNvPr id="27" name="Text Placeholder 35">
            <a:extLst>
              <a:ext uri="{FF2B5EF4-FFF2-40B4-BE49-F238E27FC236}">
                <a16:creationId xmlns:a16="http://schemas.microsoft.com/office/drawing/2014/main" id="{3958E851-1863-1E44-AA73-D0F9C4D35EC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684412" y="3921107"/>
            <a:ext cx="1919481" cy="266808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8" name="Text Placeholder 35">
            <a:extLst>
              <a:ext uri="{FF2B5EF4-FFF2-40B4-BE49-F238E27FC236}">
                <a16:creationId xmlns:a16="http://schemas.microsoft.com/office/drawing/2014/main" id="{480ECC9A-D90A-4F61-7DE6-038DBAD3DA1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684412" y="4267200"/>
            <a:ext cx="1919481" cy="200183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2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559221193"/>
      </p:ext>
    </p:extLst>
  </p:cSld>
  <p:clrMapOvr>
    <a:masterClrMapping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Images with title slide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CE67F06-82C2-B46F-F914-99EF11460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12192000" cy="2489529"/>
          </a:xfrm>
          <a:prstGeom prst="rect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803F07-2DE8-C25E-6D3F-054DCCA53E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9E4922-A2B8-BCD2-1C32-51A02EA272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849" b="849"/>
          <a:stretch/>
        </p:blipFill>
        <p:spPr>
          <a:xfrm>
            <a:off x="0" y="2585839"/>
            <a:ext cx="12190730" cy="4272161"/>
          </a:xfrm>
          <a:custGeom>
            <a:avLst/>
            <a:gdLst>
              <a:gd name="csX0" fmla="*/ 0 w 12192000"/>
              <a:gd name="csY0" fmla="*/ 0 h 4272161"/>
              <a:gd name="csX1" fmla="*/ 12192000 w 12192000"/>
              <a:gd name="csY1" fmla="*/ 0 h 4272161"/>
              <a:gd name="csX2" fmla="*/ 12192000 w 12192000"/>
              <a:gd name="csY2" fmla="*/ 4272161 h 4272161"/>
              <a:gd name="csX3" fmla="*/ 0 w 12192000"/>
              <a:gd name="csY3" fmla="*/ 4272161 h 42721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4272161">
                <a:moveTo>
                  <a:pt x="0" y="0"/>
                </a:moveTo>
                <a:lnTo>
                  <a:pt x="12192000" y="0"/>
                </a:lnTo>
                <a:lnTo>
                  <a:pt x="12192000" y="4272161"/>
                </a:lnTo>
                <a:lnTo>
                  <a:pt x="0" y="4272161"/>
                </a:lnTo>
                <a:close/>
              </a:path>
            </a:pathLst>
          </a:cu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ABA6632-4D36-D550-9FAD-A024A9828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2489529"/>
            <a:ext cx="12204700" cy="96310"/>
          </a:xfrm>
          <a:prstGeom prst="rect">
            <a:avLst/>
          </a:prstGeom>
          <a:solidFill>
            <a:schemeClr val="accent1"/>
          </a:solidFill>
          <a:ln w="3175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cs typeface="Segoe UI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2FD907C-888F-415E-3CDA-6EE4991C79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486453" y="1696721"/>
            <a:ext cx="1654258" cy="1654258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5630CC5-5BC1-FF91-E824-468FC2106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2400233" y="1696721"/>
            <a:ext cx="1654258" cy="1654258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E377B1A-3B0F-F00B-F786-096C011857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4314013" y="1696721"/>
            <a:ext cx="1654258" cy="1654258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4DE5549-7A02-722F-9417-E6D5AF0145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6227793" y="1696721"/>
            <a:ext cx="1654258" cy="1654258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AD6EE03-0929-ADF6-52E5-90D84D75E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8141573" y="1696721"/>
            <a:ext cx="1654258" cy="1654258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78F5EAB-8BAD-1244-2C8E-D655D3229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10055355" y="1696721"/>
            <a:ext cx="1654258" cy="1654258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0C51C5-47FF-8CE8-45FA-F2163565F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Picture Placeholder 58" descr="Picture">
            <a:extLst>
              <a:ext uri="{FF2B5EF4-FFF2-40B4-BE49-F238E27FC236}">
                <a16:creationId xmlns:a16="http://schemas.microsoft.com/office/drawing/2014/main" id="{8403B91C-F491-13D3-7670-E333172CE48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41779" y="1752048"/>
            <a:ext cx="1543604" cy="1543602"/>
          </a:xfrm>
          <a:prstGeom prst="ellipse">
            <a:avLst/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/>
            </a:lvl1pPr>
          </a:lstStyle>
          <a:p>
            <a:endParaRPr lang="en-IN"/>
          </a:p>
        </p:txBody>
      </p:sp>
      <p:sp>
        <p:nvSpPr>
          <p:cNvPr id="16" name="Text Placeholder 35">
            <a:extLst>
              <a:ext uri="{FF2B5EF4-FFF2-40B4-BE49-F238E27FC236}">
                <a16:creationId xmlns:a16="http://schemas.microsoft.com/office/drawing/2014/main" id="{63706C20-BB79-8C33-CF3C-5BD42B96DFF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4201" y="3727201"/>
            <a:ext cx="1458761" cy="266808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7" name="Text Placeholder 35">
            <a:extLst>
              <a:ext uri="{FF2B5EF4-FFF2-40B4-BE49-F238E27FC236}">
                <a16:creationId xmlns:a16="http://schemas.microsoft.com/office/drawing/2014/main" id="{3F6F8A03-125D-D60B-47CC-53C3222A5BB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84201" y="4085449"/>
            <a:ext cx="1458762" cy="217808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2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8" name="Picture Placeholder 58" descr="Picture">
            <a:extLst>
              <a:ext uri="{FF2B5EF4-FFF2-40B4-BE49-F238E27FC236}">
                <a16:creationId xmlns:a16="http://schemas.microsoft.com/office/drawing/2014/main" id="{4A82F512-AC7E-34ED-B4FC-C0B9A673117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2455559" y="1752048"/>
            <a:ext cx="1543604" cy="1543602"/>
          </a:xfrm>
          <a:prstGeom prst="ellipse">
            <a:avLst/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/>
            </a:lvl1pPr>
          </a:lstStyle>
          <a:p>
            <a:endParaRPr lang="en-IN"/>
          </a:p>
        </p:txBody>
      </p:sp>
      <p:sp>
        <p:nvSpPr>
          <p:cNvPr id="19" name="Text Placeholder 35">
            <a:extLst>
              <a:ext uri="{FF2B5EF4-FFF2-40B4-BE49-F238E27FC236}">
                <a16:creationId xmlns:a16="http://schemas.microsoft.com/office/drawing/2014/main" id="{3ACF7C15-AD8F-9304-DAD4-F4E0D6D0E43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497980" y="3727201"/>
            <a:ext cx="1448127" cy="266808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0" name="Text Placeholder 35">
            <a:extLst>
              <a:ext uri="{FF2B5EF4-FFF2-40B4-BE49-F238E27FC236}">
                <a16:creationId xmlns:a16="http://schemas.microsoft.com/office/drawing/2014/main" id="{1E07FB8D-EF82-B9B6-4542-8C71D9C7216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497979" y="4085449"/>
            <a:ext cx="1458762" cy="217808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2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1" name="Picture Placeholder 58" descr="Picture">
            <a:extLst>
              <a:ext uri="{FF2B5EF4-FFF2-40B4-BE49-F238E27FC236}">
                <a16:creationId xmlns:a16="http://schemas.microsoft.com/office/drawing/2014/main" id="{450F5D1D-5633-CD8C-E5C2-9989D56CC1B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369339" y="1752048"/>
            <a:ext cx="1543604" cy="1543602"/>
          </a:xfrm>
          <a:prstGeom prst="ellipse">
            <a:avLst/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/>
            </a:lvl1pPr>
          </a:lstStyle>
          <a:p>
            <a:endParaRPr lang="en-IN"/>
          </a:p>
        </p:txBody>
      </p:sp>
      <p:sp>
        <p:nvSpPr>
          <p:cNvPr id="22" name="Text Placeholder 35">
            <a:extLst>
              <a:ext uri="{FF2B5EF4-FFF2-40B4-BE49-F238E27FC236}">
                <a16:creationId xmlns:a16="http://schemas.microsoft.com/office/drawing/2014/main" id="{287EEF9B-A066-C92A-03C9-8E5A38443F4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11760" y="3727201"/>
            <a:ext cx="1448127" cy="266808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3" name="Text Placeholder 35">
            <a:extLst>
              <a:ext uri="{FF2B5EF4-FFF2-40B4-BE49-F238E27FC236}">
                <a16:creationId xmlns:a16="http://schemas.microsoft.com/office/drawing/2014/main" id="{3FAC243B-EEAD-DB14-55C1-78FF7BB6E7E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11759" y="4085449"/>
            <a:ext cx="1458762" cy="217808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2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4" name="Picture Placeholder 58" descr="Picture">
            <a:extLst>
              <a:ext uri="{FF2B5EF4-FFF2-40B4-BE49-F238E27FC236}">
                <a16:creationId xmlns:a16="http://schemas.microsoft.com/office/drawing/2014/main" id="{F3ABF6F5-7694-794D-7DAE-127EC010A32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283119" y="1752048"/>
            <a:ext cx="1543604" cy="1543602"/>
          </a:xfrm>
          <a:prstGeom prst="ellipse">
            <a:avLst/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/>
            </a:lvl1pPr>
          </a:lstStyle>
          <a:p>
            <a:endParaRPr lang="en-IN"/>
          </a:p>
        </p:txBody>
      </p:sp>
      <p:sp>
        <p:nvSpPr>
          <p:cNvPr id="25" name="Text Placeholder 35">
            <a:extLst>
              <a:ext uri="{FF2B5EF4-FFF2-40B4-BE49-F238E27FC236}">
                <a16:creationId xmlns:a16="http://schemas.microsoft.com/office/drawing/2014/main" id="{7CBE8A49-443B-444B-04CA-C4896B46C8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25540" y="3727201"/>
            <a:ext cx="1448127" cy="266808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6" name="Text Placeholder 35">
            <a:extLst>
              <a:ext uri="{FF2B5EF4-FFF2-40B4-BE49-F238E27FC236}">
                <a16:creationId xmlns:a16="http://schemas.microsoft.com/office/drawing/2014/main" id="{136BA13E-DEA0-5D51-D5D0-5C35DC2CBC1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25539" y="4085449"/>
            <a:ext cx="1458762" cy="217808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2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7" name="Picture Placeholder 58" descr="Picture">
            <a:extLst>
              <a:ext uri="{FF2B5EF4-FFF2-40B4-BE49-F238E27FC236}">
                <a16:creationId xmlns:a16="http://schemas.microsoft.com/office/drawing/2014/main" id="{775AC263-E47D-DEC0-D466-7BC7ED7F744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8196899" y="1752048"/>
            <a:ext cx="1543604" cy="1543602"/>
          </a:xfrm>
          <a:prstGeom prst="ellipse">
            <a:avLst/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/>
            </a:lvl1pPr>
          </a:lstStyle>
          <a:p>
            <a:endParaRPr lang="en-IN"/>
          </a:p>
        </p:txBody>
      </p:sp>
      <p:sp>
        <p:nvSpPr>
          <p:cNvPr id="28" name="Text Placeholder 35">
            <a:extLst>
              <a:ext uri="{FF2B5EF4-FFF2-40B4-BE49-F238E27FC236}">
                <a16:creationId xmlns:a16="http://schemas.microsoft.com/office/drawing/2014/main" id="{492364A5-03C2-6B88-1BCF-C7F14281C1E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39320" y="3727201"/>
            <a:ext cx="1448127" cy="266808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9" name="Text Placeholder 35">
            <a:extLst>
              <a:ext uri="{FF2B5EF4-FFF2-40B4-BE49-F238E27FC236}">
                <a16:creationId xmlns:a16="http://schemas.microsoft.com/office/drawing/2014/main" id="{B769BB63-D61E-B804-7A4C-16AFA9C813C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239319" y="4085449"/>
            <a:ext cx="1458762" cy="217808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2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30" name="Picture Placeholder 58" descr="Picture">
            <a:extLst>
              <a:ext uri="{FF2B5EF4-FFF2-40B4-BE49-F238E27FC236}">
                <a16:creationId xmlns:a16="http://schemas.microsoft.com/office/drawing/2014/main" id="{D3A6C189-8B2D-1B3B-60BB-B8E3487D385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10110681" y="1752048"/>
            <a:ext cx="1543604" cy="1543602"/>
          </a:xfrm>
          <a:prstGeom prst="ellipse">
            <a:avLst/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/>
            </a:lvl1pPr>
          </a:lstStyle>
          <a:p>
            <a:endParaRPr lang="en-IN"/>
          </a:p>
        </p:txBody>
      </p:sp>
      <p:sp>
        <p:nvSpPr>
          <p:cNvPr id="31" name="Text Placeholder 35">
            <a:extLst>
              <a:ext uri="{FF2B5EF4-FFF2-40B4-BE49-F238E27FC236}">
                <a16:creationId xmlns:a16="http://schemas.microsoft.com/office/drawing/2014/main" id="{6FAA049A-3276-E8FF-3D49-049A1BA6B85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163737" y="3727201"/>
            <a:ext cx="1448127" cy="266808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32" name="Text Placeholder 35">
            <a:extLst>
              <a:ext uri="{FF2B5EF4-FFF2-40B4-BE49-F238E27FC236}">
                <a16:creationId xmlns:a16="http://schemas.microsoft.com/office/drawing/2014/main" id="{FCB52AC3-D5F6-89D9-7DF0-0922FFD864E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163736" y="4085449"/>
            <a:ext cx="1458762" cy="217808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2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893485617"/>
      </p:ext>
    </p:extLst>
  </p:cSld>
  <p:clrMapOvr>
    <a:masterClrMapping/>
  </p:clrMapOvr>
  <p:transition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peakers slide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4996503-722E-E2FD-CAB1-7091198C9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12192000" cy="3058113"/>
          </a:xfrm>
          <a:prstGeom prst="rect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EB8FACC-19EA-D76A-AE74-E9D889845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9EB1ACD-72DC-BD74-EFB8-A25F1B5F0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4434"/>
          <a:stretch>
            <a:fillRect/>
          </a:stretch>
        </p:blipFill>
        <p:spPr>
          <a:xfrm>
            <a:off x="0" y="3139275"/>
            <a:ext cx="12190730" cy="3718725"/>
          </a:xfrm>
          <a:custGeom>
            <a:avLst/>
            <a:gdLst>
              <a:gd name="csX0" fmla="*/ 0 w 12192000"/>
              <a:gd name="csY0" fmla="*/ 0 h 3718725"/>
              <a:gd name="csX1" fmla="*/ 12192000 w 12192000"/>
              <a:gd name="csY1" fmla="*/ 0 h 3718725"/>
              <a:gd name="csX2" fmla="*/ 12192000 w 12192000"/>
              <a:gd name="csY2" fmla="*/ 3718725 h 3718725"/>
              <a:gd name="csX3" fmla="*/ 0 w 12192000"/>
              <a:gd name="csY3" fmla="*/ 3718725 h 37187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3718725">
                <a:moveTo>
                  <a:pt x="0" y="0"/>
                </a:moveTo>
                <a:lnTo>
                  <a:pt x="12192000" y="0"/>
                </a:lnTo>
                <a:lnTo>
                  <a:pt x="12192000" y="3718725"/>
                </a:lnTo>
                <a:lnTo>
                  <a:pt x="0" y="3718725"/>
                </a:lnTo>
                <a:close/>
              </a:path>
            </a:pathLst>
          </a:cu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60F8FE7-ED40-FFAC-C9A3-D50C27517F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3042965"/>
            <a:ext cx="12204700" cy="96310"/>
          </a:xfrm>
          <a:prstGeom prst="rect">
            <a:avLst/>
          </a:prstGeom>
          <a:solidFill>
            <a:schemeClr val="accent1"/>
          </a:solidFill>
          <a:ln w="3175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cs typeface="Segoe UI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489123B-311C-0262-62DA-5021257E5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18160" y="1826650"/>
            <a:ext cx="2445512" cy="2445512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err="1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C893A7C-B903-2F73-4FCD-1C1C08A652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3421210" y="1826650"/>
            <a:ext cx="2445512" cy="2445512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err="1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E015070-88AD-B729-E1B3-775F04939A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6324260" y="1826650"/>
            <a:ext cx="2445512" cy="2445512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err="1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17D9F90-990B-9688-144B-C54A40527F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9227311" y="1826650"/>
            <a:ext cx="2445512" cy="2445512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err="1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5BD592-E8D0-A1B9-58C2-50D2AC9F924E}"/>
              </a:ext>
            </a:extLst>
          </p:cNvPr>
          <p:cNvSpPr>
            <a:spLocks noGrp="1"/>
          </p:cNvSpPr>
          <p:nvPr userDrawn="1"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Picture Placeholder 58" descr="Picture">
            <a:extLst>
              <a:ext uri="{FF2B5EF4-FFF2-40B4-BE49-F238E27FC236}">
                <a16:creationId xmlns:a16="http://schemas.microsoft.com/office/drawing/2014/main" id="{ED4E0334-2E14-B0B4-28F8-74C6288709C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 userDrawn="1">
            <p:ph type="pic" sz="quarter" idx="24"/>
          </p:nvPr>
        </p:nvSpPr>
        <p:spPr>
          <a:xfrm>
            <a:off x="599852" y="1908870"/>
            <a:ext cx="2282130" cy="2282130"/>
          </a:xfrm>
          <a:prstGeom prst="ellipse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IN" sz="2000" dirty="0"/>
            </a:lvl1pPr>
          </a:lstStyle>
          <a:p>
            <a:endParaRPr lang="en-IN"/>
          </a:p>
        </p:txBody>
      </p:sp>
      <p:sp>
        <p:nvSpPr>
          <p:cNvPr id="14" name="Text Placeholder 35">
            <a:extLst>
              <a:ext uri="{FF2B5EF4-FFF2-40B4-BE49-F238E27FC236}">
                <a16:creationId xmlns:a16="http://schemas.microsoft.com/office/drawing/2014/main" id="{9E84366E-339A-2791-54CC-8C1BC7F1264A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582613" y="4433192"/>
            <a:ext cx="2316608" cy="625103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20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5" name="Text Placeholder 35">
            <a:extLst>
              <a:ext uri="{FF2B5EF4-FFF2-40B4-BE49-F238E27FC236}">
                <a16:creationId xmlns:a16="http://schemas.microsoft.com/office/drawing/2014/main" id="{0CF5C58C-75D0-03A8-1371-02EA311A315D}"/>
              </a:ext>
            </a:extLst>
          </p:cNvPr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582613" y="5162470"/>
            <a:ext cx="2316608" cy="56116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6" name="Picture Placeholder 58" descr="Picture">
            <a:extLst>
              <a:ext uri="{FF2B5EF4-FFF2-40B4-BE49-F238E27FC236}">
                <a16:creationId xmlns:a16="http://schemas.microsoft.com/office/drawing/2014/main" id="{4E7B86D7-F246-A602-FBA7-31B8035E721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 userDrawn="1">
            <p:ph type="pic" sz="quarter" idx="23"/>
          </p:nvPr>
        </p:nvSpPr>
        <p:spPr>
          <a:xfrm>
            <a:off x="3502902" y="1908870"/>
            <a:ext cx="2282130" cy="2282130"/>
          </a:xfrm>
          <a:prstGeom prst="ellipse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IN" sz="2000" dirty="0"/>
            </a:lvl1pPr>
          </a:lstStyle>
          <a:p>
            <a:endParaRPr lang="en-IN"/>
          </a:p>
        </p:txBody>
      </p:sp>
      <p:sp>
        <p:nvSpPr>
          <p:cNvPr id="17" name="Text Placeholder 35">
            <a:extLst>
              <a:ext uri="{FF2B5EF4-FFF2-40B4-BE49-F238E27FC236}">
                <a16:creationId xmlns:a16="http://schemas.microsoft.com/office/drawing/2014/main" id="{89B3CFAF-04D7-8DC8-0FDA-6EAF96E99B22}"/>
              </a:ext>
            </a:extLst>
          </p:cNvPr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3485662" y="4433192"/>
            <a:ext cx="2316608" cy="625103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20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8" name="Text Placeholder 35">
            <a:extLst>
              <a:ext uri="{FF2B5EF4-FFF2-40B4-BE49-F238E27FC236}">
                <a16:creationId xmlns:a16="http://schemas.microsoft.com/office/drawing/2014/main" id="{DB981E82-B09A-F74B-543D-7B4352B43360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3485662" y="5162470"/>
            <a:ext cx="2316608" cy="56116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9" name="Picture Placeholder 58" descr="Picture">
            <a:extLst>
              <a:ext uri="{FF2B5EF4-FFF2-40B4-BE49-F238E27FC236}">
                <a16:creationId xmlns:a16="http://schemas.microsoft.com/office/drawing/2014/main" id="{22448ACE-834B-B8A4-F5A3-1A792D0402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 userDrawn="1">
            <p:ph type="pic" sz="quarter" idx="22"/>
          </p:nvPr>
        </p:nvSpPr>
        <p:spPr>
          <a:xfrm>
            <a:off x="6405952" y="1908870"/>
            <a:ext cx="2282130" cy="2282130"/>
          </a:xfrm>
          <a:prstGeom prst="ellipse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IN" sz="2000" dirty="0"/>
            </a:lvl1pPr>
          </a:lstStyle>
          <a:p>
            <a:endParaRPr lang="en-IN"/>
          </a:p>
        </p:txBody>
      </p:sp>
      <p:sp>
        <p:nvSpPr>
          <p:cNvPr id="20" name="Text Placeholder 35">
            <a:extLst>
              <a:ext uri="{FF2B5EF4-FFF2-40B4-BE49-F238E27FC236}">
                <a16:creationId xmlns:a16="http://schemas.microsoft.com/office/drawing/2014/main" id="{92DC6BE6-B6E6-BB64-1626-6136975B9BD0}"/>
              </a:ext>
            </a:extLst>
          </p:cNvPr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6388713" y="4433192"/>
            <a:ext cx="2316608" cy="625103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20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1" name="Text Placeholder 35">
            <a:extLst>
              <a:ext uri="{FF2B5EF4-FFF2-40B4-BE49-F238E27FC236}">
                <a16:creationId xmlns:a16="http://schemas.microsoft.com/office/drawing/2014/main" id="{30E1561D-010E-ECAE-259A-10CBD8133E7D}"/>
              </a:ext>
            </a:extLst>
          </p:cNvPr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6388713" y="5162470"/>
            <a:ext cx="2316608" cy="56116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2" name="Picture Placeholder 58" descr="Picture">
            <a:extLst>
              <a:ext uri="{FF2B5EF4-FFF2-40B4-BE49-F238E27FC236}">
                <a16:creationId xmlns:a16="http://schemas.microsoft.com/office/drawing/2014/main" id="{96DC8EBE-30F0-F7C9-FCF8-61565FB9D74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 userDrawn="1">
            <p:ph type="pic" sz="quarter" idx="25"/>
          </p:nvPr>
        </p:nvSpPr>
        <p:spPr>
          <a:xfrm>
            <a:off x="9309003" y="1908870"/>
            <a:ext cx="2282130" cy="2282130"/>
          </a:xfrm>
          <a:prstGeom prst="ellipse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IN" sz="2000"/>
            </a:lvl1pPr>
          </a:lstStyle>
          <a:p>
            <a:endParaRPr lang="en-IN"/>
          </a:p>
        </p:txBody>
      </p:sp>
      <p:sp>
        <p:nvSpPr>
          <p:cNvPr id="23" name="Text Placeholder 35">
            <a:extLst>
              <a:ext uri="{FF2B5EF4-FFF2-40B4-BE49-F238E27FC236}">
                <a16:creationId xmlns:a16="http://schemas.microsoft.com/office/drawing/2014/main" id="{0F1479C2-7DFF-F818-2F14-B8D3E379A67D}"/>
              </a:ext>
            </a:extLst>
          </p:cNvPr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9292780" y="4433192"/>
            <a:ext cx="2316608" cy="625103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20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4" name="Text Placeholder 35">
            <a:extLst>
              <a:ext uri="{FF2B5EF4-FFF2-40B4-BE49-F238E27FC236}">
                <a16:creationId xmlns:a16="http://schemas.microsoft.com/office/drawing/2014/main" id="{D174F807-69B0-7587-6ED4-859A930F5637}"/>
              </a:ext>
            </a:extLst>
          </p:cNvPr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9292780" y="5162470"/>
            <a:ext cx="2316608" cy="56116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548985680"/>
      </p:ext>
    </p:extLst>
  </p:cSld>
  <p:clrMapOvr>
    <a:masterClrMapping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speakers slide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AC7D4F6F-B86B-456D-2CA4-ECD67C700DB5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318411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1" imgH="473" progId="TCLayout.ActiveDocument.1">
                  <p:embed/>
                </p:oleObj>
              </mc:Choice>
              <mc:Fallback>
                <p:oleObj name="think-cell Slide" r:id="rId3" imgW="471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C7D4F6F-B86B-456D-2CA4-ECD67C700D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D597C630-B236-3A9A-3E7F-8077C2A9F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b="14434"/>
          <a:stretch>
            <a:fillRect/>
          </a:stretch>
        </p:blipFill>
        <p:spPr>
          <a:xfrm>
            <a:off x="0" y="3139275"/>
            <a:ext cx="12190730" cy="3718725"/>
          </a:xfrm>
          <a:custGeom>
            <a:avLst/>
            <a:gdLst>
              <a:gd name="csX0" fmla="*/ 0 w 12192000"/>
              <a:gd name="csY0" fmla="*/ 0 h 3718725"/>
              <a:gd name="csX1" fmla="*/ 12192000 w 12192000"/>
              <a:gd name="csY1" fmla="*/ 0 h 3718725"/>
              <a:gd name="csX2" fmla="*/ 12192000 w 12192000"/>
              <a:gd name="csY2" fmla="*/ 3718725 h 3718725"/>
              <a:gd name="csX3" fmla="*/ 0 w 12192000"/>
              <a:gd name="csY3" fmla="*/ 3718725 h 37187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3718725">
                <a:moveTo>
                  <a:pt x="0" y="0"/>
                </a:moveTo>
                <a:lnTo>
                  <a:pt x="12192000" y="0"/>
                </a:lnTo>
                <a:lnTo>
                  <a:pt x="12192000" y="3718725"/>
                </a:lnTo>
                <a:lnTo>
                  <a:pt x="0" y="3718725"/>
                </a:lnTo>
                <a:close/>
              </a:path>
            </a:pathLst>
          </a:cu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FAA9BC0-A36F-EFBB-DB3C-13CB60E6B3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12192000" cy="3058504"/>
          </a:xfrm>
          <a:prstGeom prst="rect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21EE7CD-FEB3-72FF-37B6-2080A6395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9625CF0-1E50-00AB-741F-FB7BF315D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3042965"/>
            <a:ext cx="12204700" cy="96310"/>
          </a:xfrm>
          <a:prstGeom prst="rect">
            <a:avLst/>
          </a:prstGeom>
          <a:solidFill>
            <a:schemeClr val="accent1"/>
          </a:solidFill>
          <a:ln w="3175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cs typeface="Segoe UI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91EFCCE-C0F3-FE82-0AB5-8BE61981D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469676" y="1904551"/>
            <a:ext cx="2176720" cy="2176720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4D5104E-B7D2-19BF-4BD1-E62E475C21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2741205" y="1904551"/>
            <a:ext cx="2176720" cy="2176720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11CEAB9-43C0-74C0-FC46-8365E43E9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012734" y="1904551"/>
            <a:ext cx="2176720" cy="2176720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ECDBEAB-A864-3A1C-F69F-4C54874C8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7284263" y="1904551"/>
            <a:ext cx="2176720" cy="2176720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EA503C0-2732-A503-D0AB-5EF618429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9555792" y="1904551"/>
            <a:ext cx="2176720" cy="2176720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F65D1D-06BA-871C-9D0C-41C430969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>
            <a:sp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58" descr="Picture">
            <a:extLst>
              <a:ext uri="{FF2B5EF4-FFF2-40B4-BE49-F238E27FC236}">
                <a16:creationId xmlns:a16="http://schemas.microsoft.com/office/drawing/2014/main" id="{32AC6F61-DEBE-904C-B12D-B5917576F9B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50976" y="1986380"/>
            <a:ext cx="2014122" cy="2014120"/>
          </a:xfrm>
          <a:prstGeom prst="ellipse">
            <a:avLst/>
          </a:prstGeom>
          <a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  <p:sp>
        <p:nvSpPr>
          <p:cNvPr id="15" name="Text Placeholder 35">
            <a:extLst>
              <a:ext uri="{FF2B5EF4-FFF2-40B4-BE49-F238E27FC236}">
                <a16:creationId xmlns:a16="http://schemas.microsoft.com/office/drawing/2014/main" id="{D55EA71C-98EC-49B9-B8BC-083B118F88C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4200" y="4150959"/>
            <a:ext cx="1933578" cy="625103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6" name="Text Placeholder 35">
            <a:extLst>
              <a:ext uri="{FF2B5EF4-FFF2-40B4-BE49-F238E27FC236}">
                <a16:creationId xmlns:a16="http://schemas.microsoft.com/office/drawing/2014/main" id="{03F49FBE-4BE4-72AE-0881-8A3C77F972F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84200" y="4873101"/>
            <a:ext cx="1933578" cy="56116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7" name="Picture Placeholder 58" descr="Picture">
            <a:extLst>
              <a:ext uri="{FF2B5EF4-FFF2-40B4-BE49-F238E27FC236}">
                <a16:creationId xmlns:a16="http://schemas.microsoft.com/office/drawing/2014/main" id="{E85FB56D-64ED-051B-B8E0-7697C4641DF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822505" y="1986380"/>
            <a:ext cx="2014122" cy="2014120"/>
          </a:xfrm>
          <a:prstGeom prst="ellipse">
            <a:avLst/>
          </a:prstGeom>
          <a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  <p:sp>
        <p:nvSpPr>
          <p:cNvPr id="18" name="Text Placeholder 35">
            <a:extLst>
              <a:ext uri="{FF2B5EF4-FFF2-40B4-BE49-F238E27FC236}">
                <a16:creationId xmlns:a16="http://schemas.microsoft.com/office/drawing/2014/main" id="{12F6F45D-FD98-E917-2C1F-648110EF956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869826" y="4150959"/>
            <a:ext cx="1919481" cy="625103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9" name="Text Placeholder 35">
            <a:extLst>
              <a:ext uri="{FF2B5EF4-FFF2-40B4-BE49-F238E27FC236}">
                <a16:creationId xmlns:a16="http://schemas.microsoft.com/office/drawing/2014/main" id="{7A96BAAE-5781-79C9-2798-E970D584350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869826" y="4873101"/>
            <a:ext cx="1919481" cy="56116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0" name="Picture Placeholder 58" descr="Picture">
            <a:extLst>
              <a:ext uri="{FF2B5EF4-FFF2-40B4-BE49-F238E27FC236}">
                <a16:creationId xmlns:a16="http://schemas.microsoft.com/office/drawing/2014/main" id="{5132E725-3D53-FEA1-84C0-C6592175593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094034" y="1986380"/>
            <a:ext cx="2014122" cy="2014120"/>
          </a:xfrm>
          <a:prstGeom prst="ellipse">
            <a:avLst/>
          </a:prstGeom>
          <a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  <p:sp>
        <p:nvSpPr>
          <p:cNvPr id="21" name="Text Placeholder 35">
            <a:extLst>
              <a:ext uri="{FF2B5EF4-FFF2-40B4-BE49-F238E27FC236}">
                <a16:creationId xmlns:a16="http://schemas.microsoft.com/office/drawing/2014/main" id="{1E7CA425-DA29-10B1-FC0E-92A1B7AF908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41355" y="4150959"/>
            <a:ext cx="1919481" cy="625103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2" name="Text Placeholder 35">
            <a:extLst>
              <a:ext uri="{FF2B5EF4-FFF2-40B4-BE49-F238E27FC236}">
                <a16:creationId xmlns:a16="http://schemas.microsoft.com/office/drawing/2014/main" id="{276C2C77-5ED7-26CE-59F2-DAD71B89CCF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41355" y="4873101"/>
            <a:ext cx="1919481" cy="56116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3" name="Picture Placeholder 58" descr="Picture">
            <a:extLst>
              <a:ext uri="{FF2B5EF4-FFF2-40B4-BE49-F238E27FC236}">
                <a16:creationId xmlns:a16="http://schemas.microsoft.com/office/drawing/2014/main" id="{47F704F8-44B4-0A3C-0013-B4A8A37FC42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365563" y="1986380"/>
            <a:ext cx="2014122" cy="2014120"/>
          </a:xfrm>
          <a:prstGeom prst="ellipse">
            <a:avLst/>
          </a:prstGeom>
          <a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  <p:sp>
        <p:nvSpPr>
          <p:cNvPr id="24" name="Text Placeholder 35">
            <a:extLst>
              <a:ext uri="{FF2B5EF4-FFF2-40B4-BE49-F238E27FC236}">
                <a16:creationId xmlns:a16="http://schemas.microsoft.com/office/drawing/2014/main" id="{4B67FCB6-B075-4E95-2ADD-CEB2B6B9975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12884" y="4150959"/>
            <a:ext cx="1919481" cy="625103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5" name="Text Placeholder 35">
            <a:extLst>
              <a:ext uri="{FF2B5EF4-FFF2-40B4-BE49-F238E27FC236}">
                <a16:creationId xmlns:a16="http://schemas.microsoft.com/office/drawing/2014/main" id="{17CBD014-20C8-8CBE-1C3E-4EB82716C07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412884" y="4873101"/>
            <a:ext cx="1919481" cy="56116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6" name="Picture Placeholder 58" descr="Picture">
            <a:extLst>
              <a:ext uri="{FF2B5EF4-FFF2-40B4-BE49-F238E27FC236}">
                <a16:creationId xmlns:a16="http://schemas.microsoft.com/office/drawing/2014/main" id="{40CC1546-FE65-EE8E-F409-5C58AA53B8A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9637092" y="1986380"/>
            <a:ext cx="2014122" cy="2014120"/>
          </a:xfrm>
          <a:prstGeom prst="ellipse">
            <a:avLst/>
          </a:prstGeom>
          <a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  <p:sp>
        <p:nvSpPr>
          <p:cNvPr id="27" name="Text Placeholder 35">
            <a:extLst>
              <a:ext uri="{FF2B5EF4-FFF2-40B4-BE49-F238E27FC236}">
                <a16:creationId xmlns:a16="http://schemas.microsoft.com/office/drawing/2014/main" id="{C9C4EAE7-A8A9-AACA-25A2-85C92A90729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684412" y="4150959"/>
            <a:ext cx="1919481" cy="625103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8" name="Text Placeholder 35">
            <a:extLst>
              <a:ext uri="{FF2B5EF4-FFF2-40B4-BE49-F238E27FC236}">
                <a16:creationId xmlns:a16="http://schemas.microsoft.com/office/drawing/2014/main" id="{4F93DE22-E232-34EF-862E-46EFD205439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684412" y="4873101"/>
            <a:ext cx="1919481" cy="56116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555579197"/>
      </p:ext>
    </p:extLst>
  </p:cSld>
  <p:clrMapOvr>
    <a:masterClrMapping/>
  </p:clrMapOvr>
  <p:transition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_Dark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BDD52E9-0756-59EC-437C-D52711E769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37BC357-DAD0-AC0C-801F-82B3143BB0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3152001"/>
            <a:ext cx="11018520" cy="5539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Section Divider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0B744F-202D-6F7A-5F58-566AB59F2B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219698"/>
            <a:ext cx="1816900" cy="16383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805857-F132-7230-B406-4A652DE10D7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145053"/>
      </p:ext>
    </p:extLst>
  </p:cSld>
  <p:clrMapOvr>
    <a:masterClrMapping/>
  </p:clrMapOvr>
  <p:transition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_Dark background_With 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95A80DF-44D4-DEB0-AEFE-001A20CCA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23A7D76-78F0-975D-22FD-335ACF872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3152001"/>
            <a:ext cx="11018520" cy="5539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Section Divider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9D9E5D-9E47-993E-B483-71641F633C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219698"/>
            <a:ext cx="1816900" cy="16383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225266-415E-E3F8-6F4C-FEEBE5C5FB9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2" name="Text Placeholder 35">
            <a:extLst>
              <a:ext uri="{FF2B5EF4-FFF2-40B4-BE49-F238E27FC236}">
                <a16:creationId xmlns:a16="http://schemas.microsoft.com/office/drawing/2014/main" id="{0C8AD178-BBF6-2BF0-4DF4-162FA35D2FC2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586740" y="3824976"/>
            <a:ext cx="5407660" cy="39868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24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Speaker</a:t>
            </a:r>
          </a:p>
        </p:txBody>
      </p:sp>
    </p:spTree>
    <p:extLst>
      <p:ext uri="{BB962C8B-B14F-4D97-AF65-F5344CB8AC3E}">
        <p14:creationId xmlns:p14="http://schemas.microsoft.com/office/powerpoint/2010/main" val="2049996693"/>
      </p:ext>
    </p:extLst>
  </p:cSld>
  <p:clrMapOvr>
    <a:masterClrMapping/>
  </p:clrMapOvr>
  <p:transition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speakers slide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575AE687-A9D4-878B-016A-258CC9BF5E4B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189186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1" imgH="473" progId="TCLayout.ActiveDocument.1">
                  <p:embed/>
                </p:oleObj>
              </mc:Choice>
              <mc:Fallback>
                <p:oleObj name="think-cell Slide" r:id="rId3" imgW="471" imgH="473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75AE687-A9D4-878B-016A-258CC9BF5E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4BCDEC6B-7F5A-2C1D-1574-9E4181AC2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b="14434"/>
          <a:stretch>
            <a:fillRect/>
          </a:stretch>
        </p:blipFill>
        <p:spPr>
          <a:xfrm>
            <a:off x="635" y="3139275"/>
            <a:ext cx="12190730" cy="3718725"/>
          </a:xfrm>
          <a:custGeom>
            <a:avLst/>
            <a:gdLst>
              <a:gd name="csX0" fmla="*/ 0 w 12192000"/>
              <a:gd name="csY0" fmla="*/ 0 h 3718725"/>
              <a:gd name="csX1" fmla="*/ 12192000 w 12192000"/>
              <a:gd name="csY1" fmla="*/ 0 h 3718725"/>
              <a:gd name="csX2" fmla="*/ 12192000 w 12192000"/>
              <a:gd name="csY2" fmla="*/ 3718725 h 3718725"/>
              <a:gd name="csX3" fmla="*/ 0 w 12192000"/>
              <a:gd name="csY3" fmla="*/ 3718725 h 37187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3718725">
                <a:moveTo>
                  <a:pt x="0" y="0"/>
                </a:moveTo>
                <a:lnTo>
                  <a:pt x="12192000" y="0"/>
                </a:lnTo>
                <a:lnTo>
                  <a:pt x="12192000" y="3718725"/>
                </a:lnTo>
                <a:lnTo>
                  <a:pt x="0" y="3718725"/>
                </a:lnTo>
                <a:close/>
              </a:path>
            </a:pathLst>
          </a:cu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BC860AB-6C02-DB21-6FB1-CDA0F0FCD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12192000" cy="3071535"/>
          </a:xfrm>
          <a:prstGeom prst="rect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F994DE-1370-3B0D-AB68-390957BF61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41B986D-D748-C5CD-FA17-B8C979EEA6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3042965"/>
            <a:ext cx="12204700" cy="96310"/>
          </a:xfrm>
          <a:prstGeom prst="rect">
            <a:avLst/>
          </a:prstGeom>
          <a:solidFill>
            <a:schemeClr val="accent1"/>
          </a:solidFill>
          <a:ln w="3175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cs typeface="Segoe UI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C5CD614-6BB9-A402-28A0-20EEAE4CE9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486453" y="2230121"/>
            <a:ext cx="1654258" cy="1654258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7527013-9D54-DF36-2706-0D6B601A5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2400233" y="2230121"/>
            <a:ext cx="1654258" cy="1654258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1CDAFED-28F4-4E4F-82F9-047284557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4314013" y="2230121"/>
            <a:ext cx="1654258" cy="1654258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5D032B4-2328-365A-3A63-F2FD9049C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6227793" y="2230121"/>
            <a:ext cx="1654258" cy="1654258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6CF73D3-057B-511B-888F-AEC5828E3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8141573" y="2230121"/>
            <a:ext cx="1654258" cy="1654258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BFE27DF-EF40-19F1-3021-5ED678608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10055355" y="2230121"/>
            <a:ext cx="1654258" cy="1654258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3803968-1A81-0BBE-471F-D15C85186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>
            <a:sp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Picture Placeholder 58" descr="Picture">
            <a:extLst>
              <a:ext uri="{FF2B5EF4-FFF2-40B4-BE49-F238E27FC236}">
                <a16:creationId xmlns:a16="http://schemas.microsoft.com/office/drawing/2014/main" id="{4524DADB-4F66-2EE4-2E2F-64B7439B0FF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51304" y="2294973"/>
            <a:ext cx="1524554" cy="1524552"/>
          </a:xfrm>
          <a:prstGeom prst="ellipse">
            <a:avLst/>
          </a:prstGeom>
          <a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/>
            </a:lvl1pPr>
          </a:lstStyle>
          <a:p>
            <a:endParaRPr lang="en-IN"/>
          </a:p>
        </p:txBody>
      </p:sp>
      <p:sp>
        <p:nvSpPr>
          <p:cNvPr id="16" name="Text Placeholder 35">
            <a:extLst>
              <a:ext uri="{FF2B5EF4-FFF2-40B4-BE49-F238E27FC236}">
                <a16:creationId xmlns:a16="http://schemas.microsoft.com/office/drawing/2014/main" id="{7EB227B7-443E-6AF7-CC6E-2CE44E3D24C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4201" y="3952119"/>
            <a:ext cx="1458761" cy="52957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7" name="Text Placeholder 35">
            <a:extLst>
              <a:ext uri="{FF2B5EF4-FFF2-40B4-BE49-F238E27FC236}">
                <a16:creationId xmlns:a16="http://schemas.microsoft.com/office/drawing/2014/main" id="{449A5045-9942-03A2-EA96-79154819FCC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84201" y="4618849"/>
            <a:ext cx="1458762" cy="74926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8" name="Picture Placeholder 58" descr="Picture">
            <a:extLst>
              <a:ext uri="{FF2B5EF4-FFF2-40B4-BE49-F238E27FC236}">
                <a16:creationId xmlns:a16="http://schemas.microsoft.com/office/drawing/2014/main" id="{C2D1730C-9FC5-3BDF-F2E6-49601C8FBC6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2465084" y="2294973"/>
            <a:ext cx="1524554" cy="1524552"/>
          </a:xfrm>
          <a:prstGeom prst="ellipse">
            <a:avLst/>
          </a:prstGeom>
          <a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/>
            </a:lvl1pPr>
          </a:lstStyle>
          <a:p>
            <a:endParaRPr lang="en-IN"/>
          </a:p>
        </p:txBody>
      </p:sp>
      <p:sp>
        <p:nvSpPr>
          <p:cNvPr id="19" name="Text Placeholder 35">
            <a:extLst>
              <a:ext uri="{FF2B5EF4-FFF2-40B4-BE49-F238E27FC236}">
                <a16:creationId xmlns:a16="http://schemas.microsoft.com/office/drawing/2014/main" id="{8002A12C-4BC6-0DBE-15B8-C3E4E28FDDD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497980" y="3952119"/>
            <a:ext cx="1448127" cy="52957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0" name="Text Placeholder 35">
            <a:extLst>
              <a:ext uri="{FF2B5EF4-FFF2-40B4-BE49-F238E27FC236}">
                <a16:creationId xmlns:a16="http://schemas.microsoft.com/office/drawing/2014/main" id="{AF8E15E6-A811-3193-92E3-CD29E4D5D08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497979" y="4618849"/>
            <a:ext cx="1458762" cy="74926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1" name="Picture Placeholder 58" descr="Picture">
            <a:extLst>
              <a:ext uri="{FF2B5EF4-FFF2-40B4-BE49-F238E27FC236}">
                <a16:creationId xmlns:a16="http://schemas.microsoft.com/office/drawing/2014/main" id="{DB44BD85-E8D7-968F-8B63-86A387B4DC8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378864" y="2294973"/>
            <a:ext cx="1524554" cy="1524552"/>
          </a:xfrm>
          <a:prstGeom prst="ellipse">
            <a:avLst/>
          </a:prstGeom>
          <a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/>
            </a:lvl1pPr>
          </a:lstStyle>
          <a:p>
            <a:endParaRPr lang="en-IN"/>
          </a:p>
        </p:txBody>
      </p:sp>
      <p:sp>
        <p:nvSpPr>
          <p:cNvPr id="22" name="Text Placeholder 35">
            <a:extLst>
              <a:ext uri="{FF2B5EF4-FFF2-40B4-BE49-F238E27FC236}">
                <a16:creationId xmlns:a16="http://schemas.microsoft.com/office/drawing/2014/main" id="{674A4634-DC71-D355-27CB-32A001BFF4E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11760" y="3952119"/>
            <a:ext cx="1448127" cy="52957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3" name="Text Placeholder 35">
            <a:extLst>
              <a:ext uri="{FF2B5EF4-FFF2-40B4-BE49-F238E27FC236}">
                <a16:creationId xmlns:a16="http://schemas.microsoft.com/office/drawing/2014/main" id="{7EB81790-6186-92FD-3286-08439AF7A98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11759" y="4618849"/>
            <a:ext cx="1458762" cy="74926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4" name="Picture Placeholder 58" descr="Picture">
            <a:extLst>
              <a:ext uri="{FF2B5EF4-FFF2-40B4-BE49-F238E27FC236}">
                <a16:creationId xmlns:a16="http://schemas.microsoft.com/office/drawing/2014/main" id="{1083ACEC-2B19-C930-24B2-E0ED3718DD2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292644" y="2294973"/>
            <a:ext cx="1524554" cy="1524552"/>
          </a:xfrm>
          <a:prstGeom prst="ellipse">
            <a:avLst/>
          </a:prstGeom>
          <a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/>
            </a:lvl1pPr>
          </a:lstStyle>
          <a:p>
            <a:endParaRPr lang="en-IN"/>
          </a:p>
        </p:txBody>
      </p:sp>
      <p:sp>
        <p:nvSpPr>
          <p:cNvPr id="25" name="Text Placeholder 35">
            <a:extLst>
              <a:ext uri="{FF2B5EF4-FFF2-40B4-BE49-F238E27FC236}">
                <a16:creationId xmlns:a16="http://schemas.microsoft.com/office/drawing/2014/main" id="{D3B03BD4-5FBC-E56A-1287-A6D5512472E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25540" y="3952119"/>
            <a:ext cx="1448127" cy="52957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6" name="Text Placeholder 35">
            <a:extLst>
              <a:ext uri="{FF2B5EF4-FFF2-40B4-BE49-F238E27FC236}">
                <a16:creationId xmlns:a16="http://schemas.microsoft.com/office/drawing/2014/main" id="{0C00418D-9ADF-5910-1747-6E6560F88FA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25539" y="4618849"/>
            <a:ext cx="1458762" cy="74926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7" name="Picture Placeholder 58" descr="Picture">
            <a:extLst>
              <a:ext uri="{FF2B5EF4-FFF2-40B4-BE49-F238E27FC236}">
                <a16:creationId xmlns:a16="http://schemas.microsoft.com/office/drawing/2014/main" id="{75BE8E07-C50B-CBC3-BA67-88A9E88CF9F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8206424" y="2294973"/>
            <a:ext cx="1524554" cy="1524552"/>
          </a:xfrm>
          <a:prstGeom prst="ellipse">
            <a:avLst/>
          </a:prstGeom>
          <a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/>
            </a:lvl1pPr>
          </a:lstStyle>
          <a:p>
            <a:endParaRPr lang="en-IN"/>
          </a:p>
        </p:txBody>
      </p:sp>
      <p:sp>
        <p:nvSpPr>
          <p:cNvPr id="28" name="Text Placeholder 35">
            <a:extLst>
              <a:ext uri="{FF2B5EF4-FFF2-40B4-BE49-F238E27FC236}">
                <a16:creationId xmlns:a16="http://schemas.microsoft.com/office/drawing/2014/main" id="{528E0BDB-4BFB-9CC3-C1E1-DC1082477EE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39320" y="3952119"/>
            <a:ext cx="1448127" cy="52957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9" name="Text Placeholder 35">
            <a:extLst>
              <a:ext uri="{FF2B5EF4-FFF2-40B4-BE49-F238E27FC236}">
                <a16:creationId xmlns:a16="http://schemas.microsoft.com/office/drawing/2014/main" id="{802B5A71-E669-A850-EEEE-CE1970607E4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239319" y="4618849"/>
            <a:ext cx="1458762" cy="74926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30" name="Picture Placeholder 58" descr="Picture">
            <a:extLst>
              <a:ext uri="{FF2B5EF4-FFF2-40B4-BE49-F238E27FC236}">
                <a16:creationId xmlns:a16="http://schemas.microsoft.com/office/drawing/2014/main" id="{703C0C91-2A41-961E-3D30-854A6D46DB6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10120206" y="2294973"/>
            <a:ext cx="1524554" cy="1524552"/>
          </a:xfrm>
          <a:prstGeom prst="ellipse">
            <a:avLst/>
          </a:prstGeom>
          <a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/>
            </a:lvl1pPr>
          </a:lstStyle>
          <a:p>
            <a:endParaRPr lang="en-IN"/>
          </a:p>
        </p:txBody>
      </p:sp>
      <p:sp>
        <p:nvSpPr>
          <p:cNvPr id="31" name="Text Placeholder 35">
            <a:extLst>
              <a:ext uri="{FF2B5EF4-FFF2-40B4-BE49-F238E27FC236}">
                <a16:creationId xmlns:a16="http://schemas.microsoft.com/office/drawing/2014/main" id="{94C3EA05-E089-1828-73D0-64FCB5BA7C2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163737" y="3952119"/>
            <a:ext cx="1448127" cy="52957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32" name="Text Placeholder 35">
            <a:extLst>
              <a:ext uri="{FF2B5EF4-FFF2-40B4-BE49-F238E27FC236}">
                <a16:creationId xmlns:a16="http://schemas.microsoft.com/office/drawing/2014/main" id="{90E0AD30-182E-C638-61C4-EBC2C7974E0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163736" y="4618849"/>
            <a:ext cx="1458762" cy="74926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844026111"/>
      </p:ext>
    </p:extLst>
  </p:cSld>
  <p:clrMapOvr>
    <a:masterClrMapping/>
  </p:clrMapOvr>
  <p:transition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slides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3936B2E-F11D-8B8C-5A19-3F39B2557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1BC9042-B771-5150-20FD-1EEBCA6E8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D78580-AEEF-6EF4-D887-8A6042594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507449"/>
            <a:ext cx="1497779" cy="1350550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CDE8D65-48FD-A576-78A7-ADE61EC14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631799" y="2351177"/>
            <a:ext cx="2053586" cy="4506823"/>
          </a:xfrm>
          <a:custGeom>
            <a:avLst/>
            <a:gdLst/>
            <a:ahLst/>
            <a:cxnLst/>
            <a:rect l="l" t="t" r="r" b="b"/>
            <a:pathLst>
              <a:path w="2053586" h="4506823">
                <a:moveTo>
                  <a:pt x="1466408" y="0"/>
                </a:moveTo>
                <a:lnTo>
                  <a:pt x="2053586" y="0"/>
                </a:lnTo>
                <a:lnTo>
                  <a:pt x="2053586" y="4506823"/>
                </a:lnTo>
                <a:lnTo>
                  <a:pt x="1085203" y="4506823"/>
                </a:lnTo>
                <a:lnTo>
                  <a:pt x="1085203" y="1143614"/>
                </a:lnTo>
                <a:cubicBezTo>
                  <a:pt x="972482" y="1219445"/>
                  <a:pt x="847975" y="1284004"/>
                  <a:pt x="711684" y="1337291"/>
                </a:cubicBezTo>
                <a:cubicBezTo>
                  <a:pt x="575393" y="1390578"/>
                  <a:pt x="426293" y="1442840"/>
                  <a:pt x="264384" y="1494077"/>
                </a:cubicBezTo>
                <a:lnTo>
                  <a:pt x="0" y="719371"/>
                </a:lnTo>
                <a:cubicBezTo>
                  <a:pt x="280780" y="637391"/>
                  <a:pt x="546188" y="534917"/>
                  <a:pt x="796226" y="411947"/>
                </a:cubicBezTo>
                <a:cubicBezTo>
                  <a:pt x="1046263" y="288978"/>
                  <a:pt x="1269657" y="151663"/>
                  <a:pt x="1466408" y="0"/>
                </a:cubicBezTo>
                <a:close/>
              </a:path>
            </a:pathLst>
          </a:custGeom>
          <a:gradFill flip="none" rotWithShape="1">
            <a:gsLst>
              <a:gs pos="48000">
                <a:srgbClr val="1D90B2"/>
              </a:gs>
              <a:gs pos="0">
                <a:srgbClr val="107197"/>
              </a:gs>
              <a:gs pos="100000">
                <a:srgbClr val="8F6FB5"/>
              </a:gs>
            </a:gsLst>
            <a:lin ang="2700000" scaled="1"/>
            <a:tileRect/>
          </a:gradFill>
          <a:ln w="3175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chemeClr val="bg1"/>
              </a:solidFill>
              <a:cs typeface="Segoe UI" pitchFamily="34" charset="0"/>
            </a:endParaRPr>
          </a:p>
        </p:txBody>
      </p:sp>
      <p:sp>
        <p:nvSpPr>
          <p:cNvPr id="4" name="Text Placeholder 35">
            <a:extLst>
              <a:ext uri="{FF2B5EF4-FFF2-40B4-BE49-F238E27FC236}">
                <a16:creationId xmlns:a16="http://schemas.microsoft.com/office/drawing/2014/main" id="{3F81B5F6-C27C-7767-274D-3851FAB8FFCC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4584700" y="2525349"/>
            <a:ext cx="7024688" cy="68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44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Section Title</a:t>
            </a:r>
          </a:p>
        </p:txBody>
      </p:sp>
      <p:sp>
        <p:nvSpPr>
          <p:cNvPr id="5" name="Text Placeholder 35">
            <a:extLst>
              <a:ext uri="{FF2B5EF4-FFF2-40B4-BE49-F238E27FC236}">
                <a16:creationId xmlns:a16="http://schemas.microsoft.com/office/drawing/2014/main" id="{E6C751DB-99DC-F392-A5BA-596535711174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4584700" y="3414349"/>
            <a:ext cx="7024688" cy="209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28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994035090"/>
      </p:ext>
    </p:extLst>
  </p:cSld>
  <p:clrMapOvr>
    <a:masterClrMapping/>
  </p:clrMapOvr>
  <p:transition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umber slides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BF4BA7-2F23-5786-6C45-8F0A9A5FD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1BC9042-B771-5150-20FD-1EEBCA6E8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D78580-AEEF-6EF4-D887-8A6042594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507449"/>
            <a:ext cx="1497779" cy="13505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1171EE8-A1E9-E0A4-7FBA-76CD23710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877738" y="2378311"/>
            <a:ext cx="3028117" cy="4479689"/>
          </a:xfrm>
          <a:custGeom>
            <a:avLst/>
            <a:gdLst/>
            <a:ahLst/>
            <a:cxnLst/>
            <a:rect l="l" t="t" r="r" b="b"/>
            <a:pathLst>
              <a:path w="3028117" h="4479689">
                <a:moveTo>
                  <a:pt x="1613971" y="0"/>
                </a:moveTo>
                <a:cubicBezTo>
                  <a:pt x="2046412" y="0"/>
                  <a:pt x="2390214" y="113235"/>
                  <a:pt x="2645375" y="339703"/>
                </a:cubicBezTo>
                <a:cubicBezTo>
                  <a:pt x="2900536" y="566171"/>
                  <a:pt x="3028117" y="870008"/>
                  <a:pt x="3028117" y="1251212"/>
                </a:cubicBezTo>
                <a:cubicBezTo>
                  <a:pt x="3028117" y="1454112"/>
                  <a:pt x="2996862" y="1634467"/>
                  <a:pt x="2934353" y="1792277"/>
                </a:cubicBezTo>
                <a:cubicBezTo>
                  <a:pt x="2871843" y="1950087"/>
                  <a:pt x="2788327" y="2093552"/>
                  <a:pt x="2683803" y="2222669"/>
                </a:cubicBezTo>
                <a:cubicBezTo>
                  <a:pt x="2581329" y="2351787"/>
                  <a:pt x="2463995" y="2472195"/>
                  <a:pt x="2331804" y="2583892"/>
                </a:cubicBezTo>
                <a:cubicBezTo>
                  <a:pt x="2199612" y="2695589"/>
                  <a:pt x="2060759" y="2801650"/>
                  <a:pt x="1915245" y="2902075"/>
                </a:cubicBezTo>
                <a:cubicBezTo>
                  <a:pt x="1823019" y="2971757"/>
                  <a:pt x="1732329" y="3038878"/>
                  <a:pt x="1643176" y="3103437"/>
                </a:cubicBezTo>
                <a:cubicBezTo>
                  <a:pt x="1554023" y="3167996"/>
                  <a:pt x="1476655" y="3233067"/>
                  <a:pt x="1411071" y="3298650"/>
                </a:cubicBezTo>
                <a:cubicBezTo>
                  <a:pt x="1341389" y="3366283"/>
                  <a:pt x="1289639" y="3431867"/>
                  <a:pt x="1255823" y="3495401"/>
                </a:cubicBezTo>
                <a:cubicBezTo>
                  <a:pt x="1222006" y="3558935"/>
                  <a:pt x="1205098" y="3619395"/>
                  <a:pt x="1205098" y="3676781"/>
                </a:cubicBezTo>
                <a:lnTo>
                  <a:pt x="3021968" y="3676781"/>
                </a:lnTo>
                <a:lnTo>
                  <a:pt x="3021968" y="4479689"/>
                </a:lnTo>
                <a:lnTo>
                  <a:pt x="89152" y="4479689"/>
                </a:lnTo>
                <a:lnTo>
                  <a:pt x="89152" y="4150212"/>
                </a:lnTo>
                <a:cubicBezTo>
                  <a:pt x="89152" y="3924769"/>
                  <a:pt x="127068" y="3722382"/>
                  <a:pt x="202899" y="3543052"/>
                </a:cubicBezTo>
                <a:cubicBezTo>
                  <a:pt x="278730" y="3363721"/>
                  <a:pt x="374031" y="3202324"/>
                  <a:pt x="488802" y="3058860"/>
                </a:cubicBezTo>
                <a:cubicBezTo>
                  <a:pt x="603574" y="2917446"/>
                  <a:pt x="729105" y="2791915"/>
                  <a:pt x="865395" y="2682267"/>
                </a:cubicBezTo>
                <a:cubicBezTo>
                  <a:pt x="1001686" y="2572619"/>
                  <a:pt x="1131316" y="2473732"/>
                  <a:pt x="1254286" y="2385604"/>
                </a:cubicBezTo>
                <a:cubicBezTo>
                  <a:pt x="1383403" y="2293377"/>
                  <a:pt x="1496637" y="2205249"/>
                  <a:pt x="1593988" y="2121220"/>
                </a:cubicBezTo>
                <a:cubicBezTo>
                  <a:pt x="1691339" y="2037191"/>
                  <a:pt x="1772806" y="1953162"/>
                  <a:pt x="1838390" y="1869133"/>
                </a:cubicBezTo>
                <a:cubicBezTo>
                  <a:pt x="1906023" y="1787153"/>
                  <a:pt x="1958797" y="1701075"/>
                  <a:pt x="1996713" y="1610897"/>
                </a:cubicBezTo>
                <a:cubicBezTo>
                  <a:pt x="2034628" y="1520720"/>
                  <a:pt x="2053586" y="1415171"/>
                  <a:pt x="2053586" y="1294252"/>
                </a:cubicBezTo>
                <a:cubicBezTo>
                  <a:pt x="2053586" y="1136441"/>
                  <a:pt x="2002861" y="1012447"/>
                  <a:pt x="1901411" y="922270"/>
                </a:cubicBezTo>
                <a:cubicBezTo>
                  <a:pt x="1799962" y="832092"/>
                  <a:pt x="1664183" y="787004"/>
                  <a:pt x="1494076" y="787004"/>
                </a:cubicBezTo>
                <a:cubicBezTo>
                  <a:pt x="1338315" y="787004"/>
                  <a:pt x="1201511" y="838241"/>
                  <a:pt x="1083666" y="940715"/>
                </a:cubicBezTo>
                <a:cubicBezTo>
                  <a:pt x="965820" y="1043190"/>
                  <a:pt x="864883" y="1183579"/>
                  <a:pt x="780854" y="1361885"/>
                </a:cubicBezTo>
                <a:lnTo>
                  <a:pt x="0" y="1042165"/>
                </a:lnTo>
                <a:cubicBezTo>
                  <a:pt x="147562" y="720396"/>
                  <a:pt x="356098" y="466259"/>
                  <a:pt x="625605" y="279756"/>
                </a:cubicBezTo>
                <a:cubicBezTo>
                  <a:pt x="895113" y="93252"/>
                  <a:pt x="1224568" y="0"/>
                  <a:pt x="1613971" y="0"/>
                </a:cubicBezTo>
                <a:close/>
              </a:path>
            </a:pathLst>
          </a:custGeom>
          <a:gradFill flip="none" rotWithShape="1">
            <a:gsLst>
              <a:gs pos="48000">
                <a:srgbClr val="1D90B2"/>
              </a:gs>
              <a:gs pos="0">
                <a:srgbClr val="107197"/>
              </a:gs>
              <a:gs pos="100000">
                <a:srgbClr val="8F6FB5"/>
              </a:gs>
            </a:gsLst>
            <a:lin ang="2700000" scaled="1"/>
            <a:tileRect/>
          </a:gradFill>
          <a:ln w="3175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defTabSz="932472" fontAlgn="base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IN"/>
          </a:p>
        </p:txBody>
      </p:sp>
      <p:sp>
        <p:nvSpPr>
          <p:cNvPr id="4" name="Text Placeholder 35">
            <a:extLst>
              <a:ext uri="{FF2B5EF4-FFF2-40B4-BE49-F238E27FC236}">
                <a16:creationId xmlns:a16="http://schemas.microsoft.com/office/drawing/2014/main" id="{3F81B5F6-C27C-7767-274D-3851FAB8FFCC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4584700" y="2525349"/>
            <a:ext cx="7024688" cy="68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44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Section Title</a:t>
            </a:r>
          </a:p>
        </p:txBody>
      </p:sp>
      <p:sp>
        <p:nvSpPr>
          <p:cNvPr id="5" name="Text Placeholder 35">
            <a:extLst>
              <a:ext uri="{FF2B5EF4-FFF2-40B4-BE49-F238E27FC236}">
                <a16:creationId xmlns:a16="http://schemas.microsoft.com/office/drawing/2014/main" id="{E6C751DB-99DC-F392-A5BA-596535711174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4584700" y="3414349"/>
            <a:ext cx="7024688" cy="209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28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602580457"/>
      </p:ext>
    </p:extLst>
  </p:cSld>
  <p:clrMapOvr>
    <a:masterClrMapping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number slides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F144A4-7941-93D6-131A-B1B567EDB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1BC9042-B771-5150-20FD-1EEBCA6E8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D78580-AEEF-6EF4-D887-8A6042594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507449"/>
            <a:ext cx="1497779" cy="13505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C659153-E442-DD6D-70C1-1207A848F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816253" y="2308643"/>
            <a:ext cx="3157235" cy="4549357"/>
          </a:xfrm>
          <a:custGeom>
            <a:avLst/>
            <a:gdLst/>
            <a:ahLst/>
            <a:cxnLst/>
            <a:rect l="l" t="t" r="r" b="b"/>
            <a:pathLst>
              <a:path w="3157235" h="4549357">
                <a:moveTo>
                  <a:pt x="1617045" y="0"/>
                </a:moveTo>
                <a:cubicBezTo>
                  <a:pt x="2067933" y="0"/>
                  <a:pt x="2415321" y="102987"/>
                  <a:pt x="2659210" y="308961"/>
                </a:cubicBezTo>
                <a:cubicBezTo>
                  <a:pt x="2903099" y="514934"/>
                  <a:pt x="3025043" y="797251"/>
                  <a:pt x="3025043" y="1155911"/>
                </a:cubicBezTo>
                <a:cubicBezTo>
                  <a:pt x="3025043" y="1395701"/>
                  <a:pt x="2960484" y="1605774"/>
                  <a:pt x="2831367" y="1786129"/>
                </a:cubicBezTo>
                <a:cubicBezTo>
                  <a:pt x="2702249" y="1966484"/>
                  <a:pt x="2507548" y="2098676"/>
                  <a:pt x="2247263" y="2182704"/>
                </a:cubicBezTo>
                <a:lnTo>
                  <a:pt x="2247263" y="2198076"/>
                </a:lnTo>
                <a:cubicBezTo>
                  <a:pt x="2528042" y="2247263"/>
                  <a:pt x="2749900" y="2365621"/>
                  <a:pt x="2912834" y="2553149"/>
                </a:cubicBezTo>
                <a:cubicBezTo>
                  <a:pt x="3075768" y="2740677"/>
                  <a:pt x="3157235" y="2965608"/>
                  <a:pt x="3157235" y="3227943"/>
                </a:cubicBezTo>
                <a:cubicBezTo>
                  <a:pt x="3157235" y="3639890"/>
                  <a:pt x="3010184" y="3964221"/>
                  <a:pt x="2716083" y="4200937"/>
                </a:cubicBezTo>
                <a:cubicBezTo>
                  <a:pt x="2495507" y="4378474"/>
                  <a:pt x="2223341" y="4489434"/>
                  <a:pt x="1899586" y="4533819"/>
                </a:cubicBezTo>
                <a:lnTo>
                  <a:pt x="1744447" y="4549357"/>
                </a:lnTo>
                <a:lnTo>
                  <a:pt x="1416230" y="4549357"/>
                </a:lnTo>
                <a:lnTo>
                  <a:pt x="1283107" y="4543137"/>
                </a:lnTo>
                <a:cubicBezTo>
                  <a:pt x="1019492" y="4517391"/>
                  <a:pt x="791614" y="4453024"/>
                  <a:pt x="599475" y="4350037"/>
                </a:cubicBezTo>
                <a:cubicBezTo>
                  <a:pt x="343289" y="4212722"/>
                  <a:pt x="143464" y="4014946"/>
                  <a:pt x="0" y="3756711"/>
                </a:cubicBezTo>
                <a:lnTo>
                  <a:pt x="743964" y="3320170"/>
                </a:lnTo>
                <a:cubicBezTo>
                  <a:pt x="811597" y="3459535"/>
                  <a:pt x="908435" y="3572769"/>
                  <a:pt x="1034479" y="3659872"/>
                </a:cubicBezTo>
                <a:cubicBezTo>
                  <a:pt x="1160522" y="3746976"/>
                  <a:pt x="1315771" y="3790527"/>
                  <a:pt x="1500225" y="3790527"/>
                </a:cubicBezTo>
                <a:cubicBezTo>
                  <a:pt x="1688777" y="3790527"/>
                  <a:pt x="1847100" y="3742365"/>
                  <a:pt x="1975193" y="3646038"/>
                </a:cubicBezTo>
                <a:cubicBezTo>
                  <a:pt x="2103286" y="3549712"/>
                  <a:pt x="2167333" y="3406248"/>
                  <a:pt x="2167333" y="3215646"/>
                </a:cubicBezTo>
                <a:cubicBezTo>
                  <a:pt x="2167333" y="3018895"/>
                  <a:pt x="2081767" y="2868770"/>
                  <a:pt x="1910634" y="2765271"/>
                </a:cubicBezTo>
                <a:cubicBezTo>
                  <a:pt x="1739502" y="2661772"/>
                  <a:pt x="1504323" y="2608998"/>
                  <a:pt x="1205098" y="2606948"/>
                </a:cubicBezTo>
                <a:lnTo>
                  <a:pt x="845413" y="2606948"/>
                </a:lnTo>
                <a:lnTo>
                  <a:pt x="845413" y="1850687"/>
                </a:lnTo>
                <a:lnTo>
                  <a:pt x="1174356" y="1850687"/>
                </a:lnTo>
                <a:cubicBezTo>
                  <a:pt x="1461284" y="1850687"/>
                  <a:pt x="1676480" y="1802524"/>
                  <a:pt x="1819944" y="1706199"/>
                </a:cubicBezTo>
                <a:cubicBezTo>
                  <a:pt x="1963409" y="1609873"/>
                  <a:pt x="2035141" y="1457186"/>
                  <a:pt x="2035141" y="1248138"/>
                </a:cubicBezTo>
                <a:cubicBezTo>
                  <a:pt x="2035141" y="1090327"/>
                  <a:pt x="1984416" y="967871"/>
                  <a:pt x="1882966" y="880768"/>
                </a:cubicBezTo>
                <a:cubicBezTo>
                  <a:pt x="1781517" y="793664"/>
                  <a:pt x="1657010" y="750113"/>
                  <a:pt x="1509447" y="750113"/>
                </a:cubicBezTo>
                <a:cubicBezTo>
                  <a:pt x="1370082" y="750113"/>
                  <a:pt x="1240452" y="785466"/>
                  <a:pt x="1120557" y="856174"/>
                </a:cubicBezTo>
                <a:cubicBezTo>
                  <a:pt x="1000662" y="926881"/>
                  <a:pt x="900749" y="1038066"/>
                  <a:pt x="820820" y="1189728"/>
                </a:cubicBezTo>
                <a:lnTo>
                  <a:pt x="98375" y="842340"/>
                </a:lnTo>
                <a:cubicBezTo>
                  <a:pt x="223394" y="602550"/>
                  <a:pt x="417583" y="402212"/>
                  <a:pt x="680942" y="241328"/>
                </a:cubicBezTo>
                <a:cubicBezTo>
                  <a:pt x="944301" y="80443"/>
                  <a:pt x="1256335" y="0"/>
                  <a:pt x="1617045" y="0"/>
                </a:cubicBezTo>
                <a:close/>
              </a:path>
            </a:pathLst>
          </a:custGeom>
          <a:gradFill flip="none" rotWithShape="1">
            <a:gsLst>
              <a:gs pos="48000">
                <a:srgbClr val="1D90B2"/>
              </a:gs>
              <a:gs pos="0">
                <a:srgbClr val="107197"/>
              </a:gs>
              <a:gs pos="100000">
                <a:srgbClr val="8F6FB5"/>
              </a:gs>
            </a:gsLst>
            <a:lin ang="2700000" scaled="1"/>
            <a:tileRect/>
          </a:gradFill>
          <a:ln w="3175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defTabSz="932472" fontAlgn="base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IN"/>
          </a:p>
        </p:txBody>
      </p:sp>
      <p:sp>
        <p:nvSpPr>
          <p:cNvPr id="4" name="Text Placeholder 35">
            <a:extLst>
              <a:ext uri="{FF2B5EF4-FFF2-40B4-BE49-F238E27FC236}">
                <a16:creationId xmlns:a16="http://schemas.microsoft.com/office/drawing/2014/main" id="{3F81B5F6-C27C-7767-274D-3851FAB8FFCC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4584700" y="2525349"/>
            <a:ext cx="7024688" cy="68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44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Section Title</a:t>
            </a:r>
          </a:p>
        </p:txBody>
      </p:sp>
      <p:sp>
        <p:nvSpPr>
          <p:cNvPr id="5" name="Text Placeholder 35">
            <a:extLst>
              <a:ext uri="{FF2B5EF4-FFF2-40B4-BE49-F238E27FC236}">
                <a16:creationId xmlns:a16="http://schemas.microsoft.com/office/drawing/2014/main" id="{E6C751DB-99DC-F392-A5BA-596535711174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4584700" y="3414349"/>
            <a:ext cx="7024688" cy="209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28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948085930"/>
      </p:ext>
    </p:extLst>
  </p:cSld>
  <p:clrMapOvr>
    <a:masterClrMapping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number slides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03BEC7-481F-5C7C-F9FC-D7200DA24F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1BC9042-B771-5150-20FD-1EEBCA6E8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D78580-AEEF-6EF4-D887-8A6042594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507449"/>
            <a:ext cx="1497779" cy="13505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DADC848-E47E-9D68-7F28-7E04E4B70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791659" y="2452093"/>
            <a:ext cx="3154161" cy="4405907"/>
          </a:xfrm>
          <a:custGeom>
            <a:avLst/>
            <a:gdLst/>
            <a:ahLst/>
            <a:cxnLst/>
            <a:rect l="l" t="t" r="r" b="b"/>
            <a:pathLst>
              <a:path w="3154161" h="4405907">
                <a:moveTo>
                  <a:pt x="1816870" y="1263509"/>
                </a:moveTo>
                <a:cubicBezTo>
                  <a:pt x="1749237" y="1396725"/>
                  <a:pt x="1674943" y="1531479"/>
                  <a:pt x="1593989" y="1667770"/>
                </a:cubicBezTo>
                <a:cubicBezTo>
                  <a:pt x="1513034" y="1804061"/>
                  <a:pt x="1431567" y="1937790"/>
                  <a:pt x="1349587" y="2068957"/>
                </a:cubicBezTo>
                <a:cubicBezTo>
                  <a:pt x="1265558" y="2198075"/>
                  <a:pt x="1180505" y="2322581"/>
                  <a:pt x="1094426" y="2442477"/>
                </a:cubicBezTo>
                <a:cubicBezTo>
                  <a:pt x="1008348" y="2562372"/>
                  <a:pt x="925343" y="2674581"/>
                  <a:pt x="845414" y="2779105"/>
                </a:cubicBezTo>
                <a:lnTo>
                  <a:pt x="1816870" y="2779105"/>
                </a:lnTo>
                <a:close/>
                <a:moveTo>
                  <a:pt x="1801499" y="0"/>
                </a:moveTo>
                <a:lnTo>
                  <a:pt x="2739140" y="0"/>
                </a:lnTo>
                <a:lnTo>
                  <a:pt x="2739140" y="2779105"/>
                </a:lnTo>
                <a:lnTo>
                  <a:pt x="3154161" y="2779105"/>
                </a:lnTo>
                <a:lnTo>
                  <a:pt x="3154161" y="3504623"/>
                </a:lnTo>
                <a:lnTo>
                  <a:pt x="2739140" y="3504623"/>
                </a:lnTo>
                <a:lnTo>
                  <a:pt x="2739140" y="4405907"/>
                </a:lnTo>
                <a:lnTo>
                  <a:pt x="1816870" y="4405907"/>
                </a:lnTo>
                <a:lnTo>
                  <a:pt x="1816870" y="3504623"/>
                </a:lnTo>
                <a:lnTo>
                  <a:pt x="0" y="3504623"/>
                </a:lnTo>
                <a:lnTo>
                  <a:pt x="0" y="2745288"/>
                </a:lnTo>
                <a:cubicBezTo>
                  <a:pt x="159860" y="2554686"/>
                  <a:pt x="326381" y="2346151"/>
                  <a:pt x="499563" y="2119682"/>
                </a:cubicBezTo>
                <a:cubicBezTo>
                  <a:pt x="672744" y="1893214"/>
                  <a:pt x="839265" y="1660085"/>
                  <a:pt x="999125" y="1420295"/>
                </a:cubicBezTo>
                <a:cubicBezTo>
                  <a:pt x="1161035" y="1180505"/>
                  <a:pt x="1311160" y="939177"/>
                  <a:pt x="1449500" y="696313"/>
                </a:cubicBezTo>
                <a:cubicBezTo>
                  <a:pt x="1587840" y="453449"/>
                  <a:pt x="1705174" y="221345"/>
                  <a:pt x="1801499" y="0"/>
                </a:cubicBezTo>
                <a:close/>
              </a:path>
            </a:pathLst>
          </a:custGeom>
          <a:gradFill flip="none" rotWithShape="1">
            <a:gsLst>
              <a:gs pos="48000">
                <a:srgbClr val="1D90B2"/>
              </a:gs>
              <a:gs pos="0">
                <a:srgbClr val="107197"/>
              </a:gs>
              <a:gs pos="100000">
                <a:srgbClr val="8F6FB5"/>
              </a:gs>
            </a:gsLst>
            <a:lin ang="2700000" scaled="1"/>
            <a:tileRect/>
          </a:gradFill>
          <a:ln w="3175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defTabSz="932472" fontAlgn="base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IN">
              <a:solidFill>
                <a:schemeClr val="bg1"/>
              </a:solidFill>
            </a:endParaRPr>
          </a:p>
        </p:txBody>
      </p:sp>
      <p:sp>
        <p:nvSpPr>
          <p:cNvPr id="4" name="Text Placeholder 35">
            <a:extLst>
              <a:ext uri="{FF2B5EF4-FFF2-40B4-BE49-F238E27FC236}">
                <a16:creationId xmlns:a16="http://schemas.microsoft.com/office/drawing/2014/main" id="{3F81B5F6-C27C-7767-274D-3851FAB8FFCC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4584700" y="2525349"/>
            <a:ext cx="7024688" cy="68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44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Section Title</a:t>
            </a:r>
          </a:p>
        </p:txBody>
      </p:sp>
      <p:sp>
        <p:nvSpPr>
          <p:cNvPr id="5" name="Text Placeholder 35">
            <a:extLst>
              <a:ext uri="{FF2B5EF4-FFF2-40B4-BE49-F238E27FC236}">
                <a16:creationId xmlns:a16="http://schemas.microsoft.com/office/drawing/2014/main" id="{E6C751DB-99DC-F392-A5BA-596535711174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4584700" y="3414349"/>
            <a:ext cx="7024688" cy="209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28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642239948"/>
      </p:ext>
    </p:extLst>
  </p:cSld>
  <p:clrMapOvr>
    <a:masterClrMapping/>
  </p:clrMapOvr>
  <p:transition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umber slides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5AD204-FDB9-D8DB-68CF-B573A22C37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1BC9042-B771-5150-20FD-1EEBCA6E8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D78580-AEEF-6EF4-D887-8A6042594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507449"/>
            <a:ext cx="1497779" cy="13505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DC91E59-9D00-BD7E-8668-ABA0332A9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816253" y="2367185"/>
            <a:ext cx="3104973" cy="4482229"/>
          </a:xfrm>
          <a:custGeom>
            <a:avLst/>
            <a:gdLst/>
            <a:ahLst/>
            <a:cxnLst/>
            <a:rect l="l" t="t" r="r" b="b"/>
            <a:pathLst>
              <a:path w="3104973" h="4482229">
                <a:moveTo>
                  <a:pt x="516471" y="0"/>
                </a:moveTo>
                <a:lnTo>
                  <a:pt x="2849812" y="0"/>
                </a:lnTo>
                <a:lnTo>
                  <a:pt x="2849812" y="793152"/>
                </a:lnTo>
                <a:lnTo>
                  <a:pt x="1257360" y="793152"/>
                </a:lnTo>
                <a:lnTo>
                  <a:pt x="1195876" y="1663159"/>
                </a:lnTo>
                <a:cubicBezTo>
                  <a:pt x="1275806" y="1657010"/>
                  <a:pt x="1349075" y="1652399"/>
                  <a:pt x="1415683" y="1649325"/>
                </a:cubicBezTo>
                <a:cubicBezTo>
                  <a:pt x="1482292" y="1646251"/>
                  <a:pt x="1562734" y="1644713"/>
                  <a:pt x="1657010" y="1644713"/>
                </a:cubicBezTo>
                <a:cubicBezTo>
                  <a:pt x="2109947" y="1644713"/>
                  <a:pt x="2464509" y="1764609"/>
                  <a:pt x="2720694" y="2004399"/>
                </a:cubicBezTo>
                <a:cubicBezTo>
                  <a:pt x="2976880" y="2244189"/>
                  <a:pt x="3104973" y="2566983"/>
                  <a:pt x="3104973" y="2972781"/>
                </a:cubicBezTo>
                <a:cubicBezTo>
                  <a:pt x="3104973" y="3417520"/>
                  <a:pt x="2955361" y="3780279"/>
                  <a:pt x="2656135" y="4061059"/>
                </a:cubicBezTo>
                <a:cubicBezTo>
                  <a:pt x="2356910" y="4341839"/>
                  <a:pt x="1967508" y="4482229"/>
                  <a:pt x="1487928" y="4482229"/>
                </a:cubicBezTo>
                <a:cubicBezTo>
                  <a:pt x="1147713" y="4482229"/>
                  <a:pt x="853611" y="4412546"/>
                  <a:pt x="605623" y="4273181"/>
                </a:cubicBezTo>
                <a:cubicBezTo>
                  <a:pt x="357635" y="4133816"/>
                  <a:pt x="155761" y="3925793"/>
                  <a:pt x="0" y="3649112"/>
                </a:cubicBezTo>
                <a:lnTo>
                  <a:pt x="753187" y="3231017"/>
                </a:lnTo>
                <a:cubicBezTo>
                  <a:pt x="837215" y="3394976"/>
                  <a:pt x="937640" y="3518457"/>
                  <a:pt x="1054461" y="3601462"/>
                </a:cubicBezTo>
                <a:cubicBezTo>
                  <a:pt x="1171282" y="3684466"/>
                  <a:pt x="1315771" y="3725968"/>
                  <a:pt x="1487928" y="3725968"/>
                </a:cubicBezTo>
                <a:cubicBezTo>
                  <a:pt x="1674431" y="3725968"/>
                  <a:pt x="1829167" y="3667558"/>
                  <a:pt x="1952136" y="3550737"/>
                </a:cubicBezTo>
                <a:cubicBezTo>
                  <a:pt x="2075106" y="3433916"/>
                  <a:pt x="2136590" y="3279180"/>
                  <a:pt x="2136590" y="3086528"/>
                </a:cubicBezTo>
                <a:cubicBezTo>
                  <a:pt x="2136590" y="2854936"/>
                  <a:pt x="2056148" y="2683804"/>
                  <a:pt x="1895263" y="2573131"/>
                </a:cubicBezTo>
                <a:cubicBezTo>
                  <a:pt x="1734379" y="2462459"/>
                  <a:pt x="1499200" y="2407123"/>
                  <a:pt x="1189727" y="2407123"/>
                </a:cubicBezTo>
                <a:cubicBezTo>
                  <a:pt x="1077005" y="2407123"/>
                  <a:pt x="945838" y="2411734"/>
                  <a:pt x="796226" y="2420957"/>
                </a:cubicBezTo>
                <a:cubicBezTo>
                  <a:pt x="646613" y="2430180"/>
                  <a:pt x="498025" y="2442989"/>
                  <a:pt x="350462" y="2459385"/>
                </a:cubicBezTo>
                <a:close/>
              </a:path>
            </a:pathLst>
          </a:custGeom>
          <a:gradFill flip="none" rotWithShape="1">
            <a:gsLst>
              <a:gs pos="48000">
                <a:srgbClr val="1D90B2"/>
              </a:gs>
              <a:gs pos="0">
                <a:srgbClr val="107197"/>
              </a:gs>
              <a:gs pos="100000">
                <a:srgbClr val="8F6FB5"/>
              </a:gs>
            </a:gsLst>
            <a:lin ang="2700000" scaled="1"/>
            <a:tileRect/>
          </a:gradFill>
          <a:ln w="3175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defTabSz="932472" fontAlgn="base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IN">
              <a:solidFill>
                <a:schemeClr val="bg1"/>
              </a:solidFill>
            </a:endParaRPr>
          </a:p>
        </p:txBody>
      </p:sp>
      <p:sp>
        <p:nvSpPr>
          <p:cNvPr id="4" name="Text Placeholder 35">
            <a:extLst>
              <a:ext uri="{FF2B5EF4-FFF2-40B4-BE49-F238E27FC236}">
                <a16:creationId xmlns:a16="http://schemas.microsoft.com/office/drawing/2014/main" id="{3F81B5F6-C27C-7767-274D-3851FAB8FFCC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4584700" y="2525349"/>
            <a:ext cx="7024688" cy="68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44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Section Title</a:t>
            </a:r>
          </a:p>
        </p:txBody>
      </p:sp>
      <p:sp>
        <p:nvSpPr>
          <p:cNvPr id="5" name="Text Placeholder 35">
            <a:extLst>
              <a:ext uri="{FF2B5EF4-FFF2-40B4-BE49-F238E27FC236}">
                <a16:creationId xmlns:a16="http://schemas.microsoft.com/office/drawing/2014/main" id="{E6C751DB-99DC-F392-A5BA-596535711174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4584700" y="3414349"/>
            <a:ext cx="7024688" cy="209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28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991771427"/>
      </p:ext>
    </p:extLst>
  </p:cSld>
  <p:clrMapOvr>
    <a:masterClrMapping/>
  </p:clrMapOvr>
  <p:transition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number slides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363E4F-046D-45A8-B461-26270C0AD2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1BC9042-B771-5150-20FD-1EEBCA6E8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D78580-AEEF-6EF4-D887-8A6042594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507449"/>
            <a:ext cx="1497779" cy="13505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9021368-1CAC-F4BF-771C-C2DF5F6FD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874663" y="2293404"/>
            <a:ext cx="3037341" cy="4556010"/>
          </a:xfrm>
          <a:custGeom>
            <a:avLst/>
            <a:gdLst/>
            <a:ahLst/>
            <a:cxnLst/>
            <a:rect l="l" t="t" r="r" b="b"/>
            <a:pathLst>
              <a:path w="3037341" h="4556010">
                <a:moveTo>
                  <a:pt x="1555561" y="2379454"/>
                </a:moveTo>
                <a:cubicBezTo>
                  <a:pt x="1369058" y="2379454"/>
                  <a:pt x="1221495" y="2449649"/>
                  <a:pt x="1112872" y="2590039"/>
                </a:cubicBezTo>
                <a:cubicBezTo>
                  <a:pt x="1004249" y="2730429"/>
                  <a:pt x="949938" y="2893875"/>
                  <a:pt x="949938" y="3080379"/>
                </a:cubicBezTo>
                <a:cubicBezTo>
                  <a:pt x="949938" y="3295575"/>
                  <a:pt x="1004249" y="3468757"/>
                  <a:pt x="1112872" y="3599924"/>
                </a:cubicBezTo>
                <a:cubicBezTo>
                  <a:pt x="1221495" y="3731091"/>
                  <a:pt x="1361884" y="3796675"/>
                  <a:pt x="1534041" y="3796675"/>
                </a:cubicBezTo>
                <a:cubicBezTo>
                  <a:pt x="1722594" y="3796675"/>
                  <a:pt x="1870157" y="3730067"/>
                  <a:pt x="1976731" y="3596850"/>
                </a:cubicBezTo>
                <a:cubicBezTo>
                  <a:pt x="2083304" y="3463633"/>
                  <a:pt x="2136591" y="3290452"/>
                  <a:pt x="2136591" y="3077305"/>
                </a:cubicBezTo>
                <a:cubicBezTo>
                  <a:pt x="2136591" y="2866207"/>
                  <a:pt x="2085866" y="2697125"/>
                  <a:pt x="1984416" y="2570057"/>
                </a:cubicBezTo>
                <a:cubicBezTo>
                  <a:pt x="1882967" y="2442988"/>
                  <a:pt x="1740015" y="2379454"/>
                  <a:pt x="1555561" y="2379454"/>
                </a:cubicBezTo>
                <a:close/>
                <a:moveTo>
                  <a:pt x="1773832" y="0"/>
                </a:moveTo>
                <a:cubicBezTo>
                  <a:pt x="2046413" y="0"/>
                  <a:pt x="2289790" y="69170"/>
                  <a:pt x="2503961" y="207510"/>
                </a:cubicBezTo>
                <a:cubicBezTo>
                  <a:pt x="2718133" y="345850"/>
                  <a:pt x="2881580" y="527742"/>
                  <a:pt x="2994301" y="753186"/>
                </a:cubicBezTo>
                <a:lnTo>
                  <a:pt x="2317970" y="1152836"/>
                </a:lnTo>
                <a:cubicBezTo>
                  <a:pt x="2262634" y="1031916"/>
                  <a:pt x="2187828" y="935078"/>
                  <a:pt x="2093551" y="862321"/>
                </a:cubicBezTo>
                <a:cubicBezTo>
                  <a:pt x="1999275" y="789565"/>
                  <a:pt x="1882454" y="753186"/>
                  <a:pt x="1743089" y="753186"/>
                </a:cubicBezTo>
                <a:cubicBezTo>
                  <a:pt x="1640615" y="753186"/>
                  <a:pt x="1544801" y="773168"/>
                  <a:pt x="1455649" y="813133"/>
                </a:cubicBezTo>
                <a:cubicBezTo>
                  <a:pt x="1366496" y="853098"/>
                  <a:pt x="1285029" y="914071"/>
                  <a:pt x="1211247" y="996050"/>
                </a:cubicBezTo>
                <a:cubicBezTo>
                  <a:pt x="1108773" y="1106723"/>
                  <a:pt x="1032429" y="1252749"/>
                  <a:pt x="982217" y="1434128"/>
                </a:cubicBezTo>
                <a:cubicBezTo>
                  <a:pt x="932005" y="1615508"/>
                  <a:pt x="904849" y="1818919"/>
                  <a:pt x="900750" y="2044363"/>
                </a:cubicBezTo>
                <a:lnTo>
                  <a:pt x="928418" y="2044363"/>
                </a:lnTo>
                <a:cubicBezTo>
                  <a:pt x="1037041" y="1913196"/>
                  <a:pt x="1168720" y="1814308"/>
                  <a:pt x="1323457" y="1747700"/>
                </a:cubicBezTo>
                <a:cubicBezTo>
                  <a:pt x="1478193" y="1681091"/>
                  <a:pt x="1653937" y="1647787"/>
                  <a:pt x="1850687" y="1647787"/>
                </a:cubicBezTo>
                <a:cubicBezTo>
                  <a:pt x="2213447" y="1647787"/>
                  <a:pt x="2501912" y="1773831"/>
                  <a:pt x="2716083" y="2025918"/>
                </a:cubicBezTo>
                <a:cubicBezTo>
                  <a:pt x="2930255" y="2278005"/>
                  <a:pt x="3037341" y="2607972"/>
                  <a:pt x="3037341" y="3015820"/>
                </a:cubicBezTo>
                <a:cubicBezTo>
                  <a:pt x="3037341" y="3452361"/>
                  <a:pt x="2896438" y="3818194"/>
                  <a:pt x="2614634" y="4113321"/>
                </a:cubicBezTo>
                <a:cubicBezTo>
                  <a:pt x="2332829" y="4408447"/>
                  <a:pt x="1966483" y="4556010"/>
                  <a:pt x="1515596" y="4556010"/>
                </a:cubicBezTo>
                <a:cubicBezTo>
                  <a:pt x="1036016" y="4556010"/>
                  <a:pt x="663522" y="4387439"/>
                  <a:pt x="398113" y="4050299"/>
                </a:cubicBezTo>
                <a:cubicBezTo>
                  <a:pt x="132705" y="3713158"/>
                  <a:pt x="0" y="3200274"/>
                  <a:pt x="0" y="2511646"/>
                </a:cubicBezTo>
                <a:cubicBezTo>
                  <a:pt x="0" y="2077155"/>
                  <a:pt x="50725" y="1687240"/>
                  <a:pt x="152175" y="1341901"/>
                </a:cubicBezTo>
                <a:cubicBezTo>
                  <a:pt x="253624" y="996562"/>
                  <a:pt x="401700" y="714246"/>
                  <a:pt x="596401" y="494951"/>
                </a:cubicBezTo>
                <a:cubicBezTo>
                  <a:pt x="748063" y="324843"/>
                  <a:pt x="923294" y="199825"/>
                  <a:pt x="1122095" y="119895"/>
                </a:cubicBezTo>
                <a:cubicBezTo>
                  <a:pt x="1320895" y="39965"/>
                  <a:pt x="1538140" y="0"/>
                  <a:pt x="1773832" y="0"/>
                </a:cubicBezTo>
                <a:close/>
              </a:path>
            </a:pathLst>
          </a:custGeom>
          <a:gradFill flip="none" rotWithShape="1">
            <a:gsLst>
              <a:gs pos="48000">
                <a:srgbClr val="1D90B2"/>
              </a:gs>
              <a:gs pos="0">
                <a:srgbClr val="107197"/>
              </a:gs>
              <a:gs pos="100000">
                <a:srgbClr val="8F6FB5"/>
              </a:gs>
            </a:gsLst>
            <a:lin ang="2700000" scaled="1"/>
            <a:tileRect/>
          </a:gradFill>
          <a:ln w="3175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defTabSz="932472" fontAlgn="base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IN">
              <a:solidFill>
                <a:schemeClr val="bg1"/>
              </a:solidFill>
            </a:endParaRPr>
          </a:p>
        </p:txBody>
      </p:sp>
      <p:sp>
        <p:nvSpPr>
          <p:cNvPr id="4" name="Text Placeholder 35">
            <a:extLst>
              <a:ext uri="{FF2B5EF4-FFF2-40B4-BE49-F238E27FC236}">
                <a16:creationId xmlns:a16="http://schemas.microsoft.com/office/drawing/2014/main" id="{3F81B5F6-C27C-7767-274D-3851FAB8FFCC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4584700" y="2525349"/>
            <a:ext cx="7024688" cy="68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44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Section Title</a:t>
            </a:r>
          </a:p>
        </p:txBody>
      </p:sp>
      <p:sp>
        <p:nvSpPr>
          <p:cNvPr id="5" name="Text Placeholder 35">
            <a:extLst>
              <a:ext uri="{FF2B5EF4-FFF2-40B4-BE49-F238E27FC236}">
                <a16:creationId xmlns:a16="http://schemas.microsoft.com/office/drawing/2014/main" id="{E6C751DB-99DC-F392-A5BA-596535711174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4584700" y="3414349"/>
            <a:ext cx="7024688" cy="209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28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772971209"/>
      </p:ext>
    </p:extLst>
  </p:cSld>
  <p:clrMapOvr>
    <a:masterClrMapping/>
  </p:clrMapOvr>
  <p:transition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number slides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FA4067-A1AA-ECF2-E350-7AE3C188E2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1BC9042-B771-5150-20FD-1EEBCA6E8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D78580-AEEF-6EF4-D887-8A6042594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507449"/>
            <a:ext cx="1497779" cy="13505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A209AD3-A949-CB7B-5C0C-B6BC95916B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853144" y="2462435"/>
            <a:ext cx="3077305" cy="4395565"/>
          </a:xfrm>
          <a:custGeom>
            <a:avLst/>
            <a:gdLst/>
            <a:ahLst/>
            <a:cxnLst/>
            <a:rect l="l" t="t" r="r" b="b"/>
            <a:pathLst>
              <a:path w="3077305" h="4395565">
                <a:moveTo>
                  <a:pt x="0" y="0"/>
                </a:moveTo>
                <a:lnTo>
                  <a:pt x="3077305" y="0"/>
                </a:lnTo>
                <a:lnTo>
                  <a:pt x="3077305" y="559510"/>
                </a:lnTo>
                <a:cubicBezTo>
                  <a:pt x="2681754" y="1266583"/>
                  <a:pt x="2367158" y="1903974"/>
                  <a:pt x="2133516" y="2471682"/>
                </a:cubicBezTo>
                <a:cubicBezTo>
                  <a:pt x="1958285" y="2897463"/>
                  <a:pt x="1818792" y="3367052"/>
                  <a:pt x="1715036" y="3880448"/>
                </a:cubicBezTo>
                <a:lnTo>
                  <a:pt x="1625434" y="4395565"/>
                </a:lnTo>
                <a:lnTo>
                  <a:pt x="608122" y="4395565"/>
                </a:lnTo>
                <a:lnTo>
                  <a:pt x="703806" y="3902352"/>
                </a:lnTo>
                <a:cubicBezTo>
                  <a:pt x="815631" y="3405095"/>
                  <a:pt x="968382" y="2934353"/>
                  <a:pt x="1162059" y="2490127"/>
                </a:cubicBezTo>
                <a:cubicBezTo>
                  <a:pt x="1420294" y="1897825"/>
                  <a:pt x="1717470" y="1332167"/>
                  <a:pt x="2053586" y="793152"/>
                </a:cubicBezTo>
                <a:lnTo>
                  <a:pt x="0" y="793152"/>
                </a:lnTo>
                <a:close/>
              </a:path>
            </a:pathLst>
          </a:custGeom>
          <a:gradFill flip="none" rotWithShape="1">
            <a:gsLst>
              <a:gs pos="48000">
                <a:srgbClr val="1D90B2"/>
              </a:gs>
              <a:gs pos="0">
                <a:srgbClr val="107197"/>
              </a:gs>
              <a:gs pos="100000">
                <a:srgbClr val="8F6FB5"/>
              </a:gs>
            </a:gsLst>
            <a:lin ang="2700000" scaled="1"/>
            <a:tileRect/>
          </a:gradFill>
          <a:ln w="3175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defTabSz="932472" fontAlgn="base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IN">
              <a:solidFill>
                <a:schemeClr val="bg1"/>
              </a:solidFill>
            </a:endParaRPr>
          </a:p>
        </p:txBody>
      </p:sp>
      <p:sp>
        <p:nvSpPr>
          <p:cNvPr id="4" name="Text Placeholder 35">
            <a:extLst>
              <a:ext uri="{FF2B5EF4-FFF2-40B4-BE49-F238E27FC236}">
                <a16:creationId xmlns:a16="http://schemas.microsoft.com/office/drawing/2014/main" id="{3F81B5F6-C27C-7767-274D-3851FAB8FFCC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4584700" y="2525349"/>
            <a:ext cx="7024688" cy="68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44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Section Title</a:t>
            </a:r>
          </a:p>
        </p:txBody>
      </p:sp>
      <p:sp>
        <p:nvSpPr>
          <p:cNvPr id="5" name="Text Placeholder 35">
            <a:extLst>
              <a:ext uri="{FF2B5EF4-FFF2-40B4-BE49-F238E27FC236}">
                <a16:creationId xmlns:a16="http://schemas.microsoft.com/office/drawing/2014/main" id="{E6C751DB-99DC-F392-A5BA-596535711174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4584700" y="3414349"/>
            <a:ext cx="7024688" cy="209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28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21921588"/>
      </p:ext>
    </p:extLst>
  </p:cSld>
  <p:clrMapOvr>
    <a:masterClrMapping/>
  </p:clrMapOvr>
  <p:transition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number slides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1C547-6568-3A13-B127-CCEF7B45E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1BC9042-B771-5150-20FD-1EEBCA6E8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D78580-AEEF-6EF4-D887-8A6042594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507449"/>
            <a:ext cx="1497779" cy="13505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156F505-C16B-A784-AF6D-9E7D713B21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846995" y="2293404"/>
            <a:ext cx="3095751" cy="4556010"/>
          </a:xfrm>
          <a:custGeom>
            <a:avLst/>
            <a:gdLst/>
            <a:ahLst/>
            <a:cxnLst/>
            <a:rect l="l" t="t" r="r" b="b"/>
            <a:pathLst>
              <a:path w="3095751" h="4556010">
                <a:moveTo>
                  <a:pt x="1555561" y="2560834"/>
                </a:moveTo>
                <a:cubicBezTo>
                  <a:pt x="1367008" y="2560834"/>
                  <a:pt x="1210222" y="2622831"/>
                  <a:pt x="1085204" y="2746825"/>
                </a:cubicBezTo>
                <a:cubicBezTo>
                  <a:pt x="960185" y="2870819"/>
                  <a:pt x="897676" y="3026068"/>
                  <a:pt x="897676" y="3212571"/>
                </a:cubicBezTo>
                <a:cubicBezTo>
                  <a:pt x="897676" y="3413421"/>
                  <a:pt x="958135" y="3571744"/>
                  <a:pt x="1079055" y="3687540"/>
                </a:cubicBezTo>
                <a:cubicBezTo>
                  <a:pt x="1199975" y="3803335"/>
                  <a:pt x="1358810" y="3861234"/>
                  <a:pt x="1555561" y="3861234"/>
                </a:cubicBezTo>
                <a:cubicBezTo>
                  <a:pt x="1742064" y="3861234"/>
                  <a:pt x="1897313" y="3802311"/>
                  <a:pt x="2021307" y="3684465"/>
                </a:cubicBezTo>
                <a:cubicBezTo>
                  <a:pt x="2145301" y="3566620"/>
                  <a:pt x="2207298" y="3409322"/>
                  <a:pt x="2207298" y="3212571"/>
                </a:cubicBezTo>
                <a:cubicBezTo>
                  <a:pt x="2207298" y="3034265"/>
                  <a:pt x="2146838" y="2881066"/>
                  <a:pt x="2025918" y="2752973"/>
                </a:cubicBezTo>
                <a:cubicBezTo>
                  <a:pt x="1904999" y="2624880"/>
                  <a:pt x="1748213" y="2560834"/>
                  <a:pt x="1555561" y="2560834"/>
                </a:cubicBezTo>
                <a:close/>
                <a:moveTo>
                  <a:pt x="1564784" y="697850"/>
                </a:moveTo>
                <a:cubicBezTo>
                  <a:pt x="1411072" y="697850"/>
                  <a:pt x="1283492" y="748062"/>
                  <a:pt x="1182042" y="848487"/>
                </a:cubicBezTo>
                <a:cubicBezTo>
                  <a:pt x="1080592" y="948912"/>
                  <a:pt x="1029867" y="1083154"/>
                  <a:pt x="1029867" y="1251211"/>
                </a:cubicBezTo>
                <a:cubicBezTo>
                  <a:pt x="1029867" y="1421319"/>
                  <a:pt x="1083154" y="1558634"/>
                  <a:pt x="1189728" y="1663158"/>
                </a:cubicBezTo>
                <a:cubicBezTo>
                  <a:pt x="1296301" y="1767682"/>
                  <a:pt x="1421320" y="1819944"/>
                  <a:pt x="1564784" y="1819944"/>
                </a:cubicBezTo>
                <a:cubicBezTo>
                  <a:pt x="1710297" y="1819944"/>
                  <a:pt x="1836341" y="1768707"/>
                  <a:pt x="1942914" y="1666233"/>
                </a:cubicBezTo>
                <a:cubicBezTo>
                  <a:pt x="2049487" y="1563758"/>
                  <a:pt x="2102774" y="1425418"/>
                  <a:pt x="2102774" y="1251211"/>
                </a:cubicBezTo>
                <a:cubicBezTo>
                  <a:pt x="2102774" y="1079054"/>
                  <a:pt x="2050000" y="943788"/>
                  <a:pt x="1944451" y="845413"/>
                </a:cubicBezTo>
                <a:cubicBezTo>
                  <a:pt x="1838903" y="747038"/>
                  <a:pt x="1712347" y="697850"/>
                  <a:pt x="1564784" y="697850"/>
                </a:cubicBezTo>
                <a:close/>
                <a:moveTo>
                  <a:pt x="1561709" y="0"/>
                </a:moveTo>
                <a:cubicBezTo>
                  <a:pt x="1973657" y="0"/>
                  <a:pt x="2311309" y="109647"/>
                  <a:pt x="2574669" y="328942"/>
                </a:cubicBezTo>
                <a:cubicBezTo>
                  <a:pt x="2838028" y="548237"/>
                  <a:pt x="2969707" y="824918"/>
                  <a:pt x="2969707" y="1158984"/>
                </a:cubicBezTo>
                <a:cubicBezTo>
                  <a:pt x="2969707" y="1368032"/>
                  <a:pt x="2910785" y="1556585"/>
                  <a:pt x="2792939" y="1724643"/>
                </a:cubicBezTo>
                <a:cubicBezTo>
                  <a:pt x="2675094" y="1892701"/>
                  <a:pt x="2512672" y="2035140"/>
                  <a:pt x="2305673" y="2151961"/>
                </a:cubicBezTo>
                <a:cubicBezTo>
                  <a:pt x="2568008" y="2256485"/>
                  <a:pt x="2765271" y="2409172"/>
                  <a:pt x="2897463" y="2610022"/>
                </a:cubicBezTo>
                <a:cubicBezTo>
                  <a:pt x="3029655" y="2810871"/>
                  <a:pt x="3095751" y="3036315"/>
                  <a:pt x="3095751" y="3286352"/>
                </a:cubicBezTo>
                <a:cubicBezTo>
                  <a:pt x="3095751" y="3663458"/>
                  <a:pt x="2953824" y="3969344"/>
                  <a:pt x="2669970" y="4204010"/>
                </a:cubicBezTo>
                <a:cubicBezTo>
                  <a:pt x="2386116" y="4438677"/>
                  <a:pt x="2013622" y="4556010"/>
                  <a:pt x="1552487" y="4556010"/>
                </a:cubicBezTo>
                <a:cubicBezTo>
                  <a:pt x="1095451" y="4556010"/>
                  <a:pt x="722445" y="4438677"/>
                  <a:pt x="433467" y="4204010"/>
                </a:cubicBezTo>
                <a:cubicBezTo>
                  <a:pt x="144489" y="3969344"/>
                  <a:pt x="0" y="3666532"/>
                  <a:pt x="0" y="3295575"/>
                </a:cubicBezTo>
                <a:cubicBezTo>
                  <a:pt x="0" y="3047587"/>
                  <a:pt x="65071" y="2824705"/>
                  <a:pt x="195214" y="2626930"/>
                </a:cubicBezTo>
                <a:cubicBezTo>
                  <a:pt x="325356" y="2429154"/>
                  <a:pt x="521595" y="2278005"/>
                  <a:pt x="783929" y="2173481"/>
                </a:cubicBezTo>
                <a:cubicBezTo>
                  <a:pt x="585129" y="2056660"/>
                  <a:pt x="430905" y="1913196"/>
                  <a:pt x="321257" y="1743088"/>
                </a:cubicBezTo>
                <a:cubicBezTo>
                  <a:pt x="211610" y="1572981"/>
                  <a:pt x="156786" y="1382379"/>
                  <a:pt x="156786" y="1171281"/>
                </a:cubicBezTo>
                <a:cubicBezTo>
                  <a:pt x="156786" y="835165"/>
                  <a:pt x="288466" y="555923"/>
                  <a:pt x="551825" y="333554"/>
                </a:cubicBezTo>
                <a:cubicBezTo>
                  <a:pt x="815184" y="111184"/>
                  <a:pt x="1151812" y="0"/>
                  <a:pt x="1561709" y="0"/>
                </a:cubicBezTo>
                <a:close/>
              </a:path>
            </a:pathLst>
          </a:custGeom>
          <a:gradFill flip="none" rotWithShape="1">
            <a:gsLst>
              <a:gs pos="48000">
                <a:srgbClr val="1D90B2"/>
              </a:gs>
              <a:gs pos="0">
                <a:srgbClr val="107197"/>
              </a:gs>
              <a:gs pos="100000">
                <a:srgbClr val="8F6FB5"/>
              </a:gs>
            </a:gsLst>
            <a:lin ang="2700000" scaled="1"/>
            <a:tileRect/>
          </a:gradFill>
          <a:ln w="3175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defTabSz="932472" fontAlgn="base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IN">
              <a:solidFill>
                <a:schemeClr val="bg1"/>
              </a:solidFill>
            </a:endParaRPr>
          </a:p>
        </p:txBody>
      </p:sp>
      <p:sp>
        <p:nvSpPr>
          <p:cNvPr id="4" name="Text Placeholder 35">
            <a:extLst>
              <a:ext uri="{FF2B5EF4-FFF2-40B4-BE49-F238E27FC236}">
                <a16:creationId xmlns:a16="http://schemas.microsoft.com/office/drawing/2014/main" id="{3F81B5F6-C27C-7767-274D-3851FAB8FFCC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4584700" y="2525349"/>
            <a:ext cx="7024688" cy="68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44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Section Title</a:t>
            </a:r>
          </a:p>
        </p:txBody>
      </p:sp>
      <p:sp>
        <p:nvSpPr>
          <p:cNvPr id="5" name="Text Placeholder 35">
            <a:extLst>
              <a:ext uri="{FF2B5EF4-FFF2-40B4-BE49-F238E27FC236}">
                <a16:creationId xmlns:a16="http://schemas.microsoft.com/office/drawing/2014/main" id="{E6C751DB-99DC-F392-A5BA-596535711174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4584700" y="3414349"/>
            <a:ext cx="7024688" cy="209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28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561826183"/>
      </p:ext>
    </p:extLst>
  </p:cSld>
  <p:clrMapOvr>
    <a:masterClrMapping/>
  </p:clrMapOvr>
  <p:transition>
    <p:fade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number slides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A5D2A7-EACF-C8F8-3D96-C79AEC94F8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1BC9042-B771-5150-20FD-1EEBCA6E8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D78580-AEEF-6EF4-D887-8A6042594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507449"/>
            <a:ext cx="1497779" cy="13505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B6B9379-B20D-D1BD-A37B-80ADDB2E2B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874663" y="2293404"/>
            <a:ext cx="3037341" cy="4556010"/>
          </a:xfrm>
          <a:custGeom>
            <a:avLst/>
            <a:gdLst/>
            <a:ahLst/>
            <a:cxnLst/>
            <a:rect l="l" t="t" r="r" b="b"/>
            <a:pathLst>
              <a:path w="3037341" h="4556010">
                <a:moveTo>
                  <a:pt x="1515596" y="753186"/>
                </a:moveTo>
                <a:cubicBezTo>
                  <a:pt x="1341390" y="753186"/>
                  <a:pt x="1199463" y="822356"/>
                  <a:pt x="1089815" y="960697"/>
                </a:cubicBezTo>
                <a:cubicBezTo>
                  <a:pt x="980168" y="1099037"/>
                  <a:pt x="925344" y="1269657"/>
                  <a:pt x="925344" y="1472556"/>
                </a:cubicBezTo>
                <a:cubicBezTo>
                  <a:pt x="925344" y="1708247"/>
                  <a:pt x="977093" y="1885015"/>
                  <a:pt x="1080592" y="2002861"/>
                </a:cubicBezTo>
                <a:cubicBezTo>
                  <a:pt x="1184091" y="2120706"/>
                  <a:pt x="1335241" y="2179629"/>
                  <a:pt x="1534041" y="2179629"/>
                </a:cubicBezTo>
                <a:cubicBezTo>
                  <a:pt x="1710297" y="2179629"/>
                  <a:pt x="1851712" y="2118145"/>
                  <a:pt x="1958285" y="1995175"/>
                </a:cubicBezTo>
                <a:cubicBezTo>
                  <a:pt x="2064859" y="1872206"/>
                  <a:pt x="2118145" y="1723618"/>
                  <a:pt x="2118145" y="1549412"/>
                </a:cubicBezTo>
                <a:cubicBezTo>
                  <a:pt x="2118145" y="1328067"/>
                  <a:pt x="2061785" y="1140027"/>
                  <a:pt x="1949062" y="985290"/>
                </a:cubicBezTo>
                <a:cubicBezTo>
                  <a:pt x="1836341" y="830554"/>
                  <a:pt x="1691852" y="753186"/>
                  <a:pt x="1515596" y="753186"/>
                </a:cubicBezTo>
                <a:close/>
                <a:moveTo>
                  <a:pt x="1540190" y="0"/>
                </a:moveTo>
                <a:cubicBezTo>
                  <a:pt x="2013622" y="0"/>
                  <a:pt x="2381504" y="174718"/>
                  <a:pt x="2643839" y="524156"/>
                </a:cubicBezTo>
                <a:cubicBezTo>
                  <a:pt x="2906174" y="873593"/>
                  <a:pt x="3037341" y="1387502"/>
                  <a:pt x="3037341" y="2065883"/>
                </a:cubicBezTo>
                <a:cubicBezTo>
                  <a:pt x="3037341" y="2861084"/>
                  <a:pt x="2882604" y="3474905"/>
                  <a:pt x="2573132" y="3907347"/>
                </a:cubicBezTo>
                <a:cubicBezTo>
                  <a:pt x="2263659" y="4339789"/>
                  <a:pt x="1835316" y="4556010"/>
                  <a:pt x="1288103" y="4556010"/>
                </a:cubicBezTo>
                <a:cubicBezTo>
                  <a:pt x="966334" y="4556010"/>
                  <a:pt x="699900" y="4488889"/>
                  <a:pt x="488803" y="4354648"/>
                </a:cubicBezTo>
                <a:cubicBezTo>
                  <a:pt x="277706" y="4220406"/>
                  <a:pt x="114772" y="4043638"/>
                  <a:pt x="0" y="3824343"/>
                </a:cubicBezTo>
                <a:lnTo>
                  <a:pt x="639440" y="3384728"/>
                </a:lnTo>
                <a:cubicBezTo>
                  <a:pt x="707073" y="3522043"/>
                  <a:pt x="793664" y="3627592"/>
                  <a:pt x="899213" y="3701374"/>
                </a:cubicBezTo>
                <a:cubicBezTo>
                  <a:pt x="1004761" y="3775155"/>
                  <a:pt x="1135416" y="3812046"/>
                  <a:pt x="1291177" y="3812046"/>
                </a:cubicBezTo>
                <a:cubicBezTo>
                  <a:pt x="1512522" y="3812046"/>
                  <a:pt x="1711834" y="3709571"/>
                  <a:pt x="1889115" y="3504623"/>
                </a:cubicBezTo>
                <a:cubicBezTo>
                  <a:pt x="2066396" y="3299674"/>
                  <a:pt x="2155036" y="2972781"/>
                  <a:pt x="2155036" y="2523943"/>
                </a:cubicBezTo>
                <a:lnTo>
                  <a:pt x="2139665" y="2517795"/>
                </a:lnTo>
                <a:cubicBezTo>
                  <a:pt x="2047438" y="2638714"/>
                  <a:pt x="1927543" y="2735040"/>
                  <a:pt x="1779980" y="2806772"/>
                </a:cubicBezTo>
                <a:cubicBezTo>
                  <a:pt x="1632417" y="2878504"/>
                  <a:pt x="1457186" y="2914370"/>
                  <a:pt x="1254286" y="2914370"/>
                </a:cubicBezTo>
                <a:cubicBezTo>
                  <a:pt x="883329" y="2914370"/>
                  <a:pt x="587691" y="2791401"/>
                  <a:pt x="367371" y="2545463"/>
                </a:cubicBezTo>
                <a:cubicBezTo>
                  <a:pt x="147051" y="2299524"/>
                  <a:pt x="36891" y="1969557"/>
                  <a:pt x="36891" y="1555560"/>
                </a:cubicBezTo>
                <a:cubicBezTo>
                  <a:pt x="36891" y="1090326"/>
                  <a:pt x="175744" y="714758"/>
                  <a:pt x="453449" y="428855"/>
                </a:cubicBezTo>
                <a:cubicBezTo>
                  <a:pt x="731155" y="142951"/>
                  <a:pt x="1093402" y="0"/>
                  <a:pt x="1540190" y="0"/>
                </a:cubicBezTo>
                <a:close/>
              </a:path>
            </a:pathLst>
          </a:custGeom>
          <a:gradFill flip="none" rotWithShape="1">
            <a:gsLst>
              <a:gs pos="48000">
                <a:srgbClr val="1D90B2"/>
              </a:gs>
              <a:gs pos="0">
                <a:srgbClr val="107197"/>
              </a:gs>
              <a:gs pos="100000">
                <a:srgbClr val="8F6FB5"/>
              </a:gs>
            </a:gsLst>
            <a:lin ang="2700000" scaled="1"/>
            <a:tileRect/>
          </a:gradFill>
          <a:ln w="3175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defTabSz="932472" fontAlgn="base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IN">
              <a:solidFill>
                <a:schemeClr val="bg1"/>
              </a:solidFill>
            </a:endParaRPr>
          </a:p>
        </p:txBody>
      </p:sp>
      <p:sp>
        <p:nvSpPr>
          <p:cNvPr id="4" name="Text Placeholder 35">
            <a:extLst>
              <a:ext uri="{FF2B5EF4-FFF2-40B4-BE49-F238E27FC236}">
                <a16:creationId xmlns:a16="http://schemas.microsoft.com/office/drawing/2014/main" id="{3F81B5F6-C27C-7767-274D-3851FAB8FFCC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4584700" y="2525349"/>
            <a:ext cx="7024688" cy="68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44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Section Title</a:t>
            </a:r>
          </a:p>
        </p:txBody>
      </p:sp>
      <p:sp>
        <p:nvSpPr>
          <p:cNvPr id="5" name="Text Placeholder 35">
            <a:extLst>
              <a:ext uri="{FF2B5EF4-FFF2-40B4-BE49-F238E27FC236}">
                <a16:creationId xmlns:a16="http://schemas.microsoft.com/office/drawing/2014/main" id="{E6C751DB-99DC-F392-A5BA-596535711174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4584700" y="3414349"/>
            <a:ext cx="7024688" cy="209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28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261935323"/>
      </p:ext>
    </p:extLst>
  </p:cSld>
  <p:clrMapOvr>
    <a:masterClrMapping/>
  </p:clrMapOvr>
  <p:transition>
    <p:fade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number slides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F3B63AE-34A5-3632-4F80-884D98EC92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74544F-D291-9977-8112-DF0EFF825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B37801-9ADC-1E93-C5BF-FC515160A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507449"/>
            <a:ext cx="1497779" cy="1350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4B614D3-1D49-6D94-28CB-46D1E5792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332306" y="3112156"/>
            <a:ext cx="4930932" cy="3745845"/>
          </a:xfrm>
          <a:custGeom>
            <a:avLst/>
            <a:gdLst/>
            <a:ahLst/>
            <a:cxnLst/>
            <a:rect l="l" t="t" r="r" b="b"/>
            <a:pathLst>
              <a:path w="4930932" h="3745845">
                <a:moveTo>
                  <a:pt x="3647052" y="638096"/>
                </a:moveTo>
                <a:cubicBezTo>
                  <a:pt x="3483044" y="638096"/>
                  <a:pt x="3366017" y="747862"/>
                  <a:pt x="3295971" y="967395"/>
                </a:cubicBezTo>
                <a:cubicBezTo>
                  <a:pt x="3225926" y="1186927"/>
                  <a:pt x="3190903" y="1517080"/>
                  <a:pt x="3190903" y="1957853"/>
                </a:cubicBezTo>
                <a:cubicBezTo>
                  <a:pt x="3190903" y="2371291"/>
                  <a:pt x="3227207" y="2681370"/>
                  <a:pt x="3299815" y="2888089"/>
                </a:cubicBezTo>
                <a:cubicBezTo>
                  <a:pt x="3372423" y="3094808"/>
                  <a:pt x="3489023" y="3198168"/>
                  <a:pt x="3649615" y="3198168"/>
                </a:cubicBezTo>
                <a:cubicBezTo>
                  <a:pt x="3827291" y="3198168"/>
                  <a:pt x="3947735" y="3091392"/>
                  <a:pt x="4010946" y="2877839"/>
                </a:cubicBezTo>
                <a:cubicBezTo>
                  <a:pt x="4074158" y="2664286"/>
                  <a:pt x="4105764" y="2344811"/>
                  <a:pt x="4105764" y="1919413"/>
                </a:cubicBezTo>
                <a:cubicBezTo>
                  <a:pt x="4105764" y="1492307"/>
                  <a:pt x="4072876" y="1171978"/>
                  <a:pt x="4007102" y="958425"/>
                </a:cubicBezTo>
                <a:cubicBezTo>
                  <a:pt x="3941328" y="744873"/>
                  <a:pt x="3821311" y="638096"/>
                  <a:pt x="3647052" y="638096"/>
                </a:cubicBezTo>
                <a:close/>
                <a:moveTo>
                  <a:pt x="3649615" y="20501"/>
                </a:moveTo>
                <a:cubicBezTo>
                  <a:pt x="4117722" y="20501"/>
                  <a:pt x="4448303" y="176395"/>
                  <a:pt x="4641355" y="488182"/>
                </a:cubicBezTo>
                <a:cubicBezTo>
                  <a:pt x="4834406" y="799969"/>
                  <a:pt x="4930932" y="1268504"/>
                  <a:pt x="4930932" y="1893787"/>
                </a:cubicBezTo>
                <a:cubicBezTo>
                  <a:pt x="4930932" y="2515653"/>
                  <a:pt x="4824583" y="2991876"/>
                  <a:pt x="4611884" y="3322456"/>
                </a:cubicBezTo>
                <a:cubicBezTo>
                  <a:pt x="4505535" y="3487746"/>
                  <a:pt x="4372171" y="3611713"/>
                  <a:pt x="4211793" y="3694358"/>
                </a:cubicBezTo>
                <a:lnTo>
                  <a:pt x="4092796" y="3745845"/>
                </a:lnTo>
                <a:lnTo>
                  <a:pt x="3180628" y="3745845"/>
                </a:lnTo>
                <a:lnTo>
                  <a:pt x="3073022" y="3703327"/>
                </a:lnTo>
                <a:cubicBezTo>
                  <a:pt x="2910722" y="3626662"/>
                  <a:pt x="2778319" y="3511664"/>
                  <a:pt x="2675814" y="3358333"/>
                </a:cubicBezTo>
                <a:cubicBezTo>
                  <a:pt x="2470803" y="3051671"/>
                  <a:pt x="2368298" y="2591678"/>
                  <a:pt x="2368298" y="1978354"/>
                </a:cubicBezTo>
                <a:cubicBezTo>
                  <a:pt x="2368298" y="1341112"/>
                  <a:pt x="2479772" y="855493"/>
                  <a:pt x="2702722" y="521496"/>
                </a:cubicBezTo>
                <a:cubicBezTo>
                  <a:pt x="2925671" y="187500"/>
                  <a:pt x="3241302" y="20501"/>
                  <a:pt x="3649615" y="20501"/>
                </a:cubicBezTo>
                <a:close/>
                <a:moveTo>
                  <a:pt x="1222377" y="0"/>
                </a:moveTo>
                <a:lnTo>
                  <a:pt x="1711840" y="0"/>
                </a:lnTo>
                <a:lnTo>
                  <a:pt x="1711840" y="3745845"/>
                </a:lnTo>
                <a:lnTo>
                  <a:pt x="904610" y="3745845"/>
                </a:lnTo>
                <a:lnTo>
                  <a:pt x="904610" y="953300"/>
                </a:lnTo>
                <a:cubicBezTo>
                  <a:pt x="810647" y="1016512"/>
                  <a:pt x="706860" y="1070327"/>
                  <a:pt x="593250" y="1114746"/>
                </a:cubicBezTo>
                <a:cubicBezTo>
                  <a:pt x="479640" y="1159165"/>
                  <a:pt x="355352" y="1202730"/>
                  <a:pt x="220387" y="1245441"/>
                </a:cubicBezTo>
                <a:lnTo>
                  <a:pt x="0" y="599657"/>
                </a:lnTo>
                <a:cubicBezTo>
                  <a:pt x="234054" y="531320"/>
                  <a:pt x="455295" y="445899"/>
                  <a:pt x="663723" y="343393"/>
                </a:cubicBezTo>
                <a:cubicBezTo>
                  <a:pt x="872150" y="240888"/>
                  <a:pt x="1058368" y="126424"/>
                  <a:pt x="1222377" y="0"/>
                </a:cubicBezTo>
                <a:close/>
              </a:path>
            </a:pathLst>
          </a:custGeom>
          <a:gradFill flip="none" rotWithShape="1">
            <a:gsLst>
              <a:gs pos="48000">
                <a:srgbClr val="1D90B2"/>
              </a:gs>
              <a:gs pos="0">
                <a:srgbClr val="107197"/>
              </a:gs>
              <a:gs pos="100000">
                <a:srgbClr val="8F6FB5"/>
              </a:gs>
            </a:gsLst>
            <a:lin ang="2700000" scaled="1"/>
            <a:tileRect/>
          </a:gradFill>
          <a:ln w="3175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defTabSz="932472" fontAlgn="base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1"/>
                </a:solidFill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IN"/>
          </a:p>
        </p:txBody>
      </p:sp>
      <p:sp>
        <p:nvSpPr>
          <p:cNvPr id="5" name="Text Placeholder 35">
            <a:extLst>
              <a:ext uri="{FF2B5EF4-FFF2-40B4-BE49-F238E27FC236}">
                <a16:creationId xmlns:a16="http://schemas.microsoft.com/office/drawing/2014/main" id="{143DB346-99E4-E509-6FB3-6F90DD3176F1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5511800" y="2525349"/>
            <a:ext cx="6097588" cy="68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44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Section Title</a:t>
            </a:r>
          </a:p>
        </p:txBody>
      </p:sp>
      <p:sp>
        <p:nvSpPr>
          <p:cNvPr id="6" name="Text Placeholder 35">
            <a:extLst>
              <a:ext uri="{FF2B5EF4-FFF2-40B4-BE49-F238E27FC236}">
                <a16:creationId xmlns:a16="http://schemas.microsoft.com/office/drawing/2014/main" id="{FA0DE0A3-29AF-3EA2-297B-C2FB6FC23805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5511800" y="3414349"/>
            <a:ext cx="6097588" cy="209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28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828994390"/>
      </p:ext>
    </p:extLst>
  </p:cSld>
  <p:clrMapOvr>
    <a:masterClrMapping/>
  </p:clrMapOvr>
  <p:transition>
    <p:fad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952D552-4E50-5E10-2E2A-0394B8393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1" y="0"/>
            <a:ext cx="8594107" cy="6858000"/>
          </a:xfrm>
          <a:custGeom>
            <a:avLst/>
            <a:gdLst>
              <a:gd name="csX0" fmla="*/ 0 w 8594107"/>
              <a:gd name="csY0" fmla="*/ 0 h 6858000"/>
              <a:gd name="csX1" fmla="*/ 8594107 w 8594107"/>
              <a:gd name="csY1" fmla="*/ 0 h 6858000"/>
              <a:gd name="csX2" fmla="*/ 8594107 w 8594107"/>
              <a:gd name="csY2" fmla="*/ 6858000 h 6858000"/>
              <a:gd name="csX3" fmla="*/ 0 w 8594107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594107" h="6858000">
                <a:moveTo>
                  <a:pt x="0" y="0"/>
                </a:moveTo>
                <a:lnTo>
                  <a:pt x="8594107" y="0"/>
                </a:lnTo>
                <a:lnTo>
                  <a:pt x="859410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5A6F3AD-841F-0EB8-09B3-01EB77EAF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2" r="62"/>
          <a:stretch/>
        </p:blipFill>
        <p:spPr>
          <a:xfrm>
            <a:off x="8594106" y="0"/>
            <a:ext cx="3616505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765F1B1-F7C1-1C8A-CCA1-E47A26591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906" y="245459"/>
            <a:ext cx="8242143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IN" dirty="0">
                <a:solidFill>
                  <a:schemeClr val="bg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567D5ED9-4560-5537-CBCA-2A646718C9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2782" y="799457"/>
            <a:ext cx="8242143" cy="246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2">
            <a:extLst>
              <a:ext uri="{FF2B5EF4-FFF2-40B4-BE49-F238E27FC236}">
                <a16:creationId xmlns:a16="http://schemas.microsoft.com/office/drawing/2014/main" id="{061941A9-FA5F-A1DB-FE82-AF45792879C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951302" y="6278887"/>
            <a:ext cx="2944154" cy="215444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285750" indent="-117475">
              <a:defRPr sz="1400"/>
            </a:lvl2pPr>
            <a:lvl3pPr marL="512763" indent="-111125">
              <a:defRPr sz="1100"/>
            </a:lvl3pPr>
            <a:lvl4pPr marL="798513" indent="-136525">
              <a:defRPr sz="1050"/>
            </a:lvl4pPr>
            <a:lvl5pPr marL="969963" indent="-114300"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46429359"/>
      </p:ext>
    </p:extLst>
  </p:cSld>
  <p:clrMapOvr>
    <a:masterClrMapping/>
  </p:clrMapOvr>
  <p:transition>
    <p:fade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A380305-22F4-1ED7-F3B2-1EF601C8A8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C526E8-8996-1566-85F0-3205D3941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4754406-07DC-EC76-61D1-69E4FB8A4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92645" y="1172697"/>
            <a:ext cx="3617377" cy="4642930"/>
          </a:xfrm>
          <a:prstGeom prst="roundRect">
            <a:avLst>
              <a:gd name="adj" fmla="val 2490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 noProof="0">
              <a:solidFill>
                <a:schemeClr val="bg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8C6AE17-9429-096F-1E8F-B770375C42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4292328" y="1172697"/>
            <a:ext cx="3617377" cy="4642930"/>
          </a:xfrm>
          <a:prstGeom prst="roundRect">
            <a:avLst>
              <a:gd name="adj" fmla="val 2490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 noProof="0">
              <a:solidFill>
                <a:schemeClr val="bg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43606F3-8101-01FF-A93D-3938D53D1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7992011" y="1172697"/>
            <a:ext cx="3617377" cy="4642930"/>
          </a:xfrm>
          <a:prstGeom prst="roundRect">
            <a:avLst>
              <a:gd name="adj" fmla="val 2490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 noProof="0" err="1">
              <a:solidFill>
                <a:schemeClr val="bg1"/>
              </a:solidFill>
            </a:endParaRP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E4F43F4-F96B-2B18-F162-4BF7D5034C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016726" y="3796035"/>
            <a:ext cx="3567947" cy="0"/>
          </a:xfrm>
          <a:prstGeom prst="line">
            <a:avLst/>
          </a:prstGeom>
          <a:noFill/>
          <a:ln w="6350" cap="rnd" cmpd="sng" algn="ctr">
            <a:solidFill>
              <a:schemeClr val="tx2"/>
            </a:solidFill>
            <a:prstDash val="solid"/>
            <a:headEnd type="none" w="lg" len="med"/>
            <a:tailEnd type="none" w="lg" len="med"/>
          </a:ln>
          <a:effectLst/>
        </p:spPr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D8DB73F7-C86B-8942-83F5-A5A5044BEE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17360" y="3063878"/>
            <a:ext cx="3567947" cy="0"/>
          </a:xfrm>
          <a:prstGeom prst="line">
            <a:avLst/>
          </a:prstGeom>
          <a:ln w="6350" cap="rnd">
            <a:solidFill>
              <a:schemeClr val="tx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5F806A0-3C32-58B1-7CDE-118770D63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84200" y="5908121"/>
            <a:ext cx="11038987" cy="461147"/>
          </a:xfrm>
          <a:prstGeom prst="roundRect">
            <a:avLst>
              <a:gd name="adj" fmla="val 20116"/>
            </a:avLst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  <a:effectLst>
            <a:outerShdw blurRad="190500" dist="88900" dir="5400000" algn="t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noProof="0">
              <a:solidFill>
                <a:schemeClr val="tx1"/>
              </a:solidFill>
              <a:cs typeface="Segoe UI" pitchFamily="34" charset="0"/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5E11882-CB08-356E-5B74-26B1248E3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4232483" y="5947410"/>
            <a:ext cx="0" cy="382570"/>
          </a:xfrm>
          <a:prstGeom prst="line">
            <a:avLst/>
          </a:prstGeom>
          <a:noFill/>
          <a:ln w="3175" cap="rnd" cmpd="sng" algn="ctr">
            <a:solidFill>
              <a:schemeClr val="bg1">
                <a:lumMod val="75000"/>
              </a:schemeClr>
            </a:solidFill>
            <a:prstDash val="solid"/>
            <a:headEnd type="none" w="lg" len="med"/>
            <a:tailEnd type="none" w="lg" len="med"/>
          </a:ln>
          <a:effectLst/>
        </p:spPr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63B8DCD-DE62-48E9-0A4B-BA3CD78E5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7961103" y="5947410"/>
            <a:ext cx="0" cy="382570"/>
          </a:xfrm>
          <a:prstGeom prst="line">
            <a:avLst/>
          </a:prstGeom>
          <a:noFill/>
          <a:ln w="3175" cap="rnd" cmpd="sng" algn="ctr">
            <a:solidFill>
              <a:schemeClr val="bg1">
                <a:lumMod val="75000"/>
              </a:schemeClr>
            </a:solidFill>
            <a:prstDash val="solid"/>
            <a:headEnd type="none" w="lg" len="med"/>
            <a:tailEnd type="none" w="lg" len="med"/>
          </a:ln>
          <a:effectLst/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8F027FD-F521-DE87-CD2E-8041E95563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17360" y="5143879"/>
            <a:ext cx="3567947" cy="0"/>
          </a:xfrm>
          <a:prstGeom prst="line">
            <a:avLst/>
          </a:prstGeom>
          <a:ln w="6350" cap="rnd">
            <a:solidFill>
              <a:schemeClr val="tx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B80E17-B469-ADBA-3E8B-42D7E7A8C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3" name="Text Placeholder 19">
            <a:extLst>
              <a:ext uri="{FF2B5EF4-FFF2-40B4-BE49-F238E27FC236}">
                <a16:creationId xmlns:a16="http://schemas.microsoft.com/office/drawing/2014/main" id="{8068FD61-0883-9F36-F1D7-B2A9A9FB1D7C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725424" y="1277306"/>
            <a:ext cx="3285498" cy="246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" name="Content Placeholder 79">
            <a:extLst>
              <a:ext uri="{FF2B5EF4-FFF2-40B4-BE49-F238E27FC236}">
                <a16:creationId xmlns:a16="http://schemas.microsoft.com/office/drawing/2014/main" id="{6628A398-DC5A-1A70-4BEC-835B87517F3B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725424" y="1841262"/>
            <a:ext cx="3285498" cy="1087722"/>
          </a:xfrm>
          <a:prstGeom prst="roundRect">
            <a:avLst>
              <a:gd name="adj" fmla="val 7500"/>
            </a:avLst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45720" anchor="t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</a:t>
            </a:r>
            <a:br>
              <a:rPr lang="en-US"/>
            </a:br>
            <a:r>
              <a:rPr lang="en-US"/>
              <a:t>Master text</a:t>
            </a:r>
            <a:endParaRPr lang="en-IN"/>
          </a:p>
        </p:txBody>
      </p:sp>
      <p:sp>
        <p:nvSpPr>
          <p:cNvPr id="76" name="Text Placeholder 75">
            <a:extLst>
              <a:ext uri="{FF2B5EF4-FFF2-40B4-BE49-F238E27FC236}">
                <a16:creationId xmlns:a16="http://schemas.microsoft.com/office/drawing/2014/main" id="{A786D3A4-9022-6969-01DC-7F30FFFDDBF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5424" y="3201900"/>
            <a:ext cx="2816429" cy="246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71450" indent="-115888">
              <a:tabLst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19">
            <a:extLst>
              <a:ext uri="{FF2B5EF4-FFF2-40B4-BE49-F238E27FC236}">
                <a16:creationId xmlns:a16="http://schemas.microsoft.com/office/drawing/2014/main" id="{3981418A-A896-E8E4-2620-0B17CEB96363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25425" y="3520875"/>
            <a:ext cx="2816429" cy="184666"/>
          </a:xfrm>
          <a:prstGeom prst="rect">
            <a:avLst/>
          </a:prstGeom>
        </p:spPr>
        <p:txBody>
          <a:bodyPr/>
          <a:lstStyle>
            <a:lvl1pPr marL="173038" indent="-115888"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9">
            <a:extLst>
              <a:ext uri="{FF2B5EF4-FFF2-40B4-BE49-F238E27FC236}">
                <a16:creationId xmlns:a16="http://schemas.microsoft.com/office/drawing/2014/main" id="{6B5B20DC-6BE6-AC3F-7438-B3A00512F21E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725425" y="5265400"/>
            <a:ext cx="2816429" cy="246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9">
            <a:extLst>
              <a:ext uri="{FF2B5EF4-FFF2-40B4-BE49-F238E27FC236}">
                <a16:creationId xmlns:a16="http://schemas.microsoft.com/office/drawing/2014/main" id="{181B8105-6CDF-D2DE-6AFA-A385BBC31670}"/>
              </a:ext>
            </a:extLst>
          </p:cNvPr>
          <p:cNvSpPr>
            <a:spLocks noGrp="1"/>
          </p:cNvSpPr>
          <p:nvPr userDrawn="1">
            <p:ph type="body" sz="quarter" idx="16"/>
          </p:nvPr>
        </p:nvSpPr>
        <p:spPr>
          <a:xfrm>
            <a:off x="725424" y="6015584"/>
            <a:ext cx="3285498" cy="2462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19">
            <a:extLst>
              <a:ext uri="{FF2B5EF4-FFF2-40B4-BE49-F238E27FC236}">
                <a16:creationId xmlns:a16="http://schemas.microsoft.com/office/drawing/2014/main" id="{46082AB6-170E-8CF3-D9E4-F30B5BA7AD7E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4454044" y="1277306"/>
            <a:ext cx="3285498" cy="246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" name="Content Placeholder 79">
            <a:extLst>
              <a:ext uri="{FF2B5EF4-FFF2-40B4-BE49-F238E27FC236}">
                <a16:creationId xmlns:a16="http://schemas.microsoft.com/office/drawing/2014/main" id="{FBF4AE9F-1D31-284D-41A0-D620B510A442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23665" y="2159230"/>
            <a:ext cx="1463150" cy="3007946"/>
          </a:xfrm>
          <a:prstGeom prst="roundRect">
            <a:avLst>
              <a:gd name="adj" fmla="val 7500"/>
            </a:avLst>
          </a:pr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731520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94" name="Content Placeholder 79">
            <a:extLst>
              <a:ext uri="{FF2B5EF4-FFF2-40B4-BE49-F238E27FC236}">
                <a16:creationId xmlns:a16="http://schemas.microsoft.com/office/drawing/2014/main" id="{02F6F7BD-F793-FAD7-2A16-AF45BD54710E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523665" y="5310485"/>
            <a:ext cx="1497492" cy="352592"/>
          </a:xfrm>
          <a:prstGeom prst="roundRect">
            <a:avLst/>
          </a:pr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anchor="t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90" name="Content Placeholder 79">
            <a:extLst>
              <a:ext uri="{FF2B5EF4-FFF2-40B4-BE49-F238E27FC236}">
                <a16:creationId xmlns:a16="http://schemas.microsoft.com/office/drawing/2014/main" id="{8066C20F-A2B5-7765-B4EE-49AB73AD9F7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181334" y="2159231"/>
            <a:ext cx="1497492" cy="916131"/>
          </a:xfrm>
          <a:prstGeom prst="roundRect">
            <a:avLst>
              <a:gd name="adj" fmla="val 7500"/>
            </a:avLst>
          </a:prstGeom>
          <a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anchor="t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91" name="Content Placeholder 79">
            <a:extLst>
              <a:ext uri="{FF2B5EF4-FFF2-40B4-BE49-F238E27FC236}">
                <a16:creationId xmlns:a16="http://schemas.microsoft.com/office/drawing/2014/main" id="{72743848-925A-61E9-5F3F-5CE62F34ED0F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181334" y="3205137"/>
            <a:ext cx="1497492" cy="916131"/>
          </a:xfrm>
          <a:prstGeom prst="roundRect">
            <a:avLst>
              <a:gd name="adj" fmla="val 7500"/>
            </a:avLst>
          </a:prstGeom>
          <a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anchor="t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92" name="Content Placeholder 79">
            <a:extLst>
              <a:ext uri="{FF2B5EF4-FFF2-40B4-BE49-F238E27FC236}">
                <a16:creationId xmlns:a16="http://schemas.microsoft.com/office/drawing/2014/main" id="{AC32087E-8C90-75D8-CA68-ED71700F51A8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181334" y="4251045"/>
            <a:ext cx="1497492" cy="916131"/>
          </a:xfrm>
          <a:prstGeom prst="roundRect">
            <a:avLst>
              <a:gd name="adj" fmla="val 7500"/>
            </a:avLst>
          </a:prstGeom>
          <a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anchor="t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93" name="Content Placeholder 79">
            <a:extLst>
              <a:ext uri="{FF2B5EF4-FFF2-40B4-BE49-F238E27FC236}">
                <a16:creationId xmlns:a16="http://schemas.microsoft.com/office/drawing/2014/main" id="{369946CB-0637-4CF3-F149-CF7F63E4E2D0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181334" y="5310485"/>
            <a:ext cx="1497492" cy="352592"/>
          </a:xfrm>
          <a:prstGeom prst="roundRect">
            <a:avLst/>
          </a:pr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anchor="t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72" name="Text Placeholder 19">
            <a:extLst>
              <a:ext uri="{FF2B5EF4-FFF2-40B4-BE49-F238E27FC236}">
                <a16:creationId xmlns:a16="http://schemas.microsoft.com/office/drawing/2014/main" id="{EF6919F7-07CE-C436-CB9A-42FAAE9B817C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4454044" y="6015584"/>
            <a:ext cx="3285498" cy="2462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Text Placeholder 19">
            <a:extLst>
              <a:ext uri="{FF2B5EF4-FFF2-40B4-BE49-F238E27FC236}">
                <a16:creationId xmlns:a16="http://schemas.microsoft.com/office/drawing/2014/main" id="{903A10FE-A006-7ED4-252B-244DC9C4CF8E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8157950" y="1277306"/>
            <a:ext cx="3285498" cy="246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9" name="Content Placeholder 79">
            <a:extLst>
              <a:ext uri="{FF2B5EF4-FFF2-40B4-BE49-F238E27FC236}">
                <a16:creationId xmlns:a16="http://schemas.microsoft.com/office/drawing/2014/main" id="{CCF1C177-A37E-50D5-EEAC-02CEAD2156FC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8157950" y="1628136"/>
            <a:ext cx="3285498" cy="1988193"/>
          </a:xfrm>
          <a:prstGeom prst="roundRect">
            <a:avLst>
              <a:gd name="adj" fmla="val 7500"/>
            </a:avLst>
          </a:prstGeom>
          <a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anchor="ctr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69" name="Text Placeholder 19">
            <a:extLst>
              <a:ext uri="{FF2B5EF4-FFF2-40B4-BE49-F238E27FC236}">
                <a16:creationId xmlns:a16="http://schemas.microsoft.com/office/drawing/2014/main" id="{734EE56D-7C57-A9ED-4EEC-C18D8EAFCEB7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8157950" y="3930021"/>
            <a:ext cx="3285498" cy="246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Text Placeholder 19">
            <a:extLst>
              <a:ext uri="{FF2B5EF4-FFF2-40B4-BE49-F238E27FC236}">
                <a16:creationId xmlns:a16="http://schemas.microsoft.com/office/drawing/2014/main" id="{58A65D1C-52B7-197B-2FC4-43449ABFCABD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8157950" y="4246880"/>
            <a:ext cx="3285498" cy="1846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5" name="Content Placeholder 79">
            <a:extLst>
              <a:ext uri="{FF2B5EF4-FFF2-40B4-BE49-F238E27FC236}">
                <a16:creationId xmlns:a16="http://schemas.microsoft.com/office/drawing/2014/main" id="{9503EABA-20B8-6893-82CD-1962B3CC6E14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8157950" y="5006081"/>
            <a:ext cx="740664" cy="656996"/>
          </a:xfrm>
          <a:prstGeom prst="roundRect">
            <a:avLst>
              <a:gd name="adj" fmla="val 7500"/>
            </a:avLst>
          </a:prstGeom>
          <a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anchor="t">
            <a:no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96" name="Content Placeholder 79">
            <a:extLst>
              <a:ext uri="{FF2B5EF4-FFF2-40B4-BE49-F238E27FC236}">
                <a16:creationId xmlns:a16="http://schemas.microsoft.com/office/drawing/2014/main" id="{1CABCBCD-9387-E209-85CA-937B674F8FC4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9006228" y="5006081"/>
            <a:ext cx="740664" cy="656996"/>
          </a:xfrm>
          <a:prstGeom prst="roundRect">
            <a:avLst>
              <a:gd name="adj" fmla="val 7500"/>
            </a:avLst>
          </a:prstGeom>
          <a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anchor="t">
            <a:no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97" name="Content Placeholder 79">
            <a:extLst>
              <a:ext uri="{FF2B5EF4-FFF2-40B4-BE49-F238E27FC236}">
                <a16:creationId xmlns:a16="http://schemas.microsoft.com/office/drawing/2014/main" id="{10E00F9F-0569-9CBD-F3AC-54BBEBA42B4D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9854506" y="5006081"/>
            <a:ext cx="740664" cy="656996"/>
          </a:xfrm>
          <a:prstGeom prst="roundRect">
            <a:avLst>
              <a:gd name="adj" fmla="val 7500"/>
            </a:avLst>
          </a:prstGeom>
          <a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anchor="t">
            <a:no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98" name="Content Placeholder 79">
            <a:extLst>
              <a:ext uri="{FF2B5EF4-FFF2-40B4-BE49-F238E27FC236}">
                <a16:creationId xmlns:a16="http://schemas.microsoft.com/office/drawing/2014/main" id="{DF233606-C006-5D80-AAB4-16F601FEF40F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10702784" y="5006081"/>
            <a:ext cx="740664" cy="656996"/>
          </a:xfrm>
          <a:prstGeom prst="roundRect">
            <a:avLst>
              <a:gd name="adj" fmla="val 7500"/>
            </a:avLst>
          </a:prstGeom>
          <a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anchor="t">
            <a:no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73" name="Text Placeholder 19">
            <a:extLst>
              <a:ext uri="{FF2B5EF4-FFF2-40B4-BE49-F238E27FC236}">
                <a16:creationId xmlns:a16="http://schemas.microsoft.com/office/drawing/2014/main" id="{6EA99964-67CF-9C1F-2BFD-7F45BC1262A0}"/>
              </a:ext>
            </a:extLst>
          </p:cNvPr>
          <p:cNvSpPr>
            <a:spLocks noGrp="1"/>
          </p:cNvSpPr>
          <p:nvPr userDrawn="1">
            <p:ph type="body" sz="quarter" idx="18"/>
          </p:nvPr>
        </p:nvSpPr>
        <p:spPr>
          <a:xfrm>
            <a:off x="8182665" y="6015584"/>
            <a:ext cx="3285498" cy="2462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321914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4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888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984492-62CA-120D-E298-12D09D7E3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AEF7D99-A1F6-29D8-E0DB-9FC16B3C0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4754406-07DC-EC76-61D1-69E4FB8A4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617359" y="1172697"/>
            <a:ext cx="5399675" cy="2256303"/>
          </a:xfrm>
          <a:prstGeom prst="roundRect">
            <a:avLst>
              <a:gd name="adj" fmla="val 5385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 noProof="0">
              <a:solidFill>
                <a:schemeClr val="bg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E01A25E-672E-08FB-5D32-A094ED8162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6209713" y="1172697"/>
            <a:ext cx="5399675" cy="2256303"/>
          </a:xfrm>
          <a:prstGeom prst="roundRect">
            <a:avLst>
              <a:gd name="adj" fmla="val 5385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 noProof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7575C7-5E7C-A729-6772-2DDF9871E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34FB5524-DE65-9820-D5BE-322C75C17DD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75089" y="1172697"/>
            <a:ext cx="5284215" cy="605294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>
              <a:spcBef>
                <a:spcPts val="100"/>
              </a:spcBef>
              <a:spcAft>
                <a:spcPts val="300"/>
              </a:spcAft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288925" indent="-174625">
              <a:spcBef>
                <a:spcPts val="1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9" name="Text Placeholder 13">
            <a:extLst>
              <a:ext uri="{FF2B5EF4-FFF2-40B4-BE49-F238E27FC236}">
                <a16:creationId xmlns:a16="http://schemas.microsoft.com/office/drawing/2014/main" id="{9E3CB33B-AA91-CDC6-081C-F0985DBF6AA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267443" y="1172697"/>
            <a:ext cx="5284215" cy="605294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>
              <a:spcBef>
                <a:spcPts val="100"/>
              </a:spcBef>
              <a:spcAft>
                <a:spcPts val="300"/>
              </a:spcAft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288925" indent="-174625">
              <a:spcBef>
                <a:spcPts val="1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1" name="Content Placeholder 79">
            <a:extLst>
              <a:ext uri="{FF2B5EF4-FFF2-40B4-BE49-F238E27FC236}">
                <a16:creationId xmlns:a16="http://schemas.microsoft.com/office/drawing/2014/main" id="{6628A398-DC5A-1A70-4BEC-835B87517F3B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17359" y="3649695"/>
            <a:ext cx="2603499" cy="1240994"/>
          </a:xfrm>
          <a:prstGeom prst="roundRect">
            <a:avLst>
              <a:gd name="adj" fmla="val 7500"/>
            </a:avLst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anchor="ctr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92" name="Content Placeholder 79">
            <a:extLst>
              <a:ext uri="{FF2B5EF4-FFF2-40B4-BE49-F238E27FC236}">
                <a16:creationId xmlns:a16="http://schemas.microsoft.com/office/drawing/2014/main" id="{AC32087E-8C90-75D8-CA68-ED71700F51A8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17359" y="5028044"/>
            <a:ext cx="2603499" cy="1240994"/>
          </a:xfrm>
          <a:prstGeom prst="roundRect">
            <a:avLst>
              <a:gd name="adj" fmla="val 7500"/>
            </a:avLst>
          </a:pr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anchor="ctr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80" name="Content Placeholder 79">
            <a:extLst>
              <a:ext uri="{FF2B5EF4-FFF2-40B4-BE49-F238E27FC236}">
                <a16:creationId xmlns:a16="http://schemas.microsoft.com/office/drawing/2014/main" id="{FBF4AE9F-1D31-284D-41A0-D620B510A442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413536" y="3649695"/>
            <a:ext cx="2603499" cy="1240994"/>
          </a:xfrm>
          <a:prstGeom prst="roundRect">
            <a:avLst>
              <a:gd name="adj" fmla="val 7500"/>
            </a:avLst>
          </a:pr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anchor="ctr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25" name="Content Placeholder 79">
            <a:extLst>
              <a:ext uri="{FF2B5EF4-FFF2-40B4-BE49-F238E27FC236}">
                <a16:creationId xmlns:a16="http://schemas.microsoft.com/office/drawing/2014/main" id="{9E31A79D-E0C5-ECEA-CC2F-5CD5DF08B115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3413536" y="5028044"/>
            <a:ext cx="2603499" cy="1240994"/>
          </a:xfrm>
          <a:prstGeom prst="roundRect">
            <a:avLst>
              <a:gd name="adj" fmla="val 7500"/>
            </a:avLst>
          </a:prstGeom>
          <a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anchor="ctr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90" name="Content Placeholder 79">
            <a:extLst>
              <a:ext uri="{FF2B5EF4-FFF2-40B4-BE49-F238E27FC236}">
                <a16:creationId xmlns:a16="http://schemas.microsoft.com/office/drawing/2014/main" id="{8066C20F-A2B5-7765-B4EE-49AB73AD9F7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209713" y="3649695"/>
            <a:ext cx="2603499" cy="1240994"/>
          </a:xfrm>
          <a:prstGeom prst="roundRect">
            <a:avLst>
              <a:gd name="adj" fmla="val 7500"/>
            </a:avLst>
          </a:prstGeom>
          <a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anchor="ctr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26" name="Content Placeholder 79">
            <a:extLst>
              <a:ext uri="{FF2B5EF4-FFF2-40B4-BE49-F238E27FC236}">
                <a16:creationId xmlns:a16="http://schemas.microsoft.com/office/drawing/2014/main" id="{EF55A55C-C2D6-DC96-2F00-AA3C38F3B438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209713" y="5028044"/>
            <a:ext cx="2603499" cy="1240994"/>
          </a:xfrm>
          <a:prstGeom prst="roundRect">
            <a:avLst>
              <a:gd name="adj" fmla="val 7500"/>
            </a:avLst>
          </a:prstGeom>
          <a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anchor="ctr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91" name="Content Placeholder 79">
            <a:extLst>
              <a:ext uri="{FF2B5EF4-FFF2-40B4-BE49-F238E27FC236}">
                <a16:creationId xmlns:a16="http://schemas.microsoft.com/office/drawing/2014/main" id="{72743848-925A-61E9-5F3F-5CE62F34ED0F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9005889" y="3649695"/>
            <a:ext cx="2603499" cy="1240994"/>
          </a:xfrm>
          <a:prstGeom prst="roundRect">
            <a:avLst>
              <a:gd name="adj" fmla="val 7500"/>
            </a:avLst>
          </a:prstGeom>
          <a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anchor="ctr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27" name="Content Placeholder 79">
            <a:extLst>
              <a:ext uri="{FF2B5EF4-FFF2-40B4-BE49-F238E27FC236}">
                <a16:creationId xmlns:a16="http://schemas.microsoft.com/office/drawing/2014/main" id="{8E6E0B4F-45D8-FAB8-720E-B70080603E59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9005889" y="5028044"/>
            <a:ext cx="2603499" cy="1240994"/>
          </a:xfrm>
          <a:prstGeom prst="roundRect">
            <a:avLst>
              <a:gd name="adj" fmla="val 7500"/>
            </a:avLst>
          </a:prstGeom>
          <a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anchor="ctr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496344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36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4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1" orient="horz" pos="912">
          <p15:clr>
            <a:srgbClr val="5ACBF0"/>
          </p15:clr>
        </p15:guide>
        <p15:guide id="32" orient="horz" pos="1272">
          <p15:clr>
            <a:srgbClr val="5ACBF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DF31D72-313C-E2EB-18F7-A1EE927EA5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D4BAF02A-CE4A-820B-64DB-76E80D87F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F0ADA5A-6B3D-AA2A-A0E1-5D1567FFA5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617359" y="1172697"/>
            <a:ext cx="5399675" cy="2256303"/>
          </a:xfrm>
          <a:prstGeom prst="roundRect">
            <a:avLst>
              <a:gd name="adj" fmla="val 5385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 noProof="0">
              <a:solidFill>
                <a:schemeClr val="bg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EE961BE-9BB7-C156-3839-2F8A22687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6209713" y="1172697"/>
            <a:ext cx="5399675" cy="2256303"/>
          </a:xfrm>
          <a:prstGeom prst="roundRect">
            <a:avLst>
              <a:gd name="adj" fmla="val 5385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 noProof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363F01-2632-DBB4-8CD0-D26E50C74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34FB5524-DE65-9820-D5BE-322C75C17DD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75089" y="1172697"/>
            <a:ext cx="5284215" cy="605294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>
              <a:spcBef>
                <a:spcPts val="100"/>
              </a:spcBef>
              <a:spcAft>
                <a:spcPts val="300"/>
              </a:spcAft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288925" indent="-174625">
              <a:spcBef>
                <a:spcPts val="1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9" name="Text Placeholder 13">
            <a:extLst>
              <a:ext uri="{FF2B5EF4-FFF2-40B4-BE49-F238E27FC236}">
                <a16:creationId xmlns:a16="http://schemas.microsoft.com/office/drawing/2014/main" id="{9E3CB33B-AA91-CDC6-081C-F0985DBF6AA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267443" y="1172697"/>
            <a:ext cx="5284215" cy="605294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>
              <a:spcBef>
                <a:spcPts val="100"/>
              </a:spcBef>
              <a:spcAft>
                <a:spcPts val="300"/>
              </a:spcAft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288925" indent="-174625">
              <a:spcBef>
                <a:spcPts val="1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1" name="Content Placeholder 79">
            <a:extLst>
              <a:ext uri="{FF2B5EF4-FFF2-40B4-BE49-F238E27FC236}">
                <a16:creationId xmlns:a16="http://schemas.microsoft.com/office/drawing/2014/main" id="{6628A398-DC5A-1A70-4BEC-835B87517F3B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17359" y="3649663"/>
            <a:ext cx="2289208" cy="2619375"/>
          </a:xfrm>
          <a:prstGeom prst="roundRect">
            <a:avLst>
              <a:gd name="adj" fmla="val 4005"/>
            </a:avLst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none" tIns="0" anchor="ctr"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80" name="Content Placeholder 79">
            <a:extLst>
              <a:ext uri="{FF2B5EF4-FFF2-40B4-BE49-F238E27FC236}">
                <a16:creationId xmlns:a16="http://schemas.microsoft.com/office/drawing/2014/main" id="{FBF4AE9F-1D31-284D-41A0-D620B510A442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2963215" y="3649663"/>
            <a:ext cx="2395436" cy="1318577"/>
          </a:xfrm>
          <a:prstGeom prst="roundRect">
            <a:avLst>
              <a:gd name="adj" fmla="val 7500"/>
            </a:avLst>
          </a:pr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none" tIns="0" anchor="ctr"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92" name="Content Placeholder 79">
            <a:extLst>
              <a:ext uri="{FF2B5EF4-FFF2-40B4-BE49-F238E27FC236}">
                <a16:creationId xmlns:a16="http://schemas.microsoft.com/office/drawing/2014/main" id="{AC32087E-8C90-75D8-CA68-ED71700F51A8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2963215" y="5050762"/>
            <a:ext cx="1723353" cy="1218277"/>
          </a:xfrm>
          <a:prstGeom prst="roundRect">
            <a:avLst>
              <a:gd name="adj" fmla="val 7500"/>
            </a:avLst>
          </a:pr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none" tIns="0" anchor="ctr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90" name="Content Placeholder 79">
            <a:extLst>
              <a:ext uri="{FF2B5EF4-FFF2-40B4-BE49-F238E27FC236}">
                <a16:creationId xmlns:a16="http://schemas.microsoft.com/office/drawing/2014/main" id="{8066C20F-A2B5-7765-B4EE-49AB73AD9F7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415299" y="3649663"/>
            <a:ext cx="2395436" cy="1318577"/>
          </a:xfrm>
          <a:prstGeom prst="roundRect">
            <a:avLst>
              <a:gd name="adj" fmla="val 7500"/>
            </a:avLst>
          </a:prstGeom>
          <a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none" tIns="0" anchor="ctr"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25" name="Content Placeholder 79">
            <a:extLst>
              <a:ext uri="{FF2B5EF4-FFF2-40B4-BE49-F238E27FC236}">
                <a16:creationId xmlns:a16="http://schemas.microsoft.com/office/drawing/2014/main" id="{9E31A79D-E0C5-ECEA-CC2F-5CD5DF08B115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759470" y="5050762"/>
            <a:ext cx="2661059" cy="1218276"/>
          </a:xfrm>
          <a:prstGeom prst="roundRect">
            <a:avLst>
              <a:gd name="adj" fmla="val 7500"/>
            </a:avLst>
          </a:prstGeom>
          <a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none" tIns="0" anchor="ctr"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91" name="Content Placeholder 79">
            <a:extLst>
              <a:ext uri="{FF2B5EF4-FFF2-40B4-BE49-F238E27FC236}">
                <a16:creationId xmlns:a16="http://schemas.microsoft.com/office/drawing/2014/main" id="{72743848-925A-61E9-5F3F-5CE62F34ED0F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867383" y="3649663"/>
            <a:ext cx="2257937" cy="1318577"/>
          </a:xfrm>
          <a:prstGeom prst="roundRect">
            <a:avLst>
              <a:gd name="adj" fmla="val 7500"/>
            </a:avLst>
          </a:prstGeom>
          <a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none" tIns="0" anchor="ctr"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26" name="Content Placeholder 79">
            <a:extLst>
              <a:ext uri="{FF2B5EF4-FFF2-40B4-BE49-F238E27FC236}">
                <a16:creationId xmlns:a16="http://schemas.microsoft.com/office/drawing/2014/main" id="{EF55A55C-C2D6-DC96-2F00-AA3C38F3B438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7493431" y="5050762"/>
            <a:ext cx="2631889" cy="1218276"/>
          </a:xfrm>
          <a:prstGeom prst="roundRect">
            <a:avLst>
              <a:gd name="adj" fmla="val 7500"/>
            </a:avLst>
          </a:prstGeom>
          <a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none" tIns="0" anchor="ctr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27" name="Content Placeholder 79">
            <a:extLst>
              <a:ext uri="{FF2B5EF4-FFF2-40B4-BE49-F238E27FC236}">
                <a16:creationId xmlns:a16="http://schemas.microsoft.com/office/drawing/2014/main" id="{8E6E0B4F-45D8-FAB8-720E-B70080603E59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10181968" y="3649663"/>
            <a:ext cx="1420812" cy="2619375"/>
          </a:xfrm>
          <a:prstGeom prst="roundRect">
            <a:avLst>
              <a:gd name="adj" fmla="val 5891"/>
            </a:avLst>
          </a:prstGeom>
          <a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none" lIns="0" tIns="0" rIns="0" anchor="ctr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57135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36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4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1" orient="horz" pos="912">
          <p15:clr>
            <a:srgbClr val="5ACBF0"/>
          </p15:clr>
        </p15:guide>
        <p15:guide id="32" orient="horz" pos="1272">
          <p15:clr>
            <a:srgbClr val="5ACBF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 layout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8D0FB3-C9BB-2129-6D84-B0F7AA177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B63251A-883A-6601-4699-D178333DC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F8F9E11-9FFE-8DED-8300-7CEBEBC6E92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218613" y="1458034"/>
            <a:ext cx="2390775" cy="1545219"/>
          </a:xfrm>
          <a:prstGeom prst="roundRect">
            <a:avLst>
              <a:gd name="adj" fmla="val 7500"/>
            </a:avLst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rIns="0" anchor="ctr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5685F1A3-7033-0357-7B06-541F7248BF9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218613" y="3088169"/>
            <a:ext cx="2390775" cy="1545219"/>
          </a:xfrm>
          <a:prstGeom prst="roundRect">
            <a:avLst>
              <a:gd name="adj" fmla="val 7500"/>
            </a:avLst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rIns="0" anchor="ctr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13">
            <a:extLst>
              <a:ext uri="{FF2B5EF4-FFF2-40B4-BE49-F238E27FC236}">
                <a16:creationId xmlns:a16="http://schemas.microsoft.com/office/drawing/2014/main" id="{1601EB92-705B-1E07-ABB2-6A81E38CA58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218613" y="4718304"/>
            <a:ext cx="2390775" cy="1545219"/>
          </a:xfrm>
          <a:prstGeom prst="roundRect">
            <a:avLst>
              <a:gd name="adj" fmla="val 7500"/>
            </a:avLst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rIns="0" anchor="ctr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20090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36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4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1" orient="horz" pos="912">
          <p15:clr>
            <a:srgbClr val="5ACBF0"/>
          </p15:clr>
        </p15:guide>
        <p15:guide id="32" orient="horz" pos="1272">
          <p15:clr>
            <a:srgbClr val="5ACBF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ustom layout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2991ECC-CBBE-A370-0991-4B68DADEC2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48031DE-06A7-B531-EB95-ECAB4E1C5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015405-CC0A-A610-6702-C8C57D162D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218613" y="1749233"/>
            <a:ext cx="2390775" cy="276999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" name="Content Placeholder 13">
            <a:extLst>
              <a:ext uri="{FF2B5EF4-FFF2-40B4-BE49-F238E27FC236}">
                <a16:creationId xmlns:a16="http://schemas.microsoft.com/office/drawing/2014/main" id="{1601EB92-705B-1E07-ABB2-6A81E38CA58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218613" y="2212848"/>
            <a:ext cx="2390775" cy="4050675"/>
          </a:xfrm>
          <a:prstGeom prst="roundRect">
            <a:avLst>
              <a:gd name="adj" fmla="val 5830"/>
            </a:avLst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914400" rIns="0" bIns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65438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36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4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1" orient="horz" pos="912">
          <p15:clr>
            <a:srgbClr val="5ACBF0"/>
          </p15:clr>
        </p15:guide>
        <p15:guide id="32" orient="horz" pos="1272">
          <p15:clr>
            <a:srgbClr val="5ACBF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sonal Slide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A3F0D29-4E9B-D512-CB67-CD16B40A8B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94163A-BEE4-DDF9-7748-F0890BCD0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2" y="0"/>
            <a:ext cx="11898312" cy="1777452"/>
          </a:xfrm>
          <a:custGeom>
            <a:avLst/>
            <a:gdLst>
              <a:gd name="csX0" fmla="*/ 0 w 11898312"/>
              <a:gd name="csY0" fmla="*/ 0 h 1777452"/>
              <a:gd name="csX1" fmla="*/ 11898312 w 11898312"/>
              <a:gd name="csY1" fmla="*/ 0 h 1777452"/>
              <a:gd name="csX2" fmla="*/ 11898312 w 11898312"/>
              <a:gd name="csY2" fmla="*/ 1484985 h 1777452"/>
              <a:gd name="csX3" fmla="*/ 11605845 w 11898312"/>
              <a:gd name="csY3" fmla="*/ 1777452 h 1777452"/>
              <a:gd name="csX4" fmla="*/ 0 w 11898312"/>
              <a:gd name="csY4" fmla="*/ 1777452 h 17774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898312" h="1777452">
                <a:moveTo>
                  <a:pt x="0" y="0"/>
                </a:moveTo>
                <a:lnTo>
                  <a:pt x="11898312" y="0"/>
                </a:lnTo>
                <a:lnTo>
                  <a:pt x="11898312" y="1484985"/>
                </a:lnTo>
                <a:cubicBezTo>
                  <a:pt x="11898312" y="1646510"/>
                  <a:pt x="11767370" y="1777452"/>
                  <a:pt x="11605845" y="1777452"/>
                </a:cubicBezTo>
                <a:lnTo>
                  <a:pt x="0" y="1777452"/>
                </a:lnTo>
                <a:close/>
              </a:path>
            </a:pathLst>
          </a:cu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2ECD57-3836-29C8-6C26-B761852DA9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-820058"/>
            <a:ext cx="11018520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Profile Slide </a:t>
            </a:r>
          </a:p>
        </p:txBody>
      </p:sp>
    </p:spTree>
    <p:extLst>
      <p:ext uri="{BB962C8B-B14F-4D97-AF65-F5344CB8AC3E}">
        <p14:creationId xmlns:p14="http://schemas.microsoft.com/office/powerpoint/2010/main" val="72126741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2160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144">
          <p15:clr>
            <a:srgbClr val="A4A3A4"/>
          </p15:clr>
        </p15:guide>
        <p15:guide id="32" pos="3348">
          <p15:clr>
            <a:srgbClr val="A4A3A4"/>
          </p15:clr>
        </p15:guide>
        <p15:guide id="33" pos="3754">
          <p15:clr>
            <a:srgbClr val="A4A3A4"/>
          </p15:clr>
        </p15:guide>
        <p15:guide id="34" pos="3931">
          <p15:clr>
            <a:srgbClr val="A4A3A4"/>
          </p15:clr>
        </p15:guide>
        <p15:guide id="35" pos="4342">
          <p15:clr>
            <a:srgbClr val="A4A3A4"/>
          </p15:clr>
        </p15:guide>
        <p15:guide id="36" pos="4512">
          <p15:clr>
            <a:srgbClr val="A4A3A4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eer Room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EDAB1A2-8795-B0EF-5AD7-A92042281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0B426E-A809-B737-073B-CD33AC213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1"/>
            <a:ext cx="12192000" cy="1106549"/>
          </a:xfrm>
          <a:custGeom>
            <a:avLst/>
            <a:gdLst>
              <a:gd name="csX0" fmla="*/ 0 w 12192000"/>
              <a:gd name="csY0" fmla="*/ 0 h 1106549"/>
              <a:gd name="csX1" fmla="*/ 12192000 w 12192000"/>
              <a:gd name="csY1" fmla="*/ 0 h 1106549"/>
              <a:gd name="csX2" fmla="*/ 12192000 w 12192000"/>
              <a:gd name="csY2" fmla="*/ 1106549 h 1106549"/>
              <a:gd name="csX3" fmla="*/ 0 w 12192000"/>
              <a:gd name="csY3" fmla="*/ 1106549 h 11065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1106549">
                <a:moveTo>
                  <a:pt x="0" y="0"/>
                </a:moveTo>
                <a:lnTo>
                  <a:pt x="12192000" y="0"/>
                </a:lnTo>
                <a:lnTo>
                  <a:pt x="12192000" y="1106549"/>
                </a:lnTo>
                <a:lnTo>
                  <a:pt x="0" y="1106549"/>
                </a:lnTo>
                <a:close/>
              </a:path>
            </a:pathLst>
          </a:cu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0815EB-70EA-858E-B88E-8215B788F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IN" dirty="0">
                <a:solidFill>
                  <a:schemeClr val="bg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310844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2160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144">
          <p15:clr>
            <a:srgbClr val="A4A3A4"/>
          </p15:clr>
        </p15:guide>
        <p15:guide id="32" pos="3348">
          <p15:clr>
            <a:srgbClr val="A4A3A4"/>
          </p15:clr>
        </p15:guide>
        <p15:guide id="33" pos="3754">
          <p15:clr>
            <a:srgbClr val="A4A3A4"/>
          </p15:clr>
        </p15:guide>
        <p15:guide id="34" pos="3931">
          <p15:clr>
            <a:srgbClr val="A4A3A4"/>
          </p15:clr>
        </p15:guide>
        <p15:guide id="35" pos="4342">
          <p15:clr>
            <a:srgbClr val="A4A3A4"/>
          </p15:clr>
        </p15:guide>
        <p15:guide id="36" pos="4512">
          <p15:clr>
            <a:srgbClr val="A4A3A4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with content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C38CFC1-3647-9EE6-2685-C2C8E9EA1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AE4B5B0-9CE1-4E89-BB44-993DE18A2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3581397"/>
            <a:ext cx="1816900" cy="32766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60DE44-EA39-E6F7-110C-3FFD913F3F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C51C76-2993-A4E3-D92F-9636818FA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88263" y="1382220"/>
            <a:ext cx="11018520" cy="4878880"/>
          </a:xfrm>
          <a:prstGeom prst="roundRect">
            <a:avLst>
              <a:gd name="adj" fmla="val 3179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418359-11B3-5E15-67A7-B4814920E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21887695-050F-DC06-73B8-35A9370082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0446" y="1633906"/>
            <a:ext cx="10614154" cy="45491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Font typeface="Arial" panose="020B0604020202020204" pitchFamily="34" charset="0"/>
              <a:buNone/>
              <a:defRPr lang="en-US" sz="2400" kern="1200" spc="0" baseline="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>
              <a:spcBef>
                <a:spcPts val="600"/>
              </a:spcBef>
              <a:defRPr lang="en-US" sz="18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600"/>
              </a:spcBef>
              <a:defRPr lang="en-US" sz="14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Bef>
                <a:spcPts val="600"/>
              </a:spcBef>
              <a:defRPr lang="en-US" sz="12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>
              <a:spcBef>
                <a:spcPts val="600"/>
              </a:spcBef>
              <a:defRPr lang="en-IN" sz="12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457200" marR="0" lvl="1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Second level</a:t>
            </a:r>
          </a:p>
          <a:p>
            <a:pPr marL="657225" marR="0" lvl="2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Third level</a:t>
            </a:r>
          </a:p>
          <a:p>
            <a:pPr marL="842963" marR="0" lvl="3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Fourth level</a:t>
            </a:r>
          </a:p>
          <a:p>
            <a:pPr marL="1023938" marR="0" lvl="4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8069202"/>
      </p:ext>
    </p:extLst>
  </p:cSld>
  <p:clrMapOvr>
    <a:masterClrMapping/>
  </p:clrMapOvr>
  <p:transition>
    <p:fade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hite_Title with content (Dark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A8EAF99-BAEE-CA8D-3EC5-5779930F4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AE4B5B0-9CE1-4E89-BB44-993DE18A2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3581397"/>
            <a:ext cx="1816900" cy="32766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60DE44-EA39-E6F7-110C-3FFD913F3F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C51C76-2993-A4E3-D92F-9636818FA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88263" y="1382220"/>
            <a:ext cx="11018520" cy="4878880"/>
          </a:xfrm>
          <a:prstGeom prst="roundRect">
            <a:avLst>
              <a:gd name="adj" fmla="val 3179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418359-11B3-5E15-67A7-B4814920E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21887695-050F-DC06-73B8-35A9370082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0446" y="1633906"/>
            <a:ext cx="10614154" cy="45491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Font typeface="Arial" panose="020B0604020202020204" pitchFamily="34" charset="0"/>
              <a:buNone/>
              <a:defRPr lang="en-US" sz="2400" kern="1200" spc="0" baseline="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>
              <a:spcBef>
                <a:spcPts val="600"/>
              </a:spcBef>
              <a:defRPr lang="en-US" sz="18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600"/>
              </a:spcBef>
              <a:defRPr lang="en-US" sz="14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Bef>
                <a:spcPts val="600"/>
              </a:spcBef>
              <a:defRPr lang="en-US" sz="12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>
              <a:spcBef>
                <a:spcPts val="600"/>
              </a:spcBef>
              <a:defRPr lang="en-IN" sz="12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457200" marR="0" lvl="1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Second level</a:t>
            </a:r>
          </a:p>
          <a:p>
            <a:pPr marL="657225" marR="0" lvl="2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Third level</a:t>
            </a:r>
          </a:p>
          <a:p>
            <a:pPr marL="842963" marR="0" lvl="3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Fourth level</a:t>
            </a:r>
          </a:p>
          <a:p>
            <a:pPr marL="1023938" marR="0" lvl="4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621478"/>
      </p:ext>
    </p:extLst>
  </p:cSld>
  <p:clrMapOvr>
    <a:masterClrMapping/>
  </p:clrMapOvr>
  <p:transition>
    <p:fade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with content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213816A-89EE-1F58-E364-23CE15490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CE7E9D-C86C-A7C3-DA99-223C7A41B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3685"/>
          <a:stretch>
            <a:fillRect/>
          </a:stretch>
        </p:blipFill>
        <p:spPr>
          <a:xfrm>
            <a:off x="0" y="5819775"/>
            <a:ext cx="1816900" cy="10382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B754254-F961-A229-56A5-F97F80B6C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138081" y="0"/>
            <a:ext cx="2053919" cy="1671660"/>
          </a:xfrm>
          <a:custGeom>
            <a:avLst/>
            <a:gdLst>
              <a:gd name="csX0" fmla="*/ 0 w 2053919"/>
              <a:gd name="csY0" fmla="*/ 0 h 1671660"/>
              <a:gd name="csX1" fmla="*/ 2053919 w 2053919"/>
              <a:gd name="csY1" fmla="*/ 0 h 1671660"/>
              <a:gd name="csX2" fmla="*/ 2053919 w 2053919"/>
              <a:gd name="csY2" fmla="*/ 1671660 h 1671660"/>
              <a:gd name="csX3" fmla="*/ 0 w 2053919"/>
              <a:gd name="csY3" fmla="*/ 1671660 h 16716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053919" h="1671660">
                <a:moveTo>
                  <a:pt x="0" y="0"/>
                </a:moveTo>
                <a:lnTo>
                  <a:pt x="2053919" y="0"/>
                </a:lnTo>
                <a:lnTo>
                  <a:pt x="2053919" y="1671660"/>
                </a:lnTo>
                <a:lnTo>
                  <a:pt x="0" y="1671660"/>
                </a:lnTo>
                <a:close/>
              </a:path>
            </a:pathLst>
          </a:cu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C51C76-2993-A4E3-D92F-9636818FA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88263" y="1382220"/>
            <a:ext cx="11018520" cy="4878880"/>
          </a:xfrm>
          <a:prstGeom prst="roundRect">
            <a:avLst>
              <a:gd name="adj" fmla="val 3179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418359-11B3-5E15-67A7-B4814920E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21887695-050F-DC06-73B8-35A9370082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0446" y="1633906"/>
            <a:ext cx="10614154" cy="45491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Font typeface="Arial" panose="020B0604020202020204" pitchFamily="34" charset="0"/>
              <a:buNone/>
              <a:defRPr lang="en-US" sz="2400" kern="1200" spc="0" baseline="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>
              <a:spcBef>
                <a:spcPts val="600"/>
              </a:spcBef>
              <a:defRPr lang="en-US" sz="18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600"/>
              </a:spcBef>
              <a:defRPr lang="en-US" sz="14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Bef>
                <a:spcPts val="600"/>
              </a:spcBef>
              <a:defRPr lang="en-US" sz="12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>
              <a:spcBef>
                <a:spcPts val="600"/>
              </a:spcBef>
              <a:defRPr lang="en-IN" sz="12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457200" marR="0" lvl="1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Second level</a:t>
            </a:r>
          </a:p>
          <a:p>
            <a:pPr marL="657225" marR="0" lvl="2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Third level</a:t>
            </a:r>
          </a:p>
          <a:p>
            <a:pPr marL="842963" marR="0" lvl="3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Fourth level</a:t>
            </a:r>
          </a:p>
          <a:p>
            <a:pPr marL="1023938" marR="0" lvl="4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112608"/>
      </p:ext>
    </p:extLst>
  </p:cSld>
  <p:clrMapOvr>
    <a:masterClrMapping/>
  </p:clrMapOvr>
  <p:transition>
    <p:fade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White_Title with content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CF91B68-AD6C-DBF4-55E1-D891A4A71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9849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CE7E9D-C86C-A7C3-DA99-223C7A41B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3685"/>
          <a:stretch>
            <a:fillRect/>
          </a:stretch>
        </p:blipFill>
        <p:spPr>
          <a:xfrm>
            <a:off x="0" y="5819775"/>
            <a:ext cx="1816900" cy="10382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B754254-F961-A229-56A5-F97F80B6C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138081" y="0"/>
            <a:ext cx="2053919" cy="1671660"/>
          </a:xfrm>
          <a:custGeom>
            <a:avLst/>
            <a:gdLst>
              <a:gd name="csX0" fmla="*/ 0 w 2053919"/>
              <a:gd name="csY0" fmla="*/ 0 h 1671660"/>
              <a:gd name="csX1" fmla="*/ 2053919 w 2053919"/>
              <a:gd name="csY1" fmla="*/ 0 h 1671660"/>
              <a:gd name="csX2" fmla="*/ 2053919 w 2053919"/>
              <a:gd name="csY2" fmla="*/ 1671660 h 1671660"/>
              <a:gd name="csX3" fmla="*/ 0 w 2053919"/>
              <a:gd name="csY3" fmla="*/ 1671660 h 16716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053919" h="1671660">
                <a:moveTo>
                  <a:pt x="0" y="0"/>
                </a:moveTo>
                <a:lnTo>
                  <a:pt x="2053919" y="0"/>
                </a:lnTo>
                <a:lnTo>
                  <a:pt x="2053919" y="1671660"/>
                </a:lnTo>
                <a:lnTo>
                  <a:pt x="0" y="1671660"/>
                </a:lnTo>
                <a:close/>
              </a:path>
            </a:pathLst>
          </a:cu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C51C76-2993-A4E3-D92F-9636818FA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88263" y="1382220"/>
            <a:ext cx="11018520" cy="4878880"/>
          </a:xfrm>
          <a:prstGeom prst="roundRect">
            <a:avLst>
              <a:gd name="adj" fmla="val 3179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418359-11B3-5E15-67A7-B4814920E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21887695-050F-DC06-73B8-35A9370082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0446" y="1633906"/>
            <a:ext cx="10614154" cy="45491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Font typeface="Arial" panose="020B0604020202020204" pitchFamily="34" charset="0"/>
              <a:buNone/>
              <a:defRPr lang="en-US" sz="2400" kern="1200" spc="0" baseline="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>
              <a:spcBef>
                <a:spcPts val="600"/>
              </a:spcBef>
              <a:defRPr lang="en-US" sz="18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600"/>
              </a:spcBef>
              <a:defRPr lang="en-US" sz="14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Bef>
                <a:spcPts val="600"/>
              </a:spcBef>
              <a:defRPr lang="en-US" sz="12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>
              <a:spcBef>
                <a:spcPts val="600"/>
              </a:spcBef>
              <a:defRPr lang="en-IN" sz="12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457200" marR="0" lvl="1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Second level</a:t>
            </a:r>
          </a:p>
          <a:p>
            <a:pPr marL="657225" marR="0" lvl="2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Third level</a:t>
            </a:r>
          </a:p>
          <a:p>
            <a:pPr marL="842963" marR="0" lvl="3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Fourth level</a:t>
            </a:r>
          </a:p>
          <a:p>
            <a:pPr marL="1023938" marR="0" lvl="4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4462414"/>
      </p:ext>
    </p:extLst>
  </p:cSld>
  <p:clrMapOvr>
    <a:masterClrMapping/>
  </p:clrMapOvr>
  <p:transition>
    <p:fade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with content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0A986F8-2878-DA19-D28C-A7EF7C097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8E22B7D-67A6-2DB0-AC3C-1C2D7C939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3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5399"/>
          <a:stretch>
            <a:fillRect/>
          </a:stretch>
        </p:blipFill>
        <p:spPr>
          <a:xfrm>
            <a:off x="0" y="4874485"/>
            <a:ext cx="1816900" cy="19835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F84AE3-284F-EE9C-884A-590315BB8D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3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1916" y="196648"/>
            <a:ext cx="2857187" cy="2430438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C51C76-2993-A4E3-D92F-9636818FA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88263" y="1382220"/>
            <a:ext cx="11018520" cy="4878880"/>
          </a:xfrm>
          <a:prstGeom prst="roundRect">
            <a:avLst>
              <a:gd name="adj" fmla="val 3179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418359-11B3-5E15-67A7-B4814920E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21887695-050F-DC06-73B8-35A9370082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0446" y="1633906"/>
            <a:ext cx="10614154" cy="45491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Font typeface="Arial" panose="020B0604020202020204" pitchFamily="34" charset="0"/>
              <a:buNone/>
              <a:defRPr lang="en-US" sz="2400" kern="1200" spc="0" baseline="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>
              <a:spcBef>
                <a:spcPts val="600"/>
              </a:spcBef>
              <a:defRPr lang="en-US" sz="18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600"/>
              </a:spcBef>
              <a:defRPr lang="en-US" sz="14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Bef>
                <a:spcPts val="600"/>
              </a:spcBef>
              <a:defRPr lang="en-US" sz="12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>
              <a:spcBef>
                <a:spcPts val="600"/>
              </a:spcBef>
              <a:defRPr lang="en-IN" sz="12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457200" marR="0" lvl="1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Second level</a:t>
            </a:r>
          </a:p>
          <a:p>
            <a:pPr marL="657225" marR="0" lvl="2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Third level</a:t>
            </a:r>
          </a:p>
          <a:p>
            <a:pPr marL="842963" marR="0" lvl="3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Fourth level</a:t>
            </a:r>
          </a:p>
          <a:p>
            <a:pPr marL="1023938" marR="0" lvl="4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2070197"/>
      </p:ext>
    </p:extLst>
  </p:cSld>
  <p:clrMapOvr>
    <a:masterClrMapping/>
  </p:clrMapOvr>
  <p:transition>
    <p:fade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White_Title with content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8A69575-25E9-F044-34A3-367A14810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8E22B7D-67A6-2DB0-AC3C-1C2D7C939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3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5399"/>
          <a:stretch>
            <a:fillRect/>
          </a:stretch>
        </p:blipFill>
        <p:spPr>
          <a:xfrm>
            <a:off x="0" y="4874485"/>
            <a:ext cx="1816900" cy="19835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F84AE3-284F-EE9C-884A-590315BB8D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3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1916" y="196648"/>
            <a:ext cx="2857187" cy="2430438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C51C76-2993-A4E3-D92F-9636818FA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88263" y="1382220"/>
            <a:ext cx="11018520" cy="4878880"/>
          </a:xfrm>
          <a:prstGeom prst="roundRect">
            <a:avLst>
              <a:gd name="adj" fmla="val 3179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418359-11B3-5E15-67A7-B4814920E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21887695-050F-DC06-73B8-35A9370082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0446" y="1633906"/>
            <a:ext cx="10614154" cy="45491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Font typeface="Arial" panose="020B0604020202020204" pitchFamily="34" charset="0"/>
              <a:buNone/>
              <a:defRPr lang="en-US" sz="2400" kern="1200" spc="0" baseline="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>
              <a:spcBef>
                <a:spcPts val="600"/>
              </a:spcBef>
              <a:defRPr lang="en-US" sz="18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600"/>
              </a:spcBef>
              <a:defRPr lang="en-US" sz="14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Bef>
                <a:spcPts val="600"/>
              </a:spcBef>
              <a:defRPr lang="en-US" sz="12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>
              <a:spcBef>
                <a:spcPts val="600"/>
              </a:spcBef>
              <a:defRPr lang="en-IN" sz="12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457200" marR="0" lvl="1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Second level</a:t>
            </a:r>
          </a:p>
          <a:p>
            <a:pPr marL="657225" marR="0" lvl="2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Third level</a:t>
            </a:r>
          </a:p>
          <a:p>
            <a:pPr marL="842963" marR="0" lvl="3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Fourth level</a:t>
            </a:r>
          </a:p>
          <a:p>
            <a:pPr marL="1023938" marR="0" lvl="4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600147"/>
      </p:ext>
    </p:extLst>
  </p:cSld>
  <p:clrMapOvr>
    <a:masterClrMapping/>
  </p:clrMapOvr>
  <p:transition>
    <p:fade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with content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E9D14B0-322F-7B5F-F91B-2F3E489A9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AD5AAD-5E18-44AC-6E11-78AE420EA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9256" y="0"/>
            <a:ext cx="3802743" cy="3234768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C51C76-2993-A4E3-D92F-9636818FA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88263" y="1382220"/>
            <a:ext cx="11018520" cy="4878880"/>
          </a:xfrm>
          <a:prstGeom prst="roundRect">
            <a:avLst>
              <a:gd name="adj" fmla="val 3179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418359-11B3-5E15-67A7-B4814920E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21887695-050F-DC06-73B8-35A9370082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0446" y="1633906"/>
            <a:ext cx="10614154" cy="45491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Font typeface="Arial" panose="020B0604020202020204" pitchFamily="34" charset="0"/>
              <a:buNone/>
              <a:defRPr lang="en-US" sz="2400" kern="1200" spc="0" baseline="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>
              <a:spcBef>
                <a:spcPts val="600"/>
              </a:spcBef>
              <a:defRPr lang="en-US" sz="18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600"/>
              </a:spcBef>
              <a:defRPr lang="en-US" sz="14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Bef>
                <a:spcPts val="600"/>
              </a:spcBef>
              <a:defRPr lang="en-US" sz="12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>
              <a:spcBef>
                <a:spcPts val="600"/>
              </a:spcBef>
              <a:defRPr lang="en-IN" sz="12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457200" marR="0" lvl="1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Second level</a:t>
            </a:r>
          </a:p>
          <a:p>
            <a:pPr marL="657225" marR="0" lvl="2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Third level</a:t>
            </a:r>
          </a:p>
          <a:p>
            <a:pPr marL="842963" marR="0" lvl="3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Fourth level</a:t>
            </a:r>
          </a:p>
          <a:p>
            <a:pPr marL="1023938" marR="0" lvl="4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2796246"/>
      </p:ext>
    </p:extLst>
  </p:cSld>
  <p:clrMapOvr>
    <a:masterClrMapping/>
  </p:clrMapOvr>
  <p:transition>
    <p:fade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White_Title with content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E2CF6A-D40F-84D3-9B36-D09988C29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AD5AAD-5E18-44AC-6E11-78AE420EA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9256" y="0"/>
            <a:ext cx="3802743" cy="3234768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C51C76-2993-A4E3-D92F-9636818FA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88263" y="1382220"/>
            <a:ext cx="11018520" cy="4878880"/>
          </a:xfrm>
          <a:prstGeom prst="roundRect">
            <a:avLst>
              <a:gd name="adj" fmla="val 3179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418359-11B3-5E15-67A7-B4814920E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21887695-050F-DC06-73B8-35A9370082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0446" y="1633906"/>
            <a:ext cx="10614154" cy="45491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Font typeface="Arial" panose="020B0604020202020204" pitchFamily="34" charset="0"/>
              <a:buNone/>
              <a:defRPr lang="en-US" sz="2400" kern="1200" spc="0" baseline="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>
              <a:spcBef>
                <a:spcPts val="600"/>
              </a:spcBef>
              <a:defRPr lang="en-US" sz="18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600"/>
              </a:spcBef>
              <a:defRPr lang="en-US" sz="14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Bef>
                <a:spcPts val="600"/>
              </a:spcBef>
              <a:defRPr lang="en-US" sz="12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>
              <a:spcBef>
                <a:spcPts val="600"/>
              </a:spcBef>
              <a:defRPr lang="en-IN" sz="12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457200" marR="0" lvl="1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Second level</a:t>
            </a:r>
          </a:p>
          <a:p>
            <a:pPr marL="657225" marR="0" lvl="2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Third level</a:t>
            </a:r>
          </a:p>
          <a:p>
            <a:pPr marL="842963" marR="0" lvl="3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Fourth level</a:t>
            </a:r>
          </a:p>
          <a:p>
            <a:pPr marL="1023938" marR="0" lvl="4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0396201"/>
      </p:ext>
    </p:extLst>
  </p:cSld>
  <p:clrMapOvr>
    <a:masterClrMapping/>
  </p:clrMapOvr>
  <p:transition>
    <p:fade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ustom Layout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D48014C-790E-3FB6-C62F-2C94B4957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12190966" cy="5196114"/>
          </a:xfrm>
          <a:prstGeom prst="rect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A66D2A-01BC-9C47-A75E-0C3FF18409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2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3581397"/>
            <a:ext cx="1816900" cy="32766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122DA8B-67C3-C9A5-014A-67679D2EF2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22" r="22"/>
          <a:stretch/>
        </p:blipFill>
        <p:spPr>
          <a:xfrm>
            <a:off x="0" y="4864103"/>
            <a:ext cx="12189697" cy="1993898"/>
          </a:xfrm>
          <a:custGeom>
            <a:avLst/>
            <a:gdLst>
              <a:gd name="csX0" fmla="*/ 0 w 12190966"/>
              <a:gd name="csY0" fmla="*/ 0 h 1993898"/>
              <a:gd name="csX1" fmla="*/ 11858643 w 12190966"/>
              <a:gd name="csY1" fmla="*/ 0 h 1993898"/>
              <a:gd name="csX2" fmla="*/ 12190966 w 12190966"/>
              <a:gd name="csY2" fmla="*/ 332322 h 1993898"/>
              <a:gd name="csX3" fmla="*/ 12190966 w 12190966"/>
              <a:gd name="csY3" fmla="*/ 1993898 h 1993898"/>
              <a:gd name="csX4" fmla="*/ 0 w 12190966"/>
              <a:gd name="csY4" fmla="*/ 1993898 h 19938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190966" h="1993898">
                <a:moveTo>
                  <a:pt x="0" y="0"/>
                </a:moveTo>
                <a:lnTo>
                  <a:pt x="11858643" y="0"/>
                </a:lnTo>
                <a:cubicBezTo>
                  <a:pt x="12042180" y="0"/>
                  <a:pt x="12190966" y="148785"/>
                  <a:pt x="12190966" y="332322"/>
                </a:cubicBezTo>
                <a:lnTo>
                  <a:pt x="12190966" y="1993898"/>
                </a:lnTo>
                <a:lnTo>
                  <a:pt x="0" y="1993898"/>
                </a:lnTo>
                <a:close/>
              </a:path>
            </a:pathLst>
          </a:cu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B1D88A6-8E03-AA5D-E75E-464939E098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2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7A4D4B7-EEC4-FFA7-50A2-94992D8715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88263" y="1524000"/>
            <a:ext cx="3483476" cy="2870200"/>
          </a:xfrm>
          <a:prstGeom prst="roundRect">
            <a:avLst>
              <a:gd name="adj" fmla="val 5370"/>
            </a:avLst>
          </a:prstGeom>
          <a:solidFill>
            <a:schemeClr val="tx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113278A-224D-C3CA-17B7-427830F39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4355785" y="1524000"/>
            <a:ext cx="3483476" cy="2870200"/>
          </a:xfrm>
          <a:prstGeom prst="roundRect">
            <a:avLst>
              <a:gd name="adj" fmla="val 5370"/>
            </a:avLst>
          </a:prstGeom>
          <a:solidFill>
            <a:schemeClr val="tx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4AB57A7-7BB6-B47B-0FB6-2827CBD29E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8123307" y="1524000"/>
            <a:ext cx="3483476" cy="2870200"/>
          </a:xfrm>
          <a:prstGeom prst="roundRect">
            <a:avLst>
              <a:gd name="adj" fmla="val 5370"/>
            </a:avLst>
          </a:prstGeom>
          <a:solidFill>
            <a:schemeClr val="tx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778F60A-6ADA-85A9-69C2-FF345EBE2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213762" y="5226069"/>
            <a:ext cx="0" cy="1193800"/>
          </a:xfrm>
          <a:prstGeom prst="line">
            <a:avLst/>
          </a:prstGeom>
          <a:ln>
            <a:solidFill>
              <a:schemeClr val="bg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9CB9C0B-7A51-4124-AB4C-0467BB0C5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981284" y="5226069"/>
            <a:ext cx="0" cy="1193800"/>
          </a:xfrm>
          <a:prstGeom prst="line">
            <a:avLst/>
          </a:prstGeom>
          <a:ln>
            <a:solidFill>
              <a:schemeClr val="bg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74EA407-EEC0-935E-739E-E9C87251E9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0863" y="5326743"/>
            <a:ext cx="290512" cy="0"/>
          </a:xfrm>
          <a:prstGeom prst="line">
            <a:avLst/>
          </a:prstGeom>
          <a:ln w="57150" cap="rnd">
            <a:solidFill>
              <a:schemeClr val="bg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35B35F9-3C02-1EBC-B0F9-4A49F6714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69263" y="5326743"/>
            <a:ext cx="290512" cy="0"/>
          </a:xfrm>
          <a:prstGeom prst="line">
            <a:avLst/>
          </a:prstGeom>
          <a:ln w="57150" cap="rnd">
            <a:solidFill>
              <a:schemeClr val="bg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79B9F4F-1B08-F9DE-0CE3-AD4BEC71B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400284" y="5326743"/>
            <a:ext cx="290512" cy="0"/>
          </a:xfrm>
          <a:prstGeom prst="line">
            <a:avLst/>
          </a:prstGeom>
          <a:ln w="57150" cap="rnd">
            <a:solidFill>
              <a:schemeClr val="bg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E53B5B7A-FD42-BB2A-E6E3-966CEB4A9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2303BC4-3B73-5BC5-ECA9-1790999EB872}"/>
              </a:ext>
            </a:extLst>
          </p:cNvPr>
          <p:cNvSpPr>
            <a:spLocks noGrp="1" noChangeAspect="1"/>
          </p:cNvSpPr>
          <p:nvPr>
            <p:ph type="body" sz="quarter" idx="32"/>
          </p:nvPr>
        </p:nvSpPr>
        <p:spPr>
          <a:xfrm>
            <a:off x="713038" y="1700462"/>
            <a:ext cx="3233926" cy="586311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>
              <a:spcBef>
                <a:spcPts val="0"/>
              </a:spcBef>
              <a:buNone/>
              <a:defRPr lang="en-IN" sz="1400" dirty="0">
                <a:solidFill>
                  <a:schemeClr val="bg1"/>
                </a:solidFill>
                <a:latin typeface="+mj-lt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endParaRPr lang="en-IN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BC1D170A-422D-848A-2B81-080B3FF7CCCF}"/>
              </a:ext>
            </a:extLst>
          </p:cNvPr>
          <p:cNvSpPr>
            <a:spLocks noGrp="1" noChangeAspect="1"/>
          </p:cNvSpPr>
          <p:nvPr>
            <p:ph type="body" sz="quarter" idx="26"/>
          </p:nvPr>
        </p:nvSpPr>
        <p:spPr>
          <a:xfrm>
            <a:off x="713038" y="2286774"/>
            <a:ext cx="3233926" cy="1351162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lang="en-IN" sz="1200" dirty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>
              <a:spcBef>
                <a:spcPts val="300"/>
              </a:spcBef>
              <a:buNone/>
            </a:pPr>
            <a:endParaRPr lang="en-IN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6D222367-A3EC-7A52-BF1E-AD4E0893E80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465276" y="3662850"/>
            <a:ext cx="463588" cy="830997"/>
          </a:xfrm>
        </p:spPr>
        <p:txBody>
          <a:bodyPr/>
          <a:lstStyle>
            <a:lvl1pPr>
              <a:buNone/>
              <a:defRPr lang="en-US" sz="54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5400" kern="1200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defRPr lang="en-US" sz="5400" kern="1200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  <a:ea typeface="+mn-ea"/>
                <a:cs typeface="+mn-cs"/>
              </a:defRPr>
            </a:lvl3pPr>
            <a:lvl4pPr>
              <a:defRPr lang="en-US" sz="5400" kern="1200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  <a:ea typeface="+mn-ea"/>
                <a:cs typeface="+mn-cs"/>
              </a:defRPr>
            </a:lvl4pPr>
            <a:lvl5pPr>
              <a:defRPr lang="en-US" sz="5400" kern="1200" dirty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183F0FDA-9532-F2A6-7686-CF79A2E3BA50}"/>
              </a:ext>
            </a:extLst>
          </p:cNvPr>
          <p:cNvSpPr>
            <a:spLocks noGrp="1" noChangeAspect="1"/>
          </p:cNvSpPr>
          <p:nvPr>
            <p:ph type="body" sz="quarter" idx="29"/>
          </p:nvPr>
        </p:nvSpPr>
        <p:spPr>
          <a:xfrm>
            <a:off x="713038" y="5495925"/>
            <a:ext cx="3233926" cy="9509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lang="en-IN" sz="1600" kern="1200" spc="0" baseline="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lvl="0"/>
            <a:endParaRPr lang="en-IN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A3BF19B1-07BB-210D-89EA-0AEF70E11811}"/>
              </a:ext>
            </a:extLst>
          </p:cNvPr>
          <p:cNvSpPr>
            <a:spLocks noGrp="1" noChangeAspect="1"/>
          </p:cNvSpPr>
          <p:nvPr>
            <p:ph type="body" sz="quarter" idx="33"/>
          </p:nvPr>
        </p:nvSpPr>
        <p:spPr>
          <a:xfrm>
            <a:off x="4480560" y="1700462"/>
            <a:ext cx="3233926" cy="586311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>
              <a:spcBef>
                <a:spcPts val="0"/>
              </a:spcBef>
              <a:buNone/>
              <a:defRPr lang="en-IN" sz="1400">
                <a:solidFill>
                  <a:schemeClr val="bg1"/>
                </a:solidFill>
                <a:latin typeface="+mj-lt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endParaRPr lang="en-IN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98AC0260-2F3F-E64B-F410-0009BC90FFDE}"/>
              </a:ext>
            </a:extLst>
          </p:cNvPr>
          <p:cNvSpPr>
            <a:spLocks noGrp="1" noChangeAspect="1"/>
          </p:cNvSpPr>
          <p:nvPr>
            <p:ph type="body" sz="quarter" idx="27"/>
          </p:nvPr>
        </p:nvSpPr>
        <p:spPr>
          <a:xfrm>
            <a:off x="4480560" y="2286774"/>
            <a:ext cx="3233926" cy="1351162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lang="en-IN" sz="12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>
              <a:spcBef>
                <a:spcPts val="300"/>
              </a:spcBef>
              <a:buNone/>
            </a:pPr>
            <a:endParaRPr lang="en-IN"/>
          </a:p>
        </p:txBody>
      </p:sp>
      <p:sp>
        <p:nvSpPr>
          <p:cNvPr id="39" name="Text Placeholder 37">
            <a:extLst>
              <a:ext uri="{FF2B5EF4-FFF2-40B4-BE49-F238E27FC236}">
                <a16:creationId xmlns:a16="http://schemas.microsoft.com/office/drawing/2014/main" id="{C880DB61-FE83-5B5D-46C9-CCD7A1A197E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232798" y="3662850"/>
            <a:ext cx="463588" cy="830997"/>
          </a:xfrm>
        </p:spPr>
        <p:txBody>
          <a:bodyPr/>
          <a:lstStyle>
            <a:lvl1pPr>
              <a:buNone/>
              <a:defRPr lang="en-US" sz="54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5400" kern="1200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defRPr lang="en-US" sz="5400" kern="1200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  <a:ea typeface="+mn-ea"/>
                <a:cs typeface="+mn-cs"/>
              </a:defRPr>
            </a:lvl3pPr>
            <a:lvl4pPr>
              <a:defRPr lang="en-US" sz="5400" kern="1200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  <a:ea typeface="+mn-ea"/>
                <a:cs typeface="+mn-cs"/>
              </a:defRPr>
            </a:lvl4pPr>
            <a:lvl5pPr>
              <a:defRPr lang="en-US" sz="5400" kern="1200" dirty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7CF122A3-07FE-C5E2-E101-B1A728D8C1A9}"/>
              </a:ext>
            </a:extLst>
          </p:cNvPr>
          <p:cNvSpPr>
            <a:spLocks noGrp="1" noChangeAspect="1"/>
          </p:cNvSpPr>
          <p:nvPr>
            <p:ph type="body" sz="quarter" idx="30"/>
          </p:nvPr>
        </p:nvSpPr>
        <p:spPr>
          <a:xfrm>
            <a:off x="4480560" y="5495925"/>
            <a:ext cx="3233926" cy="9509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lang="en-IN" sz="1600" kern="1200" spc="0" baseline="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lvl="0"/>
            <a:endParaRPr lang="en-IN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C97D2871-CDC5-D58E-521A-CC324E9074A6}"/>
              </a:ext>
            </a:extLst>
          </p:cNvPr>
          <p:cNvSpPr>
            <a:spLocks noGrp="1" noChangeAspect="1"/>
          </p:cNvSpPr>
          <p:nvPr>
            <p:ph type="body" sz="quarter" idx="34"/>
          </p:nvPr>
        </p:nvSpPr>
        <p:spPr>
          <a:xfrm>
            <a:off x="8248082" y="1700462"/>
            <a:ext cx="3233926" cy="586311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>
              <a:spcBef>
                <a:spcPts val="0"/>
              </a:spcBef>
              <a:buNone/>
              <a:defRPr lang="en-IN" sz="1400">
                <a:solidFill>
                  <a:schemeClr val="bg1"/>
                </a:solidFill>
                <a:latin typeface="+mj-lt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endParaRPr lang="en-IN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E3E7FFB0-C815-1CA7-AA3E-166D7ED4DE79}"/>
              </a:ext>
            </a:extLst>
          </p:cNvPr>
          <p:cNvSpPr>
            <a:spLocks noGrp="1" noChangeAspect="1"/>
          </p:cNvSpPr>
          <p:nvPr>
            <p:ph type="body" sz="quarter" idx="28"/>
          </p:nvPr>
        </p:nvSpPr>
        <p:spPr>
          <a:xfrm>
            <a:off x="8248082" y="2286774"/>
            <a:ext cx="3233926" cy="1351162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lang="en-IN" sz="1200" dirty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>
              <a:spcBef>
                <a:spcPts val="300"/>
              </a:spcBef>
              <a:buNone/>
            </a:pPr>
            <a:endParaRPr lang="en-IN"/>
          </a:p>
        </p:txBody>
      </p:sp>
      <p:sp>
        <p:nvSpPr>
          <p:cNvPr id="40" name="Text Placeholder 37">
            <a:extLst>
              <a:ext uri="{FF2B5EF4-FFF2-40B4-BE49-F238E27FC236}">
                <a16:creationId xmlns:a16="http://schemas.microsoft.com/office/drawing/2014/main" id="{1E92453D-53CE-01F3-30DC-B28351784CF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000320" y="3662850"/>
            <a:ext cx="463588" cy="830997"/>
          </a:xfrm>
        </p:spPr>
        <p:txBody>
          <a:bodyPr/>
          <a:lstStyle>
            <a:lvl1pPr>
              <a:buNone/>
              <a:defRPr lang="en-US" sz="54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5400" kern="1200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defRPr lang="en-US" sz="5400" kern="1200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  <a:ea typeface="+mn-ea"/>
                <a:cs typeface="+mn-cs"/>
              </a:defRPr>
            </a:lvl3pPr>
            <a:lvl4pPr>
              <a:defRPr lang="en-US" sz="5400" kern="1200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  <a:ea typeface="+mn-ea"/>
                <a:cs typeface="+mn-cs"/>
              </a:defRPr>
            </a:lvl4pPr>
            <a:lvl5pPr>
              <a:defRPr lang="en-US" sz="5400" kern="1200" dirty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A56D0DF0-1B62-11BF-59D6-DA777E698D5E}"/>
              </a:ext>
            </a:extLst>
          </p:cNvPr>
          <p:cNvSpPr>
            <a:spLocks noGrp="1" noChangeAspect="1"/>
          </p:cNvSpPr>
          <p:nvPr>
            <p:ph type="body" sz="quarter" idx="31"/>
          </p:nvPr>
        </p:nvSpPr>
        <p:spPr>
          <a:xfrm>
            <a:off x="8248082" y="5495925"/>
            <a:ext cx="3233926" cy="9509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lang="en-IN" sz="1600" kern="1200" spc="0" baseline="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9231699"/>
      </p:ext>
    </p:extLst>
  </p:cSld>
  <p:clrMapOvr>
    <a:masterClrMapping/>
  </p:clrMapOvr>
  <p:transition>
    <p:fade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ustom Layout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8A8102E-821A-0A0B-7DA0-7C0ED4B9D0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3238500"/>
            <a:ext cx="12192000" cy="3619500"/>
          </a:xfrm>
          <a:custGeom>
            <a:avLst/>
            <a:gdLst>
              <a:gd name="csX0" fmla="*/ 0 w 12192000"/>
              <a:gd name="csY0" fmla="*/ 0 h 3619500"/>
              <a:gd name="csX1" fmla="*/ 12192000 w 12192000"/>
              <a:gd name="csY1" fmla="*/ 0 h 3619500"/>
              <a:gd name="csX2" fmla="*/ 12192000 w 12192000"/>
              <a:gd name="csY2" fmla="*/ 3619500 h 3619500"/>
              <a:gd name="csX3" fmla="*/ 0 w 12192000"/>
              <a:gd name="csY3" fmla="*/ 3619500 h 3619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3619500">
                <a:moveTo>
                  <a:pt x="0" y="0"/>
                </a:moveTo>
                <a:lnTo>
                  <a:pt x="12192000" y="0"/>
                </a:lnTo>
                <a:lnTo>
                  <a:pt x="12192000" y="3619500"/>
                </a:lnTo>
                <a:lnTo>
                  <a:pt x="0" y="3619500"/>
                </a:lnTo>
                <a:close/>
              </a:path>
            </a:pathLst>
          </a:cu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216E56-D237-521E-691B-A7C469FFD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9" r="29"/>
          <a:stretch/>
        </p:blipFill>
        <p:spPr>
          <a:xfrm>
            <a:off x="0" y="0"/>
            <a:ext cx="12190730" cy="3238500"/>
          </a:xfrm>
          <a:custGeom>
            <a:avLst/>
            <a:gdLst>
              <a:gd name="csX0" fmla="*/ 0 w 12192000"/>
              <a:gd name="csY0" fmla="*/ 0 h 3238500"/>
              <a:gd name="csX1" fmla="*/ 12192000 w 12192000"/>
              <a:gd name="csY1" fmla="*/ 0 h 3238500"/>
              <a:gd name="csX2" fmla="*/ 12192000 w 12192000"/>
              <a:gd name="csY2" fmla="*/ 3238500 h 3238500"/>
              <a:gd name="csX3" fmla="*/ 0 w 12192000"/>
              <a:gd name="csY3" fmla="*/ 3238500 h 3238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3238500">
                <a:moveTo>
                  <a:pt x="0" y="0"/>
                </a:moveTo>
                <a:lnTo>
                  <a:pt x="12192000" y="0"/>
                </a:lnTo>
                <a:lnTo>
                  <a:pt x="12192000" y="3238500"/>
                </a:lnTo>
                <a:lnTo>
                  <a:pt x="0" y="3238500"/>
                </a:lnTo>
                <a:close/>
              </a:path>
            </a:pathLst>
          </a:custGeom>
        </p:spPr>
      </p:pic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B796164B-5A1A-2B07-2A61-2AC0DAAAC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355600" y="3265932"/>
            <a:ext cx="11480800" cy="3134868"/>
          </a:xfrm>
          <a:prstGeom prst="round2SameRect">
            <a:avLst>
              <a:gd name="adj1" fmla="val 0"/>
              <a:gd name="adj2" fmla="val 7059"/>
            </a:avLst>
          </a:prstGeom>
          <a:solidFill>
            <a:schemeClr val="tx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22532E-A624-45B0-CE69-6582D064AD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3238500"/>
            <a:ext cx="12192000" cy="2743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6673833-EAB0-10E6-B9C0-1C4982D8C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312505" y="3488090"/>
            <a:ext cx="5566990" cy="2671410"/>
            <a:chOff x="3312505" y="3488090"/>
            <a:chExt cx="5566990" cy="738664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B6C3055-2EF2-CAEA-CB1A-820B4B23E9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943173" y="3857422"/>
              <a:ext cx="738664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2423C0B-A38D-DB50-BEDD-CD71E8C5B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726668" y="3857422"/>
              <a:ext cx="738664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9C1DDD9-34DE-4C1A-F8BE-6C73D3F93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510163" y="3857422"/>
              <a:ext cx="738664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756F19B6-0EF4-494C-80B5-6D972C9A8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9" name="Picture Placeholder 58" descr="Picture">
            <a:extLst>
              <a:ext uri="{FF2B5EF4-FFF2-40B4-BE49-F238E27FC236}">
                <a16:creationId xmlns:a16="http://schemas.microsoft.com/office/drawing/2014/main" id="{17EE7144-C827-02B6-0814-30A25D61E97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 userDrawn="1">
            <p:ph type="pic" sz="quarter" idx="22"/>
          </p:nvPr>
        </p:nvSpPr>
        <p:spPr>
          <a:xfrm>
            <a:off x="586741" y="1455698"/>
            <a:ext cx="2668033" cy="1652124"/>
          </a:xfrm>
          <a:prstGeom prst="roundRect">
            <a:avLst>
              <a:gd name="adj" fmla="val 5988"/>
            </a:avLst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  <p:sp>
        <p:nvSpPr>
          <p:cNvPr id="48" name="Text Placeholder 35">
            <a:extLst>
              <a:ext uri="{FF2B5EF4-FFF2-40B4-BE49-F238E27FC236}">
                <a16:creationId xmlns:a16="http://schemas.microsoft.com/office/drawing/2014/main" id="{64C57D9C-393F-251B-13F3-37C00DEE541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 userDrawn="1">
            <p:ph type="body" sz="quarter" idx="13" hasCustomPrompt="1"/>
          </p:nvPr>
        </p:nvSpPr>
        <p:spPr>
          <a:xfrm>
            <a:off x="586741" y="3536676"/>
            <a:ext cx="2668033" cy="297991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None/>
              <a:defRPr lang="en-US" sz="1600" dirty="0">
                <a:solidFill>
                  <a:schemeClr val="bg1"/>
                </a:solidFill>
                <a:latin typeface="+mj-lt"/>
              </a:defRPr>
            </a:lvl1pPr>
          </a:lstStyle>
          <a:p>
            <a:pPr marL="0" lvl="0" indent="0">
              <a:buNone/>
            </a:pPr>
            <a:r>
              <a:rPr lang="en-US"/>
              <a:t>Click to add text</a:t>
            </a:r>
          </a:p>
        </p:txBody>
      </p:sp>
      <p:sp>
        <p:nvSpPr>
          <p:cNvPr id="47" name="Text Placeholder 35">
            <a:extLst>
              <a:ext uri="{FF2B5EF4-FFF2-40B4-BE49-F238E27FC236}">
                <a16:creationId xmlns:a16="http://schemas.microsoft.com/office/drawing/2014/main" id="{4857C950-FF0D-E01B-2872-0C488D39C60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 userDrawn="1">
            <p:ph type="body" sz="quarter" idx="12" hasCustomPrompt="1"/>
          </p:nvPr>
        </p:nvSpPr>
        <p:spPr>
          <a:xfrm>
            <a:off x="586741" y="3951465"/>
            <a:ext cx="2668033" cy="307777"/>
          </a:xfrm>
          <a:prstGeom prst="rect">
            <a:avLst/>
          </a:prstGeom>
        </p:spPr>
        <p:txBody>
          <a:bodyPr lIns="91440" tIns="45720" rIns="91440" bIns="45720">
            <a:spAutoFit/>
          </a:bodyPr>
          <a:lstStyle>
            <a:lvl1pPr marL="0" indent="0">
              <a:buNone/>
              <a:defRPr lang="en-US" sz="14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add text</a:t>
            </a:r>
          </a:p>
        </p:txBody>
      </p:sp>
      <p:sp>
        <p:nvSpPr>
          <p:cNvPr id="60" name="Picture Placeholder 58" descr="Picture">
            <a:extLst>
              <a:ext uri="{FF2B5EF4-FFF2-40B4-BE49-F238E27FC236}">
                <a16:creationId xmlns:a16="http://schemas.microsoft.com/office/drawing/2014/main" id="{D7AB8E79-861B-AC28-DED3-52FC6A047FC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 userDrawn="1">
            <p:ph type="pic" sz="quarter" idx="23"/>
          </p:nvPr>
        </p:nvSpPr>
        <p:spPr>
          <a:xfrm>
            <a:off x="3370237" y="1455698"/>
            <a:ext cx="2668033" cy="1652124"/>
          </a:xfrm>
          <a:prstGeom prst="roundRect">
            <a:avLst>
              <a:gd name="adj" fmla="val 5988"/>
            </a:avLst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  <p:sp>
        <p:nvSpPr>
          <p:cNvPr id="50" name="Text Placeholder 35">
            <a:extLst>
              <a:ext uri="{FF2B5EF4-FFF2-40B4-BE49-F238E27FC236}">
                <a16:creationId xmlns:a16="http://schemas.microsoft.com/office/drawing/2014/main" id="{30FCCE78-5AD8-C625-6E17-E990FF71CA1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 userDrawn="1">
            <p:ph type="body" sz="quarter" idx="15" hasCustomPrompt="1"/>
          </p:nvPr>
        </p:nvSpPr>
        <p:spPr>
          <a:xfrm>
            <a:off x="3370236" y="3536676"/>
            <a:ext cx="2668033" cy="297991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None/>
              <a:defRPr lang="en-US" sz="1600">
                <a:solidFill>
                  <a:schemeClr val="bg1"/>
                </a:solidFill>
                <a:latin typeface="+mj-lt"/>
              </a:defRPr>
            </a:lvl1pPr>
          </a:lstStyle>
          <a:p>
            <a:pPr marL="0" lvl="0" indent="0">
              <a:buNone/>
            </a:pPr>
            <a:r>
              <a:rPr lang="en-US"/>
              <a:t>Click to add text</a:t>
            </a:r>
          </a:p>
        </p:txBody>
      </p:sp>
      <p:sp>
        <p:nvSpPr>
          <p:cNvPr id="49" name="Text Placeholder 35">
            <a:extLst>
              <a:ext uri="{FF2B5EF4-FFF2-40B4-BE49-F238E27FC236}">
                <a16:creationId xmlns:a16="http://schemas.microsoft.com/office/drawing/2014/main" id="{BDF16B7A-81FF-7E26-764B-993FE32F4ED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 userDrawn="1">
            <p:ph type="body" sz="quarter" idx="14" hasCustomPrompt="1"/>
          </p:nvPr>
        </p:nvSpPr>
        <p:spPr>
          <a:xfrm>
            <a:off x="3370237" y="3951465"/>
            <a:ext cx="2668033" cy="307777"/>
          </a:xfrm>
          <a:prstGeom prst="rect">
            <a:avLst/>
          </a:prstGeom>
        </p:spPr>
        <p:txBody>
          <a:bodyPr lIns="91440" tIns="45720" rIns="91440" bIns="45720">
            <a:spAutoFit/>
          </a:bodyPr>
          <a:lstStyle>
            <a:lvl1pPr marL="0" indent="0">
              <a:buNone/>
              <a:defRPr lang="en-US" sz="140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add text</a:t>
            </a:r>
          </a:p>
        </p:txBody>
      </p:sp>
      <p:sp>
        <p:nvSpPr>
          <p:cNvPr id="61" name="Picture Placeholder 58" descr="Picture">
            <a:extLst>
              <a:ext uri="{FF2B5EF4-FFF2-40B4-BE49-F238E27FC236}">
                <a16:creationId xmlns:a16="http://schemas.microsoft.com/office/drawing/2014/main" id="{574C98C7-F18C-A7A1-6560-CB540FDAAA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 userDrawn="1">
            <p:ph type="pic" sz="quarter" idx="24"/>
          </p:nvPr>
        </p:nvSpPr>
        <p:spPr>
          <a:xfrm>
            <a:off x="6153733" y="1455698"/>
            <a:ext cx="2668033" cy="1652124"/>
          </a:xfrm>
          <a:prstGeom prst="roundRect">
            <a:avLst>
              <a:gd name="adj" fmla="val 5988"/>
            </a:avLst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  <p:sp>
        <p:nvSpPr>
          <p:cNvPr id="52" name="Text Placeholder 35">
            <a:extLst>
              <a:ext uri="{FF2B5EF4-FFF2-40B4-BE49-F238E27FC236}">
                <a16:creationId xmlns:a16="http://schemas.microsoft.com/office/drawing/2014/main" id="{A2D533A1-741E-0402-DB98-F019D7B5A6D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 userDrawn="1">
            <p:ph type="body" sz="quarter" idx="17" hasCustomPrompt="1"/>
          </p:nvPr>
        </p:nvSpPr>
        <p:spPr>
          <a:xfrm>
            <a:off x="6153731" y="3536676"/>
            <a:ext cx="2668033" cy="297991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None/>
              <a:defRPr lang="en-US" sz="1600">
                <a:solidFill>
                  <a:schemeClr val="bg1"/>
                </a:solidFill>
                <a:latin typeface="+mj-lt"/>
              </a:defRPr>
            </a:lvl1pPr>
          </a:lstStyle>
          <a:p>
            <a:pPr marL="0" lvl="0" indent="0">
              <a:buNone/>
            </a:pPr>
            <a:r>
              <a:rPr lang="en-US"/>
              <a:t>Click to add text</a:t>
            </a:r>
          </a:p>
        </p:txBody>
      </p:sp>
      <p:sp>
        <p:nvSpPr>
          <p:cNvPr id="51" name="Text Placeholder 35">
            <a:extLst>
              <a:ext uri="{FF2B5EF4-FFF2-40B4-BE49-F238E27FC236}">
                <a16:creationId xmlns:a16="http://schemas.microsoft.com/office/drawing/2014/main" id="{E78FE4B6-821D-3948-1876-0CC6058ADC5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 userDrawn="1">
            <p:ph type="body" sz="quarter" idx="16" hasCustomPrompt="1"/>
          </p:nvPr>
        </p:nvSpPr>
        <p:spPr>
          <a:xfrm>
            <a:off x="6153733" y="3951465"/>
            <a:ext cx="2668033" cy="307777"/>
          </a:xfrm>
          <a:prstGeom prst="rect">
            <a:avLst/>
          </a:prstGeom>
        </p:spPr>
        <p:txBody>
          <a:bodyPr lIns="91440" tIns="45720" rIns="91440" bIns="45720">
            <a:spAutoFit/>
          </a:bodyPr>
          <a:lstStyle>
            <a:lvl1pPr marL="0" indent="0">
              <a:buNone/>
              <a:defRPr lang="en-US" sz="140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add text</a:t>
            </a:r>
          </a:p>
        </p:txBody>
      </p:sp>
      <p:sp>
        <p:nvSpPr>
          <p:cNvPr id="62" name="Picture Placeholder 58" descr="Picture">
            <a:extLst>
              <a:ext uri="{FF2B5EF4-FFF2-40B4-BE49-F238E27FC236}">
                <a16:creationId xmlns:a16="http://schemas.microsoft.com/office/drawing/2014/main" id="{A07E071B-E47E-D95A-15AF-45035C61AF2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 userDrawn="1">
            <p:ph type="pic" sz="quarter" idx="25"/>
          </p:nvPr>
        </p:nvSpPr>
        <p:spPr>
          <a:xfrm>
            <a:off x="8937228" y="1455698"/>
            <a:ext cx="2668033" cy="1652124"/>
          </a:xfrm>
          <a:prstGeom prst="roundRect">
            <a:avLst>
              <a:gd name="adj" fmla="val 5988"/>
            </a:avLst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  <p:sp>
        <p:nvSpPr>
          <p:cNvPr id="54" name="Text Placeholder 35">
            <a:extLst>
              <a:ext uri="{FF2B5EF4-FFF2-40B4-BE49-F238E27FC236}">
                <a16:creationId xmlns:a16="http://schemas.microsoft.com/office/drawing/2014/main" id="{34F322DB-C32F-C6EE-7ABD-F1BB762B9EE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 userDrawn="1">
            <p:ph type="body" sz="quarter" idx="19" hasCustomPrompt="1"/>
          </p:nvPr>
        </p:nvSpPr>
        <p:spPr>
          <a:xfrm>
            <a:off x="8937228" y="3536676"/>
            <a:ext cx="2668033" cy="297991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None/>
              <a:defRPr lang="en-US" sz="1600">
                <a:solidFill>
                  <a:schemeClr val="bg1"/>
                </a:solidFill>
                <a:latin typeface="+mj-lt"/>
              </a:defRPr>
            </a:lvl1pPr>
          </a:lstStyle>
          <a:p>
            <a:pPr marL="0" lvl="0" indent="0">
              <a:buNone/>
            </a:pPr>
            <a:r>
              <a:rPr lang="en-US"/>
              <a:t>Click to add text</a:t>
            </a:r>
          </a:p>
        </p:txBody>
      </p:sp>
      <p:sp>
        <p:nvSpPr>
          <p:cNvPr id="53" name="Text Placeholder 35">
            <a:extLst>
              <a:ext uri="{FF2B5EF4-FFF2-40B4-BE49-F238E27FC236}">
                <a16:creationId xmlns:a16="http://schemas.microsoft.com/office/drawing/2014/main" id="{8DCBB671-7F89-1D55-E26E-3D4573046A1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 userDrawn="1">
            <p:ph type="body" sz="quarter" idx="18" hasCustomPrompt="1"/>
          </p:nvPr>
        </p:nvSpPr>
        <p:spPr>
          <a:xfrm>
            <a:off x="8937228" y="3951465"/>
            <a:ext cx="2668033" cy="307777"/>
          </a:xfrm>
          <a:prstGeom prst="rect">
            <a:avLst/>
          </a:prstGeom>
        </p:spPr>
        <p:txBody>
          <a:bodyPr lIns="91440" tIns="45720" rIns="91440" bIns="45720">
            <a:spAutoFit/>
          </a:bodyPr>
          <a:lstStyle>
            <a:lvl1pPr marL="0" indent="0">
              <a:buNone/>
              <a:defRPr lang="en-US" sz="140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712475728"/>
      </p:ext>
    </p:extLst>
  </p:cSld>
  <p:clrMapOvr>
    <a:masterClrMapping/>
  </p:clrMapOvr>
  <p:transition>
    <p:fade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ustom Layout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7DD85F3-72CE-BD28-F119-793FEB52D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12192000" cy="4597400"/>
          </a:xfrm>
          <a:custGeom>
            <a:avLst/>
            <a:gdLst>
              <a:gd name="csX0" fmla="*/ 0 w 12192000"/>
              <a:gd name="csY0" fmla="*/ 0 h 4597400"/>
              <a:gd name="csX1" fmla="*/ 12192000 w 12192000"/>
              <a:gd name="csY1" fmla="*/ 0 h 4597400"/>
              <a:gd name="csX2" fmla="*/ 12192000 w 12192000"/>
              <a:gd name="csY2" fmla="*/ 4597400 h 4597400"/>
              <a:gd name="csX3" fmla="*/ 0 w 12192000"/>
              <a:gd name="csY3" fmla="*/ 4597400 h 4597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4597400">
                <a:moveTo>
                  <a:pt x="0" y="0"/>
                </a:moveTo>
                <a:lnTo>
                  <a:pt x="12192000" y="0"/>
                </a:lnTo>
                <a:lnTo>
                  <a:pt x="12192000" y="4597400"/>
                </a:lnTo>
                <a:lnTo>
                  <a:pt x="0" y="4597400"/>
                </a:lnTo>
                <a:close/>
              </a:path>
            </a:pathLst>
          </a:cu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E284C4F-5FEE-C72F-440E-0E4492A504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84709" y="1297805"/>
            <a:ext cx="3576968" cy="971550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342900" dist="38100" dir="5400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05840" rtlCol="0" anchor="ctr">
            <a:noAutofit/>
          </a:bodyPr>
          <a:lstStyle/>
          <a:p>
            <a:pPr marL="0" indent="0">
              <a:buFont typeface="Arial" panose="020B0604020202020204" pitchFamily="34" charset="0"/>
              <a:buNone/>
            </a:pPr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5CBBAAE-DE64-881F-BC25-3BBC6F782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4307517" y="1297805"/>
            <a:ext cx="3576968" cy="971550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342900" dist="38100" dir="5400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05840" rtlCol="0" anchor="ctr">
            <a:noAutofit/>
          </a:bodyPr>
          <a:lstStyle/>
          <a:p>
            <a:pPr marL="0" indent="0">
              <a:buFont typeface="Arial" panose="020B0604020202020204" pitchFamily="34" charset="0"/>
              <a:buNone/>
            </a:pPr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47CD581-44D2-4633-1BAF-77DD55BF2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8030324" y="1297805"/>
            <a:ext cx="3576968" cy="971550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342900" dist="38100" dir="5400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05840" rtlCol="0" anchor="ctr">
            <a:noAutofit/>
          </a:bodyPr>
          <a:lstStyle/>
          <a:p>
            <a:pPr marL="0" indent="0">
              <a:buFont typeface="Arial" panose="020B0604020202020204" pitchFamily="34" charset="0"/>
              <a:buNone/>
            </a:pPr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23EE17F-D6DB-77CE-743E-7DFBCCFEA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83199" y="2413000"/>
            <a:ext cx="11018520" cy="3856037"/>
          </a:xfrm>
          <a:prstGeom prst="roundRect">
            <a:avLst>
              <a:gd name="adj" fmla="val 4481"/>
            </a:avLst>
          </a:prstGeom>
          <a:solidFill>
            <a:schemeClr val="tx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chemeClr val="bg1"/>
              </a:solidFill>
              <a:cs typeface="Segoe UI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A4491E-273E-716D-4E1C-D34C11151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7" b="17"/>
          <a:stretch/>
        </p:blipFill>
        <p:spPr>
          <a:xfrm>
            <a:off x="0" y="4597400"/>
            <a:ext cx="12190730" cy="2260600"/>
          </a:xfrm>
          <a:custGeom>
            <a:avLst/>
            <a:gdLst>
              <a:gd name="csX0" fmla="*/ 0 w 12192000"/>
              <a:gd name="csY0" fmla="*/ 0 h 2260600"/>
              <a:gd name="csX1" fmla="*/ 583199 w 12192000"/>
              <a:gd name="csY1" fmla="*/ 0 h 2260600"/>
              <a:gd name="csX2" fmla="*/ 583199 w 12192000"/>
              <a:gd name="csY2" fmla="*/ 1498848 h 2260600"/>
              <a:gd name="csX3" fmla="*/ 755988 w 12192000"/>
              <a:gd name="csY3" fmla="*/ 1671637 h 2260600"/>
              <a:gd name="csX4" fmla="*/ 11428930 w 12192000"/>
              <a:gd name="csY4" fmla="*/ 1671637 h 2260600"/>
              <a:gd name="csX5" fmla="*/ 11601719 w 12192000"/>
              <a:gd name="csY5" fmla="*/ 1498848 h 2260600"/>
              <a:gd name="csX6" fmla="*/ 11601719 w 12192000"/>
              <a:gd name="csY6" fmla="*/ 0 h 2260600"/>
              <a:gd name="csX7" fmla="*/ 12192000 w 12192000"/>
              <a:gd name="csY7" fmla="*/ 0 h 2260600"/>
              <a:gd name="csX8" fmla="*/ 12192000 w 12192000"/>
              <a:gd name="csY8" fmla="*/ 2260600 h 2260600"/>
              <a:gd name="csX9" fmla="*/ 0 w 12192000"/>
              <a:gd name="csY9" fmla="*/ 2260600 h 2260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2192000" h="2260600">
                <a:moveTo>
                  <a:pt x="0" y="0"/>
                </a:moveTo>
                <a:lnTo>
                  <a:pt x="583199" y="0"/>
                </a:lnTo>
                <a:lnTo>
                  <a:pt x="583199" y="1498848"/>
                </a:lnTo>
                <a:cubicBezTo>
                  <a:pt x="583199" y="1594277"/>
                  <a:pt x="660559" y="1671637"/>
                  <a:pt x="755988" y="1671637"/>
                </a:cubicBezTo>
                <a:lnTo>
                  <a:pt x="11428930" y="1671637"/>
                </a:lnTo>
                <a:cubicBezTo>
                  <a:pt x="11524359" y="1671637"/>
                  <a:pt x="11601719" y="1594277"/>
                  <a:pt x="11601719" y="1498848"/>
                </a:cubicBezTo>
                <a:lnTo>
                  <a:pt x="11601719" y="0"/>
                </a:lnTo>
                <a:lnTo>
                  <a:pt x="12192000" y="0"/>
                </a:lnTo>
                <a:lnTo>
                  <a:pt x="12192000" y="2260600"/>
                </a:lnTo>
                <a:lnTo>
                  <a:pt x="0" y="2260600"/>
                </a:lnTo>
                <a:close/>
              </a:path>
            </a:pathLst>
          </a:cu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6B9D997-1A20-33E0-DF32-56A4CE42C8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2456187" y="3857422"/>
            <a:ext cx="73866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B6F51A0-DBF2-B105-E2A5-2E593EF56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4636509" y="3857422"/>
            <a:ext cx="73866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7613EC9-E6C1-737E-2E2B-6D49AD5CD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816831" y="3857422"/>
            <a:ext cx="73866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834DE02-9F1F-D940-7A05-64C373FF0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8997153" y="3857422"/>
            <a:ext cx="73866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CE60879-BAC7-1638-D944-EA4374C69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435609" y="1573998"/>
            <a:ext cx="0" cy="41916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385387B-4091-BB0D-6650-F0D8C9413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881224" y="1573998"/>
            <a:ext cx="0" cy="41916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0C737F2-41F8-4B86-31A1-3BCB0E362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158417" y="1573998"/>
            <a:ext cx="0" cy="41916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93AED09-9767-DFAA-39D3-97F525A33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C3DFAA49-6F80-6FAA-61B6-4FAE7EC6E02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641489" y="1484104"/>
            <a:ext cx="2368060" cy="59895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+mn-lt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lvl="0"/>
            <a:endParaRPr lang="en-IN"/>
          </a:p>
        </p:txBody>
      </p:sp>
      <p:sp>
        <p:nvSpPr>
          <p:cNvPr id="30" name="Text Placeholder 13">
            <a:extLst>
              <a:ext uri="{FF2B5EF4-FFF2-40B4-BE49-F238E27FC236}">
                <a16:creationId xmlns:a16="http://schemas.microsoft.com/office/drawing/2014/main" id="{9D0A44D2-8B75-9EBD-2544-9A572BC8E53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386719" y="1484103"/>
            <a:ext cx="2368060" cy="59895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+mn-lt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lvl="0"/>
            <a:endParaRPr lang="en-IN"/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AB319AE1-4E99-D247-046C-E19FD72839F0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118761" y="1484103"/>
            <a:ext cx="2368060" cy="59895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+mn-lt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lvl="0"/>
            <a:endParaRPr lang="en-IN"/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0D4BF6EB-6251-A135-E834-DFD2038FF9C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71076" y="3570588"/>
            <a:ext cx="1946595" cy="58631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lvl="0"/>
            <a:endParaRPr lang="en-IN"/>
          </a:p>
        </p:txBody>
      </p:sp>
      <p:sp>
        <p:nvSpPr>
          <p:cNvPr id="15" name="Picture Placeholder 58" descr="Picture">
            <a:extLst>
              <a:ext uri="{FF2B5EF4-FFF2-40B4-BE49-F238E27FC236}">
                <a16:creationId xmlns:a16="http://schemas.microsoft.com/office/drawing/2014/main" id="{505FA45C-583B-4351-22FC-B316E3D2874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96687" y="4601617"/>
            <a:ext cx="2095374" cy="1555750"/>
          </a:xfrm>
          <a:prstGeom prst="roundRect">
            <a:avLst>
              <a:gd name="adj" fmla="val 8233"/>
            </a:avLst>
          </a:prstGeom>
          <a:solidFill>
            <a:schemeClr val="bg1">
              <a:alpha val="40000"/>
            </a:schemeClr>
          </a:solidFill>
          <a:ln>
            <a:solidFill>
              <a:schemeClr val="bg1"/>
            </a:solidFill>
          </a:ln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115E4A79-935A-4D72-CADB-898C2A02F32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2946890" y="3570588"/>
            <a:ext cx="1946595" cy="58631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lvl="0"/>
            <a:endParaRPr lang="en-IN"/>
          </a:p>
        </p:txBody>
      </p:sp>
      <p:sp>
        <p:nvSpPr>
          <p:cNvPr id="17" name="Picture Placeholder 58" descr="Picture">
            <a:extLst>
              <a:ext uri="{FF2B5EF4-FFF2-40B4-BE49-F238E27FC236}">
                <a16:creationId xmlns:a16="http://schemas.microsoft.com/office/drawing/2014/main" id="{B761FC8A-6A77-A242-E271-E542047943B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877007" y="4601617"/>
            <a:ext cx="2095374" cy="1555750"/>
          </a:xfrm>
          <a:prstGeom prst="roundRect">
            <a:avLst>
              <a:gd name="adj" fmla="val 8233"/>
            </a:avLst>
          </a:prstGeom>
          <a:solidFill>
            <a:schemeClr val="bg1">
              <a:alpha val="40000"/>
            </a:schemeClr>
          </a:solidFill>
          <a:ln>
            <a:solidFill>
              <a:schemeClr val="bg1"/>
            </a:solidFill>
          </a:ln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ACFE84E1-A109-9E91-82DE-856E44CCA686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5122704" y="3570588"/>
            <a:ext cx="1946595" cy="58631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lvl="0"/>
            <a:endParaRPr lang="en-IN"/>
          </a:p>
        </p:txBody>
      </p:sp>
      <p:sp>
        <p:nvSpPr>
          <p:cNvPr id="19" name="Picture Placeholder 58" descr="Picture">
            <a:extLst>
              <a:ext uri="{FF2B5EF4-FFF2-40B4-BE49-F238E27FC236}">
                <a16:creationId xmlns:a16="http://schemas.microsoft.com/office/drawing/2014/main" id="{38438C8B-D75E-F0FD-4AAC-B7726E8AF63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057327" y="4601617"/>
            <a:ext cx="2095374" cy="1555750"/>
          </a:xfrm>
          <a:prstGeom prst="roundRect">
            <a:avLst>
              <a:gd name="adj" fmla="val 8233"/>
            </a:avLst>
          </a:prstGeom>
          <a:solidFill>
            <a:schemeClr val="bg1">
              <a:alpha val="40000"/>
            </a:schemeClr>
          </a:solidFill>
          <a:ln>
            <a:solidFill>
              <a:schemeClr val="bg1"/>
            </a:solidFill>
          </a:ln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60F0CC9B-D5F1-C016-DBBE-52A975594C9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298518" y="3570588"/>
            <a:ext cx="1946595" cy="58631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lvl="0"/>
            <a:endParaRPr lang="en-IN"/>
          </a:p>
        </p:txBody>
      </p:sp>
      <p:sp>
        <p:nvSpPr>
          <p:cNvPr id="21" name="Picture Placeholder 58" descr="Picture">
            <a:extLst>
              <a:ext uri="{FF2B5EF4-FFF2-40B4-BE49-F238E27FC236}">
                <a16:creationId xmlns:a16="http://schemas.microsoft.com/office/drawing/2014/main" id="{CCC2F84A-2EDE-F3DD-BC3E-004210C525A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237647" y="4601617"/>
            <a:ext cx="2095374" cy="1555750"/>
          </a:xfrm>
          <a:prstGeom prst="roundRect">
            <a:avLst>
              <a:gd name="adj" fmla="val 8233"/>
            </a:avLst>
          </a:prstGeom>
          <a:solidFill>
            <a:schemeClr val="bg1">
              <a:alpha val="40000"/>
            </a:schemeClr>
          </a:solidFill>
          <a:ln>
            <a:solidFill>
              <a:schemeClr val="bg1"/>
            </a:solidFill>
          </a:ln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FFE70A8C-DF1A-9269-E9B4-EA55A80FABC2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474331" y="3570588"/>
            <a:ext cx="1946595" cy="58631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lvl="0"/>
            <a:endParaRPr lang="en-IN"/>
          </a:p>
        </p:txBody>
      </p:sp>
      <p:sp>
        <p:nvSpPr>
          <p:cNvPr id="23" name="Picture Placeholder 58" descr="Picture">
            <a:extLst>
              <a:ext uri="{FF2B5EF4-FFF2-40B4-BE49-F238E27FC236}">
                <a16:creationId xmlns:a16="http://schemas.microsoft.com/office/drawing/2014/main" id="{6E101538-42EB-EC43-C7B5-88ACBADD0CD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417967" y="4601617"/>
            <a:ext cx="2095374" cy="1555750"/>
          </a:xfrm>
          <a:prstGeom prst="roundRect">
            <a:avLst>
              <a:gd name="adj" fmla="val 8233"/>
            </a:avLst>
          </a:prstGeom>
          <a:solidFill>
            <a:schemeClr val="bg1">
              <a:alpha val="40000"/>
            </a:schemeClr>
          </a:solidFill>
          <a:ln>
            <a:solidFill>
              <a:schemeClr val="bg1"/>
            </a:solidFill>
          </a:ln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2036036"/>
      </p:ext>
    </p:extLst>
  </p:cSld>
  <p:clrMapOvr>
    <a:masterClrMapping/>
  </p:clrMapOvr>
  <p:transition>
    <p:fade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bullet with side image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262B483-45CA-FD60-CF4A-C25AC77CA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12192000" cy="6426200"/>
          </a:xfrm>
          <a:custGeom>
            <a:avLst/>
            <a:gdLst>
              <a:gd name="csX0" fmla="*/ 0 w 12192000"/>
              <a:gd name="csY0" fmla="*/ 0 h 4864101"/>
              <a:gd name="csX1" fmla="*/ 12192000 w 12192000"/>
              <a:gd name="csY1" fmla="*/ 0 h 4864101"/>
              <a:gd name="csX2" fmla="*/ 12192000 w 12192000"/>
              <a:gd name="csY2" fmla="*/ 4864101 h 4864101"/>
              <a:gd name="csX3" fmla="*/ 0 w 12192000"/>
              <a:gd name="csY3" fmla="*/ 4864101 h 48641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4864101">
                <a:moveTo>
                  <a:pt x="0" y="0"/>
                </a:moveTo>
                <a:lnTo>
                  <a:pt x="12192000" y="0"/>
                </a:lnTo>
                <a:lnTo>
                  <a:pt x="12192000" y="4864101"/>
                </a:lnTo>
                <a:lnTo>
                  <a:pt x="0" y="4864101"/>
                </a:lnTo>
                <a:close/>
              </a:path>
            </a:pathLst>
          </a:cu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5235341-E62C-8BAF-A18F-1DBFF17D1A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2" r="22"/>
          <a:stretch/>
        </p:blipFill>
        <p:spPr>
          <a:xfrm>
            <a:off x="0" y="4864102"/>
            <a:ext cx="12189697" cy="1993898"/>
          </a:xfrm>
          <a:custGeom>
            <a:avLst/>
            <a:gdLst>
              <a:gd name="csX0" fmla="*/ 0 w 12190966"/>
              <a:gd name="csY0" fmla="*/ 0 h 1993898"/>
              <a:gd name="csX1" fmla="*/ 438150 w 12190966"/>
              <a:gd name="csY1" fmla="*/ 0 h 1993898"/>
              <a:gd name="csX2" fmla="*/ 438150 w 12190966"/>
              <a:gd name="csY2" fmla="*/ 1229150 h 1993898"/>
              <a:gd name="csX3" fmla="*/ 622586 w 12190966"/>
              <a:gd name="csY3" fmla="*/ 1413586 h 1993898"/>
              <a:gd name="csX4" fmla="*/ 6680725 w 12190966"/>
              <a:gd name="csY4" fmla="*/ 1413586 h 1993898"/>
              <a:gd name="csX5" fmla="*/ 6865161 w 12190966"/>
              <a:gd name="csY5" fmla="*/ 1229150 h 1993898"/>
              <a:gd name="csX6" fmla="*/ 6865161 w 12190966"/>
              <a:gd name="csY6" fmla="*/ 0 h 1993898"/>
              <a:gd name="csX7" fmla="*/ 7025640 w 12190966"/>
              <a:gd name="csY7" fmla="*/ 0 h 1993898"/>
              <a:gd name="csX8" fmla="*/ 7025640 w 12190966"/>
              <a:gd name="csY8" fmla="*/ 1260697 h 1993898"/>
              <a:gd name="csX9" fmla="*/ 7178528 w 12190966"/>
              <a:gd name="csY9" fmla="*/ 1413585 h 1993898"/>
              <a:gd name="csX10" fmla="*/ 11444752 w 12190966"/>
              <a:gd name="csY10" fmla="*/ 1413585 h 1993898"/>
              <a:gd name="csX11" fmla="*/ 11597640 w 12190966"/>
              <a:gd name="csY11" fmla="*/ 1260697 h 1993898"/>
              <a:gd name="csX12" fmla="*/ 11597640 w 12190966"/>
              <a:gd name="csY12" fmla="*/ 0 h 1993898"/>
              <a:gd name="csX13" fmla="*/ 11782436 w 12190966"/>
              <a:gd name="csY13" fmla="*/ 0 h 1993898"/>
              <a:gd name="csX14" fmla="*/ 12190966 w 12190966"/>
              <a:gd name="csY14" fmla="*/ 408530 h 1993898"/>
              <a:gd name="csX15" fmla="*/ 12190966 w 12190966"/>
              <a:gd name="csY15" fmla="*/ 1993898 h 1993898"/>
              <a:gd name="csX16" fmla="*/ 0 w 12190966"/>
              <a:gd name="csY16" fmla="*/ 1993898 h 19938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2190966" h="1993898">
                <a:moveTo>
                  <a:pt x="0" y="0"/>
                </a:moveTo>
                <a:lnTo>
                  <a:pt x="438150" y="0"/>
                </a:lnTo>
                <a:lnTo>
                  <a:pt x="438150" y="1229150"/>
                </a:lnTo>
                <a:cubicBezTo>
                  <a:pt x="438150" y="1331011"/>
                  <a:pt x="520725" y="1413586"/>
                  <a:pt x="622586" y="1413586"/>
                </a:cubicBezTo>
                <a:lnTo>
                  <a:pt x="6680725" y="1413586"/>
                </a:lnTo>
                <a:cubicBezTo>
                  <a:pt x="6782586" y="1413586"/>
                  <a:pt x="6865161" y="1331011"/>
                  <a:pt x="6865161" y="1229150"/>
                </a:cubicBezTo>
                <a:lnTo>
                  <a:pt x="6865161" y="0"/>
                </a:lnTo>
                <a:lnTo>
                  <a:pt x="7025640" y="0"/>
                </a:lnTo>
                <a:lnTo>
                  <a:pt x="7025640" y="1260697"/>
                </a:lnTo>
                <a:cubicBezTo>
                  <a:pt x="7025640" y="1345135"/>
                  <a:pt x="7094090" y="1413585"/>
                  <a:pt x="7178528" y="1413585"/>
                </a:cubicBezTo>
                <a:lnTo>
                  <a:pt x="11444752" y="1413585"/>
                </a:lnTo>
                <a:cubicBezTo>
                  <a:pt x="11529190" y="1413585"/>
                  <a:pt x="11597640" y="1345135"/>
                  <a:pt x="11597640" y="1260697"/>
                </a:cubicBezTo>
                <a:lnTo>
                  <a:pt x="11597640" y="0"/>
                </a:lnTo>
                <a:lnTo>
                  <a:pt x="11782436" y="0"/>
                </a:lnTo>
                <a:cubicBezTo>
                  <a:pt x="12008061" y="0"/>
                  <a:pt x="12190966" y="182905"/>
                  <a:pt x="12190966" y="408530"/>
                </a:cubicBezTo>
                <a:lnTo>
                  <a:pt x="12190966" y="1993898"/>
                </a:lnTo>
                <a:lnTo>
                  <a:pt x="0" y="1993898"/>
                </a:lnTo>
                <a:close/>
              </a:path>
            </a:pathLst>
          </a:cu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F6FAE6C-D159-FD64-2ECD-6127EB014B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3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34FAF6F-3B90-C523-77A1-01D352A73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438150" y="1468398"/>
            <a:ext cx="6427011" cy="4809290"/>
          </a:xfrm>
          <a:prstGeom prst="roundRect">
            <a:avLst>
              <a:gd name="adj" fmla="val 3835"/>
            </a:avLst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342900" dist="38100" dir="5400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05840" rtlCol="0" anchor="ctr">
            <a:noAutofit/>
          </a:bodyPr>
          <a:lstStyle/>
          <a:p>
            <a:pPr lvl="0" indent="0">
              <a:buFont typeface="Arial" panose="020B0604020202020204" pitchFamily="34" charset="0"/>
              <a:buNone/>
            </a:pPr>
            <a:endParaRPr lang="en-US" sz="1400" err="1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46C440F-4A28-6E24-05EC-0B098186B2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6741" y="2968577"/>
            <a:ext cx="604982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F3719E5-B080-5068-5023-A1545FF9B5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6741" y="4498584"/>
            <a:ext cx="604982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7CAB155C-7072-245E-BA29-F3EE635B8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35">
            <a:extLst>
              <a:ext uri="{FF2B5EF4-FFF2-40B4-BE49-F238E27FC236}">
                <a16:creationId xmlns:a16="http://schemas.microsoft.com/office/drawing/2014/main" id="{D74C5348-6FC8-3EFF-E8AF-A1D23963869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8263" y="1627779"/>
            <a:ext cx="5261450" cy="26960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7" name="Text Placeholder 35">
            <a:extLst>
              <a:ext uri="{FF2B5EF4-FFF2-40B4-BE49-F238E27FC236}">
                <a16:creationId xmlns:a16="http://schemas.microsoft.com/office/drawing/2014/main" id="{F831F155-8A54-997C-765C-6C94106342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8263" y="2019300"/>
            <a:ext cx="5261450" cy="8050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8" name="Text Placeholder 35">
            <a:extLst>
              <a:ext uri="{FF2B5EF4-FFF2-40B4-BE49-F238E27FC236}">
                <a16:creationId xmlns:a16="http://schemas.microsoft.com/office/drawing/2014/main" id="{99944FF2-8C97-F1BC-7706-197F77E0B3D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263" y="3112802"/>
            <a:ext cx="5261450" cy="26960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9" name="Text Placeholder 35">
            <a:extLst>
              <a:ext uri="{FF2B5EF4-FFF2-40B4-BE49-F238E27FC236}">
                <a16:creationId xmlns:a16="http://schemas.microsoft.com/office/drawing/2014/main" id="{D33202B1-1C25-8E67-3E77-11CA92796DF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8263" y="3504323"/>
            <a:ext cx="5261450" cy="8050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0" name="Text Placeholder 35">
            <a:extLst>
              <a:ext uri="{FF2B5EF4-FFF2-40B4-BE49-F238E27FC236}">
                <a16:creationId xmlns:a16="http://schemas.microsoft.com/office/drawing/2014/main" id="{ED2C738B-7A76-46D4-3EE8-9C6016D0767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8263" y="4687792"/>
            <a:ext cx="5261450" cy="26960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1" name="Text Placeholder 35">
            <a:extLst>
              <a:ext uri="{FF2B5EF4-FFF2-40B4-BE49-F238E27FC236}">
                <a16:creationId xmlns:a16="http://schemas.microsoft.com/office/drawing/2014/main" id="{3638A435-C89A-684B-103C-D6E19D5B2C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8263" y="5079313"/>
            <a:ext cx="5261450" cy="8050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2" name="Picture Placeholder 58" descr="Picture">
            <a:extLst>
              <a:ext uri="{FF2B5EF4-FFF2-40B4-BE49-F238E27FC236}">
                <a16:creationId xmlns:a16="http://schemas.microsoft.com/office/drawing/2014/main" id="{F4E70418-56F2-1389-58B8-C8C96D2D6AE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025640" y="1468397"/>
            <a:ext cx="4572000" cy="4809290"/>
          </a:xfrm>
          <a:prstGeom prst="roundRect">
            <a:avLst>
              <a:gd name="adj" fmla="val 3344"/>
            </a:avLst>
          </a:prstGeom>
          <a:solidFill>
            <a:schemeClr val="bg1">
              <a:alpha val="40000"/>
            </a:schemeClr>
          </a:solidFill>
          <a:ln>
            <a:solidFill>
              <a:schemeClr val="bg1"/>
            </a:solidFill>
          </a:ln>
          <a:effectLst>
            <a:outerShdw blurRad="254000" sx="102000" sy="102000" algn="ctr" rotWithShape="0">
              <a:prstClr val="black">
                <a:alpha val="8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394241"/>
      </p:ext>
    </p:extLst>
  </p:cSld>
  <p:clrMapOvr>
    <a:masterClrMapping/>
  </p:clrMapOvr>
  <p:transition>
    <p:fade/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with side image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525A2BCE-E0BE-8C6F-9E20-3D44041A44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12192000" cy="6426200"/>
          </a:xfrm>
          <a:custGeom>
            <a:avLst/>
            <a:gdLst>
              <a:gd name="csX0" fmla="*/ 0 w 12192000"/>
              <a:gd name="csY0" fmla="*/ 0 h 4864101"/>
              <a:gd name="csX1" fmla="*/ 12192000 w 12192000"/>
              <a:gd name="csY1" fmla="*/ 0 h 4864101"/>
              <a:gd name="csX2" fmla="*/ 12192000 w 12192000"/>
              <a:gd name="csY2" fmla="*/ 4864101 h 4864101"/>
              <a:gd name="csX3" fmla="*/ 0 w 12192000"/>
              <a:gd name="csY3" fmla="*/ 4864101 h 48641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4864101">
                <a:moveTo>
                  <a:pt x="0" y="0"/>
                </a:moveTo>
                <a:lnTo>
                  <a:pt x="12192000" y="0"/>
                </a:lnTo>
                <a:lnTo>
                  <a:pt x="12192000" y="4864101"/>
                </a:lnTo>
                <a:lnTo>
                  <a:pt x="0" y="4864101"/>
                </a:lnTo>
                <a:close/>
              </a:path>
            </a:pathLst>
          </a:cu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E35ADC-9CF4-6E7A-C589-36E2B0DC0E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2" r="22"/>
          <a:stretch/>
        </p:blipFill>
        <p:spPr>
          <a:xfrm>
            <a:off x="0" y="4864102"/>
            <a:ext cx="12189697" cy="1993898"/>
          </a:xfrm>
          <a:custGeom>
            <a:avLst/>
            <a:gdLst>
              <a:gd name="csX0" fmla="*/ 0 w 12190966"/>
              <a:gd name="csY0" fmla="*/ 0 h 1993898"/>
              <a:gd name="csX1" fmla="*/ 438150 w 12190966"/>
              <a:gd name="csY1" fmla="*/ 0 h 1993898"/>
              <a:gd name="csX2" fmla="*/ 438150 w 12190966"/>
              <a:gd name="csY2" fmla="*/ 1229150 h 1993898"/>
              <a:gd name="csX3" fmla="*/ 622586 w 12190966"/>
              <a:gd name="csY3" fmla="*/ 1413586 h 1993898"/>
              <a:gd name="csX4" fmla="*/ 6680725 w 12190966"/>
              <a:gd name="csY4" fmla="*/ 1413586 h 1993898"/>
              <a:gd name="csX5" fmla="*/ 6865161 w 12190966"/>
              <a:gd name="csY5" fmla="*/ 1229150 h 1993898"/>
              <a:gd name="csX6" fmla="*/ 6865161 w 12190966"/>
              <a:gd name="csY6" fmla="*/ 0 h 1993898"/>
              <a:gd name="csX7" fmla="*/ 7025640 w 12190966"/>
              <a:gd name="csY7" fmla="*/ 0 h 1993898"/>
              <a:gd name="csX8" fmla="*/ 7025640 w 12190966"/>
              <a:gd name="csY8" fmla="*/ 1260697 h 1993898"/>
              <a:gd name="csX9" fmla="*/ 7178528 w 12190966"/>
              <a:gd name="csY9" fmla="*/ 1413585 h 1993898"/>
              <a:gd name="csX10" fmla="*/ 11444752 w 12190966"/>
              <a:gd name="csY10" fmla="*/ 1413585 h 1993898"/>
              <a:gd name="csX11" fmla="*/ 11597640 w 12190966"/>
              <a:gd name="csY11" fmla="*/ 1260697 h 1993898"/>
              <a:gd name="csX12" fmla="*/ 11597640 w 12190966"/>
              <a:gd name="csY12" fmla="*/ 0 h 1993898"/>
              <a:gd name="csX13" fmla="*/ 11782436 w 12190966"/>
              <a:gd name="csY13" fmla="*/ 0 h 1993898"/>
              <a:gd name="csX14" fmla="*/ 12190966 w 12190966"/>
              <a:gd name="csY14" fmla="*/ 408530 h 1993898"/>
              <a:gd name="csX15" fmla="*/ 12190966 w 12190966"/>
              <a:gd name="csY15" fmla="*/ 1993898 h 1993898"/>
              <a:gd name="csX16" fmla="*/ 0 w 12190966"/>
              <a:gd name="csY16" fmla="*/ 1993898 h 19938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2190966" h="1993898">
                <a:moveTo>
                  <a:pt x="0" y="0"/>
                </a:moveTo>
                <a:lnTo>
                  <a:pt x="438150" y="0"/>
                </a:lnTo>
                <a:lnTo>
                  <a:pt x="438150" y="1229150"/>
                </a:lnTo>
                <a:cubicBezTo>
                  <a:pt x="438150" y="1331011"/>
                  <a:pt x="520725" y="1413586"/>
                  <a:pt x="622586" y="1413586"/>
                </a:cubicBezTo>
                <a:lnTo>
                  <a:pt x="6680725" y="1413586"/>
                </a:lnTo>
                <a:cubicBezTo>
                  <a:pt x="6782586" y="1413586"/>
                  <a:pt x="6865161" y="1331011"/>
                  <a:pt x="6865161" y="1229150"/>
                </a:cubicBezTo>
                <a:lnTo>
                  <a:pt x="6865161" y="0"/>
                </a:lnTo>
                <a:lnTo>
                  <a:pt x="7025640" y="0"/>
                </a:lnTo>
                <a:lnTo>
                  <a:pt x="7025640" y="1260697"/>
                </a:lnTo>
                <a:cubicBezTo>
                  <a:pt x="7025640" y="1345135"/>
                  <a:pt x="7094090" y="1413585"/>
                  <a:pt x="7178528" y="1413585"/>
                </a:cubicBezTo>
                <a:lnTo>
                  <a:pt x="11444752" y="1413585"/>
                </a:lnTo>
                <a:cubicBezTo>
                  <a:pt x="11529190" y="1413585"/>
                  <a:pt x="11597640" y="1345135"/>
                  <a:pt x="11597640" y="1260697"/>
                </a:cubicBezTo>
                <a:lnTo>
                  <a:pt x="11597640" y="0"/>
                </a:lnTo>
                <a:lnTo>
                  <a:pt x="11782436" y="0"/>
                </a:lnTo>
                <a:cubicBezTo>
                  <a:pt x="12008061" y="0"/>
                  <a:pt x="12190966" y="182905"/>
                  <a:pt x="12190966" y="408530"/>
                </a:cubicBezTo>
                <a:lnTo>
                  <a:pt x="12190966" y="1993898"/>
                </a:lnTo>
                <a:lnTo>
                  <a:pt x="0" y="1993898"/>
                </a:lnTo>
                <a:close/>
              </a:path>
            </a:pathLst>
          </a:cu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268AC9-8DE6-E152-A949-488EB4174D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3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53EA8FD-EB3F-2767-495D-6484470C1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438150" y="1468398"/>
            <a:ext cx="6427011" cy="4809290"/>
          </a:xfrm>
          <a:prstGeom prst="roundRect">
            <a:avLst>
              <a:gd name="adj" fmla="val 3835"/>
            </a:avLst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342900" dist="38100" dir="5400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05840" rtlCol="0" anchor="ctr">
            <a:noAutofit/>
          </a:bodyPr>
          <a:lstStyle/>
          <a:p>
            <a:pPr lvl="0" indent="0">
              <a:buFont typeface="Arial" panose="020B0604020202020204" pitchFamily="34" charset="0"/>
              <a:buNone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760034A-A0F9-6A11-0840-B10079869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B3C2B907-A43D-F252-9AE3-E56670FC645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3937" y="1627779"/>
            <a:ext cx="6155437" cy="26960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lang="en-US" sz="1600" kern="1200" spc="0" baseline="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6" name="Picture Placeholder 58" descr="Picture">
            <a:extLst>
              <a:ext uri="{FF2B5EF4-FFF2-40B4-BE49-F238E27FC236}">
                <a16:creationId xmlns:a16="http://schemas.microsoft.com/office/drawing/2014/main" id="{ED418E82-1CA2-D77E-B7F8-BEF4BEB30B4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025640" y="1468397"/>
            <a:ext cx="4572000" cy="4809290"/>
          </a:xfrm>
          <a:prstGeom prst="roundRect">
            <a:avLst>
              <a:gd name="adj" fmla="val 3344"/>
            </a:avLst>
          </a:prstGeom>
          <a:solidFill>
            <a:schemeClr val="bg1">
              <a:alpha val="40000"/>
            </a:schemeClr>
          </a:solidFill>
          <a:ln>
            <a:solidFill>
              <a:schemeClr val="bg1"/>
            </a:solidFill>
          </a:ln>
          <a:effectLst>
            <a:outerShdw blurRad="254000" sx="102000" sy="102000" algn="ctr" rotWithShape="0">
              <a:prstClr val="black">
                <a:alpha val="8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9605361"/>
      </p:ext>
    </p:extLst>
  </p:cSld>
  <p:clrMapOvr>
    <a:masterClrMapping/>
  </p:clrMapOvr>
  <p:transition>
    <p:fade/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ideo slide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194202CF-E850-408B-663D-C6084550D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12192000" cy="6426200"/>
          </a:xfrm>
          <a:custGeom>
            <a:avLst/>
            <a:gdLst>
              <a:gd name="csX0" fmla="*/ 0 w 12192000"/>
              <a:gd name="csY0" fmla="*/ 0 h 4864101"/>
              <a:gd name="csX1" fmla="*/ 12192000 w 12192000"/>
              <a:gd name="csY1" fmla="*/ 0 h 4864101"/>
              <a:gd name="csX2" fmla="*/ 12192000 w 12192000"/>
              <a:gd name="csY2" fmla="*/ 4864101 h 4864101"/>
              <a:gd name="csX3" fmla="*/ 0 w 12192000"/>
              <a:gd name="csY3" fmla="*/ 4864101 h 48641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4864101">
                <a:moveTo>
                  <a:pt x="0" y="0"/>
                </a:moveTo>
                <a:lnTo>
                  <a:pt x="12192000" y="0"/>
                </a:lnTo>
                <a:lnTo>
                  <a:pt x="12192000" y="4864101"/>
                </a:lnTo>
                <a:lnTo>
                  <a:pt x="0" y="4864101"/>
                </a:lnTo>
                <a:close/>
              </a:path>
            </a:pathLst>
          </a:cu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C19377-6233-5A4D-9649-3D8C9A30D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3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C70B67-697A-BB81-501A-495F2A8467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22" r="22"/>
          <a:stretch/>
        </p:blipFill>
        <p:spPr>
          <a:xfrm>
            <a:off x="0" y="4864102"/>
            <a:ext cx="12189697" cy="1993898"/>
          </a:xfrm>
          <a:custGeom>
            <a:avLst/>
            <a:gdLst>
              <a:gd name="csX0" fmla="*/ 0 w 12190966"/>
              <a:gd name="csY0" fmla="*/ 0 h 1993898"/>
              <a:gd name="csX1" fmla="*/ 588963 w 12190966"/>
              <a:gd name="csY1" fmla="*/ 0 h 1993898"/>
              <a:gd name="csX2" fmla="*/ 588963 w 12190966"/>
              <a:gd name="csY2" fmla="*/ 1231736 h 1993898"/>
              <a:gd name="csX3" fmla="*/ 770811 w 12190966"/>
              <a:gd name="csY3" fmla="*/ 1413584 h 1993898"/>
              <a:gd name="csX4" fmla="*/ 3231277 w 12190966"/>
              <a:gd name="csY4" fmla="*/ 1413584 h 1993898"/>
              <a:gd name="csX5" fmla="*/ 3413126 w 12190966"/>
              <a:gd name="csY5" fmla="*/ 1231736 h 1993898"/>
              <a:gd name="csX6" fmla="*/ 3413126 w 12190966"/>
              <a:gd name="csY6" fmla="*/ 0 h 1993898"/>
              <a:gd name="csX7" fmla="*/ 3714160 w 12190966"/>
              <a:gd name="csY7" fmla="*/ 0 h 1993898"/>
              <a:gd name="csX8" fmla="*/ 3714160 w 12190966"/>
              <a:gd name="csY8" fmla="*/ 1245861 h 1993898"/>
              <a:gd name="csX9" fmla="*/ 3881883 w 12190966"/>
              <a:gd name="csY9" fmla="*/ 1413584 h 1993898"/>
              <a:gd name="csX10" fmla="*/ 11438490 w 12190966"/>
              <a:gd name="csY10" fmla="*/ 1413584 h 1993898"/>
              <a:gd name="csX11" fmla="*/ 11606213 w 12190966"/>
              <a:gd name="csY11" fmla="*/ 1245861 h 1993898"/>
              <a:gd name="csX12" fmla="*/ 11606213 w 12190966"/>
              <a:gd name="csY12" fmla="*/ 0 h 1993898"/>
              <a:gd name="csX13" fmla="*/ 11655445 w 12190966"/>
              <a:gd name="csY13" fmla="*/ 0 h 1993898"/>
              <a:gd name="csX14" fmla="*/ 12190966 w 12190966"/>
              <a:gd name="csY14" fmla="*/ 535521 h 1993898"/>
              <a:gd name="csX15" fmla="*/ 12190966 w 12190966"/>
              <a:gd name="csY15" fmla="*/ 1993898 h 1993898"/>
              <a:gd name="csX16" fmla="*/ 0 w 12190966"/>
              <a:gd name="csY16" fmla="*/ 1993898 h 19938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2190966" h="1993898">
                <a:moveTo>
                  <a:pt x="0" y="0"/>
                </a:moveTo>
                <a:lnTo>
                  <a:pt x="588963" y="0"/>
                </a:lnTo>
                <a:lnTo>
                  <a:pt x="588963" y="1231736"/>
                </a:lnTo>
                <a:cubicBezTo>
                  <a:pt x="588963" y="1332168"/>
                  <a:pt x="670379" y="1413584"/>
                  <a:pt x="770811" y="1413584"/>
                </a:cubicBezTo>
                <a:lnTo>
                  <a:pt x="3231277" y="1413584"/>
                </a:lnTo>
                <a:cubicBezTo>
                  <a:pt x="3331710" y="1413584"/>
                  <a:pt x="3413126" y="1332168"/>
                  <a:pt x="3413126" y="1231736"/>
                </a:cubicBezTo>
                <a:lnTo>
                  <a:pt x="3413126" y="0"/>
                </a:lnTo>
                <a:lnTo>
                  <a:pt x="3714160" y="0"/>
                </a:lnTo>
                <a:lnTo>
                  <a:pt x="3714160" y="1245861"/>
                </a:lnTo>
                <a:cubicBezTo>
                  <a:pt x="3714160" y="1338492"/>
                  <a:pt x="3789252" y="1413584"/>
                  <a:pt x="3881883" y="1413584"/>
                </a:cubicBezTo>
                <a:lnTo>
                  <a:pt x="11438490" y="1413584"/>
                </a:lnTo>
                <a:cubicBezTo>
                  <a:pt x="11531121" y="1413584"/>
                  <a:pt x="11606213" y="1338492"/>
                  <a:pt x="11606213" y="1245861"/>
                </a:cubicBezTo>
                <a:lnTo>
                  <a:pt x="11606213" y="0"/>
                </a:lnTo>
                <a:lnTo>
                  <a:pt x="11655445" y="0"/>
                </a:lnTo>
                <a:cubicBezTo>
                  <a:pt x="11951205" y="0"/>
                  <a:pt x="12190966" y="239761"/>
                  <a:pt x="12190966" y="535521"/>
                </a:cubicBezTo>
                <a:lnTo>
                  <a:pt x="12190966" y="1993898"/>
                </a:lnTo>
                <a:lnTo>
                  <a:pt x="0" y="1993898"/>
                </a:lnTo>
                <a:close/>
              </a:path>
            </a:pathLst>
          </a:cu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FFB9AE9-025B-0F31-71FC-08BB6C911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588963" y="1468398"/>
            <a:ext cx="2824162" cy="4809290"/>
          </a:xfrm>
          <a:prstGeom prst="roundRect">
            <a:avLst>
              <a:gd name="adj" fmla="val 6439"/>
            </a:avLst>
          </a:prstGeom>
          <a:solidFill>
            <a:schemeClr val="tx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cs typeface="Segoe UI" pitchFamily="34" charset="0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403518B-BDFC-13DA-E1CC-D894BF713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Text Placeholder 35">
            <a:extLst>
              <a:ext uri="{FF2B5EF4-FFF2-40B4-BE49-F238E27FC236}">
                <a16:creationId xmlns:a16="http://schemas.microsoft.com/office/drawing/2014/main" id="{BC4EF549-2870-2555-53D0-BF46972086F9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763588" y="1525877"/>
            <a:ext cx="2474912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>
            <a:lvl1pPr marL="0" indent="0">
              <a:buNone/>
              <a:defRPr kumimoji="0" lang="en-US" sz="1600" b="0" i="0" u="none" strike="noStrike" cap="none" normalizeH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0" lvl="0" indent="0">
              <a:buNone/>
            </a:pPr>
            <a:r>
              <a:rPr lang="en-US"/>
              <a:t>Click to add text</a:t>
            </a:r>
          </a:p>
        </p:txBody>
      </p:sp>
      <p:sp>
        <p:nvSpPr>
          <p:cNvPr id="31" name="Text Placeholder 35">
            <a:extLst>
              <a:ext uri="{FF2B5EF4-FFF2-40B4-BE49-F238E27FC236}">
                <a16:creationId xmlns:a16="http://schemas.microsoft.com/office/drawing/2014/main" id="{8DB6B0F4-2AF9-4C00-5187-6B22DFA57B60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763588" y="2445433"/>
            <a:ext cx="2474912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>
            <a:lvl1pPr marL="0" indent="0">
              <a:buFont typeface="Arial" panose="020B0604020202020204" pitchFamily="34" charset="0"/>
              <a:buNone/>
              <a:defRPr kumimoji="0" lang="en-US" sz="14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0" lv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add text</a:t>
            </a:r>
          </a:p>
        </p:txBody>
      </p:sp>
      <p:sp>
        <p:nvSpPr>
          <p:cNvPr id="29" name="Text Placeholder 35">
            <a:extLst>
              <a:ext uri="{FF2B5EF4-FFF2-40B4-BE49-F238E27FC236}">
                <a16:creationId xmlns:a16="http://schemas.microsoft.com/office/drawing/2014/main" id="{716D0562-5FDC-28F8-6AD3-19811308E4A8}"/>
              </a:ext>
            </a:extLst>
          </p:cNvPr>
          <p:cNvSpPr>
            <a:spLocks noGrp="1" noChangeAspect="1"/>
          </p:cNvSpPr>
          <p:nvPr>
            <p:ph type="body" sz="quarter" idx="12" hasCustomPrompt="1"/>
          </p:nvPr>
        </p:nvSpPr>
        <p:spPr>
          <a:xfrm>
            <a:off x="3714160" y="1468398"/>
            <a:ext cx="7872232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 lang="en-US" sz="2000" dirty="0">
                <a:solidFill>
                  <a:schemeClr val="bg1"/>
                </a:solidFill>
                <a:latin typeface="+mj-lt"/>
              </a:defRPr>
            </a:lvl1pPr>
          </a:lstStyle>
          <a:p>
            <a:pPr marL="0" lvl="0" indent="0">
              <a:buNone/>
            </a:pPr>
            <a:r>
              <a:rPr lang="en-US"/>
              <a:t>Click to add text</a:t>
            </a:r>
          </a:p>
        </p:txBody>
      </p:sp>
      <p:sp>
        <p:nvSpPr>
          <p:cNvPr id="15" name="Picture Placeholder 58" descr="Picture">
            <a:extLst>
              <a:ext uri="{FF2B5EF4-FFF2-40B4-BE49-F238E27FC236}">
                <a16:creationId xmlns:a16="http://schemas.microsoft.com/office/drawing/2014/main" id="{FDB7E16D-9A4D-573D-4EE1-486A0F53928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>
          <a:xfrm>
            <a:off x="3714160" y="1904214"/>
            <a:ext cx="7892053" cy="4368000"/>
          </a:xfrm>
          <a:prstGeom prst="roundRect">
            <a:avLst>
              <a:gd name="adj" fmla="val 4041"/>
            </a:avLst>
          </a:prstGeom>
          <a:solidFill>
            <a:schemeClr val="bg1">
              <a:alpha val="40000"/>
            </a:schemeClr>
          </a:solidFill>
          <a:ln>
            <a:noFill/>
          </a:ln>
          <a:effectLst>
            <a:outerShdw blurRad="254000" sx="102000" sy="102000" algn="ctr" rotWithShape="0">
              <a:prstClr val="black">
                <a:alpha val="8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2858552"/>
      </p:ext>
    </p:extLst>
  </p:cSld>
  <p:clrMapOvr>
    <a:masterClrMapping/>
  </p:clrMapOvr>
  <p:transition>
    <p:fade/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813BEAC-9433-049B-4A63-B59E7D685D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9194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2" pos="3348">
          <p15:clr>
            <a:srgbClr val="A4A3A4"/>
          </p15:clr>
        </p15:guide>
        <p15:guide id="33" pos="3754">
          <p15:clr>
            <a:srgbClr val="A4A3A4"/>
          </p15:clr>
        </p15:guide>
        <p15:guide id="34" pos="3931">
          <p15:clr>
            <a:srgbClr val="A4A3A4"/>
          </p15:clr>
        </p15:guide>
        <p15:guide id="35" pos="4342">
          <p15:clr>
            <a:srgbClr val="A4A3A4"/>
          </p15:clr>
        </p15:guide>
        <p15:guide id="36" pos="4531">
          <p15:clr>
            <a:srgbClr val="A4A3A4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Dark w/ 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9A54303-9522-E0D7-CF43-E1B82A9AAEE2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999862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1" imgH="473" progId="TCLayout.ActiveDocument.1">
                  <p:embed/>
                </p:oleObj>
              </mc:Choice>
              <mc:Fallback>
                <p:oleObj name="think-cell Slide" r:id="rId3" imgW="471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9A54303-9522-E0D7-CF43-E1B82A9AAE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6813BEAC-9433-049B-4A63-B59E7D685D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ED645F6-58E8-A839-EED7-FFCD359088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3685"/>
          <a:stretch>
            <a:fillRect/>
          </a:stretch>
        </p:blipFill>
        <p:spPr>
          <a:xfrm>
            <a:off x="0" y="5819775"/>
            <a:ext cx="1816900" cy="10382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4421B28-ED97-02AE-4981-B68F4EEAB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138081" y="0"/>
            <a:ext cx="2053919" cy="1671660"/>
          </a:xfrm>
          <a:custGeom>
            <a:avLst/>
            <a:gdLst>
              <a:gd name="csX0" fmla="*/ 0 w 2053919"/>
              <a:gd name="csY0" fmla="*/ 0 h 1671660"/>
              <a:gd name="csX1" fmla="*/ 2053919 w 2053919"/>
              <a:gd name="csY1" fmla="*/ 0 h 1671660"/>
              <a:gd name="csX2" fmla="*/ 2053919 w 2053919"/>
              <a:gd name="csY2" fmla="*/ 1671660 h 1671660"/>
              <a:gd name="csX3" fmla="*/ 0 w 2053919"/>
              <a:gd name="csY3" fmla="*/ 1671660 h 16716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053919" h="1671660">
                <a:moveTo>
                  <a:pt x="0" y="0"/>
                </a:moveTo>
                <a:lnTo>
                  <a:pt x="2053919" y="0"/>
                </a:lnTo>
                <a:lnTo>
                  <a:pt x="2053919" y="1671660"/>
                </a:lnTo>
                <a:lnTo>
                  <a:pt x="0" y="1671660"/>
                </a:lnTo>
                <a:close/>
              </a:path>
            </a:pathLst>
          </a:cu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BED207B-866C-BCB7-95BC-DDC9A3629E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3152001"/>
            <a:ext cx="11018520" cy="553998"/>
          </a:xfrm>
        </p:spPr>
        <p:txBody>
          <a:bodyPr vert="horz" rIns="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pic>
        <p:nvPicPr>
          <p:cNvPr id="11" name="MS logo white - EMF">
            <a:extLst>
              <a:ext uri="{FF2B5EF4-FFF2-40B4-BE49-F238E27FC236}">
                <a16:creationId xmlns:a16="http://schemas.microsoft.com/office/drawing/2014/main" id="{549DFE29-C4B0-A00F-1C17-691D1B0A2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white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03751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2" pos="3348">
          <p15:clr>
            <a:srgbClr val="A4A3A4"/>
          </p15:clr>
        </p15:guide>
        <p15:guide id="33" pos="3754">
          <p15:clr>
            <a:srgbClr val="A4A3A4"/>
          </p15:clr>
        </p15:guide>
        <p15:guide id="34" pos="3931">
          <p15:clr>
            <a:srgbClr val="A4A3A4"/>
          </p15:clr>
        </p15:guide>
        <p15:guide id="35" pos="4342">
          <p15:clr>
            <a:srgbClr val="A4A3A4"/>
          </p15:clr>
        </p15:guide>
        <p15:guide id="36" pos="4531">
          <p15:clr>
            <a:srgbClr val="A4A3A4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24F03D5-1AC5-3C9F-8E6F-9E207E460C13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76250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1" imgH="473" progId="TCLayout.ActiveDocument.1">
                  <p:embed/>
                </p:oleObj>
              </mc:Choice>
              <mc:Fallback>
                <p:oleObj name="think-cell Slide" r:id="rId3" imgW="471" imgH="47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4F03D5-1AC5-3C9F-8E6F-9E207E460C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6813BEAC-9433-049B-4A63-B59E7D685D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CE91A10-FDCA-1728-4EDD-6DF48B9DF1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3152001"/>
            <a:ext cx="11018520" cy="553998"/>
          </a:xfrm>
        </p:spPr>
        <p:txBody>
          <a:bodyPr vert="horz" rIns="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pic>
        <p:nvPicPr>
          <p:cNvPr id="11" name="MS logo white - EMF">
            <a:extLst>
              <a:ext uri="{FF2B5EF4-FFF2-40B4-BE49-F238E27FC236}">
                <a16:creationId xmlns:a16="http://schemas.microsoft.com/office/drawing/2014/main" id="{A35DFCEA-DB4A-1CE0-298F-6C6689C13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white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783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2" pos="3348">
          <p15:clr>
            <a:srgbClr val="A4A3A4"/>
          </p15:clr>
        </p15:guide>
        <p15:guide id="33" pos="3754">
          <p15:clr>
            <a:srgbClr val="A4A3A4"/>
          </p15:clr>
        </p15:guide>
        <p15:guide id="34" pos="3931">
          <p15:clr>
            <a:srgbClr val="A4A3A4"/>
          </p15:clr>
        </p15:guide>
        <p15:guide id="35" pos="4342">
          <p15:clr>
            <a:srgbClr val="A4A3A4"/>
          </p15:clr>
        </p15:guide>
        <p15:guide id="36" pos="4531">
          <p15:clr>
            <a:srgbClr val="A4A3A4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lumn with Sub title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41B4D458-9B2D-001C-4CC2-391678E25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12192000" cy="6426200"/>
          </a:xfrm>
          <a:custGeom>
            <a:avLst/>
            <a:gdLst>
              <a:gd name="csX0" fmla="*/ 0 w 12192000"/>
              <a:gd name="csY0" fmla="*/ 0 h 4864101"/>
              <a:gd name="csX1" fmla="*/ 12192000 w 12192000"/>
              <a:gd name="csY1" fmla="*/ 0 h 4864101"/>
              <a:gd name="csX2" fmla="*/ 12192000 w 12192000"/>
              <a:gd name="csY2" fmla="*/ 4864101 h 4864101"/>
              <a:gd name="csX3" fmla="*/ 0 w 12192000"/>
              <a:gd name="csY3" fmla="*/ 4864101 h 48641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4864101">
                <a:moveTo>
                  <a:pt x="0" y="0"/>
                </a:moveTo>
                <a:lnTo>
                  <a:pt x="12192000" y="0"/>
                </a:lnTo>
                <a:lnTo>
                  <a:pt x="12192000" y="4864101"/>
                </a:lnTo>
                <a:lnTo>
                  <a:pt x="0" y="4864101"/>
                </a:lnTo>
                <a:close/>
              </a:path>
            </a:pathLst>
          </a:cu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D6303C-E7CA-61BE-CD0D-E1F76B72D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2" r="22"/>
          <a:stretch/>
        </p:blipFill>
        <p:spPr>
          <a:xfrm>
            <a:off x="0" y="4864102"/>
            <a:ext cx="12189697" cy="1993898"/>
          </a:xfrm>
          <a:custGeom>
            <a:avLst/>
            <a:gdLst>
              <a:gd name="csX0" fmla="*/ 0 w 12190966"/>
              <a:gd name="csY0" fmla="*/ 0 h 1993898"/>
              <a:gd name="csX1" fmla="*/ 11858643 w 12190966"/>
              <a:gd name="csY1" fmla="*/ 0 h 1993898"/>
              <a:gd name="csX2" fmla="*/ 12190966 w 12190966"/>
              <a:gd name="csY2" fmla="*/ 332323 h 1993898"/>
              <a:gd name="csX3" fmla="*/ 12190966 w 12190966"/>
              <a:gd name="csY3" fmla="*/ 1993898 h 1993898"/>
              <a:gd name="csX4" fmla="*/ 0 w 12190966"/>
              <a:gd name="csY4" fmla="*/ 1993898 h 19938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190966" h="1993898">
                <a:moveTo>
                  <a:pt x="0" y="0"/>
                </a:moveTo>
                <a:lnTo>
                  <a:pt x="11858643" y="0"/>
                </a:lnTo>
                <a:cubicBezTo>
                  <a:pt x="12042180" y="0"/>
                  <a:pt x="12190966" y="148786"/>
                  <a:pt x="12190966" y="332323"/>
                </a:cubicBezTo>
                <a:lnTo>
                  <a:pt x="12190966" y="1993898"/>
                </a:lnTo>
                <a:lnTo>
                  <a:pt x="0" y="1993898"/>
                </a:lnTo>
                <a:close/>
              </a:path>
            </a:pathLst>
          </a:cu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673D90-2784-6324-B25C-1271BED23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3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8480AE4-70E2-EC58-722E-566C953C8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6187379" y="2351314"/>
            <a:ext cx="5422009" cy="3917724"/>
          </a:xfrm>
          <a:prstGeom prst="roundRect">
            <a:avLst>
              <a:gd name="adj" fmla="val 5100"/>
            </a:avLst>
          </a:prstGeom>
          <a:solidFill>
            <a:schemeClr val="tx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35D059F-8960-BD0E-DD3F-C1FDA7B30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588263" y="2351314"/>
            <a:ext cx="5422009" cy="3917724"/>
          </a:xfrm>
          <a:prstGeom prst="roundRect">
            <a:avLst>
              <a:gd name="adj" fmla="val 5100"/>
            </a:avLst>
          </a:prstGeom>
          <a:solidFill>
            <a:schemeClr val="tx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241B6F8-DF14-B2C7-2BF9-693E397EC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1B8E056B-BD9A-9EF0-1889-538D7BECC1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8262" y="1436688"/>
            <a:ext cx="11018519" cy="615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kumimoji="0" lang="en-US" sz="20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4FA88EA3-74D7-8F20-6CF6-1D7ECD77907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2924" y="2513756"/>
            <a:ext cx="4992687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AC594335-3B13-B806-DFDD-359BB86A05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2924" y="2922402"/>
            <a:ext cx="4992687" cy="171447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78120E1C-AC93-18FA-B5C2-EFD0079C762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02040" y="2513756"/>
            <a:ext cx="4992687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773FD95C-796C-89AE-3D79-365AFA8DBB7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02040" y="2922402"/>
            <a:ext cx="4992687" cy="171447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67127399"/>
      </p:ext>
    </p:extLst>
  </p:cSld>
  <p:clrMapOvr>
    <a:masterClrMapping/>
  </p:clrMapOvr>
  <p:transition>
    <p:fade/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wo Column with Sub title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B442EA8-ED60-777A-E4EA-06BC36A79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DBD736-374E-A44E-5EED-3BD0B1A6A4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723086" y="196648"/>
            <a:ext cx="3276017" cy="2786712"/>
          </a:xfrm>
          <a:custGeom>
            <a:avLst/>
            <a:gdLst>
              <a:gd name="csX0" fmla="*/ 0 w 3276017"/>
              <a:gd name="csY0" fmla="*/ 0 h 2786712"/>
              <a:gd name="csX1" fmla="*/ 3276017 w 3276017"/>
              <a:gd name="csY1" fmla="*/ 0 h 2786712"/>
              <a:gd name="csX2" fmla="*/ 3276017 w 3276017"/>
              <a:gd name="csY2" fmla="*/ 2786712 h 2786712"/>
              <a:gd name="csX3" fmla="*/ 2886302 w 3276017"/>
              <a:gd name="csY3" fmla="*/ 2786712 h 2786712"/>
              <a:gd name="csX4" fmla="*/ 2886302 w 3276017"/>
              <a:gd name="csY4" fmla="*/ 2354470 h 2786712"/>
              <a:gd name="csX5" fmla="*/ 2686498 w 3276017"/>
              <a:gd name="csY5" fmla="*/ 2154666 h 2786712"/>
              <a:gd name="csX6" fmla="*/ 0 w 3276017"/>
              <a:gd name="csY6" fmla="*/ 2154666 h 27867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276017" h="2786712">
                <a:moveTo>
                  <a:pt x="0" y="0"/>
                </a:moveTo>
                <a:lnTo>
                  <a:pt x="3276017" y="0"/>
                </a:lnTo>
                <a:lnTo>
                  <a:pt x="3276017" y="2786712"/>
                </a:lnTo>
                <a:lnTo>
                  <a:pt x="2886302" y="2786712"/>
                </a:lnTo>
                <a:lnTo>
                  <a:pt x="2886302" y="2354470"/>
                </a:lnTo>
                <a:cubicBezTo>
                  <a:pt x="2886302" y="2244121"/>
                  <a:pt x="2796847" y="2154666"/>
                  <a:pt x="2686498" y="2154666"/>
                </a:cubicBezTo>
                <a:lnTo>
                  <a:pt x="0" y="2154666"/>
                </a:lnTo>
                <a:close/>
              </a:path>
            </a:pathLst>
          </a:cu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8480AE4-70E2-EC58-722E-566C953C8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6187379" y="2351314"/>
            <a:ext cx="5422009" cy="3917724"/>
          </a:xfrm>
          <a:prstGeom prst="roundRect">
            <a:avLst>
              <a:gd name="adj" fmla="val 5100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35D059F-8960-BD0E-DD3F-C1FDA7B30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588263" y="2351314"/>
            <a:ext cx="5422009" cy="3917724"/>
          </a:xfrm>
          <a:prstGeom prst="roundRect">
            <a:avLst>
              <a:gd name="adj" fmla="val 5100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241B6F8-DF14-B2C7-2BF9-693E397EC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1B8E056B-BD9A-9EF0-1889-538D7BECC1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8262" y="1436688"/>
            <a:ext cx="11018519" cy="615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kumimoji="0" lang="en-US" sz="20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6CA4F5F2-8127-890C-8049-8D1E89D84E2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2924" y="2513756"/>
            <a:ext cx="4992687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0" name="Text Placeholder 35">
            <a:extLst>
              <a:ext uri="{FF2B5EF4-FFF2-40B4-BE49-F238E27FC236}">
                <a16:creationId xmlns:a16="http://schemas.microsoft.com/office/drawing/2014/main" id="{D1384A03-5E8B-0D85-E3D7-DC7454B957F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2924" y="2922402"/>
            <a:ext cx="4992687" cy="171447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1" name="Text Placeholder 35">
            <a:extLst>
              <a:ext uri="{FF2B5EF4-FFF2-40B4-BE49-F238E27FC236}">
                <a16:creationId xmlns:a16="http://schemas.microsoft.com/office/drawing/2014/main" id="{DC0D8145-CB8A-D4D1-70A2-09CA467E313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02040" y="2513756"/>
            <a:ext cx="4992687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2" name="Text Placeholder 35">
            <a:extLst>
              <a:ext uri="{FF2B5EF4-FFF2-40B4-BE49-F238E27FC236}">
                <a16:creationId xmlns:a16="http://schemas.microsoft.com/office/drawing/2014/main" id="{8F2A498E-A8D4-6B4F-136B-33DE345C824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02040" y="2922402"/>
            <a:ext cx="4992687" cy="171447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392071927"/>
      </p:ext>
    </p:extLst>
  </p:cSld>
  <p:clrMapOvr>
    <a:masterClrMapping/>
  </p:clrMapOvr>
  <p:transition>
    <p:fade/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wo Column with Sub title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0388CAD-86A2-1774-32ED-A97C3C6B2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12192000" cy="6426200"/>
          </a:xfrm>
          <a:custGeom>
            <a:avLst/>
            <a:gdLst>
              <a:gd name="csX0" fmla="*/ 0 w 12192000"/>
              <a:gd name="csY0" fmla="*/ 0 h 4864101"/>
              <a:gd name="csX1" fmla="*/ 12192000 w 12192000"/>
              <a:gd name="csY1" fmla="*/ 0 h 4864101"/>
              <a:gd name="csX2" fmla="*/ 12192000 w 12192000"/>
              <a:gd name="csY2" fmla="*/ 4864101 h 4864101"/>
              <a:gd name="csX3" fmla="*/ 0 w 12192000"/>
              <a:gd name="csY3" fmla="*/ 4864101 h 48641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4864101">
                <a:moveTo>
                  <a:pt x="0" y="0"/>
                </a:moveTo>
                <a:lnTo>
                  <a:pt x="12192000" y="0"/>
                </a:lnTo>
                <a:lnTo>
                  <a:pt x="12192000" y="4864101"/>
                </a:lnTo>
                <a:lnTo>
                  <a:pt x="0" y="4864101"/>
                </a:lnTo>
                <a:close/>
              </a:path>
            </a:pathLst>
          </a:cu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D6303C-E7CA-61BE-CD0D-E1F76B72D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2" r="22"/>
          <a:stretch/>
        </p:blipFill>
        <p:spPr>
          <a:xfrm>
            <a:off x="0" y="4864102"/>
            <a:ext cx="12189697" cy="1993898"/>
          </a:xfrm>
          <a:custGeom>
            <a:avLst/>
            <a:gdLst>
              <a:gd name="csX0" fmla="*/ 0 w 12190966"/>
              <a:gd name="csY0" fmla="*/ 0 h 1993898"/>
              <a:gd name="csX1" fmla="*/ 11858643 w 12190966"/>
              <a:gd name="csY1" fmla="*/ 0 h 1993898"/>
              <a:gd name="csX2" fmla="*/ 12190966 w 12190966"/>
              <a:gd name="csY2" fmla="*/ 332323 h 1993898"/>
              <a:gd name="csX3" fmla="*/ 12190966 w 12190966"/>
              <a:gd name="csY3" fmla="*/ 1993898 h 1993898"/>
              <a:gd name="csX4" fmla="*/ 0 w 12190966"/>
              <a:gd name="csY4" fmla="*/ 1993898 h 19938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190966" h="1993898">
                <a:moveTo>
                  <a:pt x="0" y="0"/>
                </a:moveTo>
                <a:lnTo>
                  <a:pt x="11858643" y="0"/>
                </a:lnTo>
                <a:cubicBezTo>
                  <a:pt x="12042180" y="0"/>
                  <a:pt x="12190966" y="148786"/>
                  <a:pt x="12190966" y="332323"/>
                </a:cubicBezTo>
                <a:lnTo>
                  <a:pt x="12190966" y="1993898"/>
                </a:lnTo>
                <a:lnTo>
                  <a:pt x="0" y="1993898"/>
                </a:lnTo>
                <a:close/>
              </a:path>
            </a:pathLst>
          </a:cu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673D90-2784-6324-B25C-1271BED23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8480AE4-70E2-EC58-722E-566C953C8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6187379" y="2351314"/>
            <a:ext cx="5422009" cy="3917724"/>
          </a:xfrm>
          <a:prstGeom prst="roundRect">
            <a:avLst>
              <a:gd name="adj" fmla="val 5100"/>
            </a:avLst>
          </a:prstGeom>
          <a:solidFill>
            <a:schemeClr val="tx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35D059F-8960-BD0E-DD3F-C1FDA7B30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588263" y="2351314"/>
            <a:ext cx="5422009" cy="3917724"/>
          </a:xfrm>
          <a:prstGeom prst="roundRect">
            <a:avLst>
              <a:gd name="adj" fmla="val 5100"/>
            </a:avLst>
          </a:prstGeom>
          <a:solidFill>
            <a:schemeClr val="tx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241B6F8-DF14-B2C7-2BF9-693E397EC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1B8E056B-BD9A-9EF0-1889-538D7BECC1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8262" y="1436688"/>
            <a:ext cx="11018519" cy="615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kumimoji="0" lang="en-US" sz="20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4FA88EA3-74D7-8F20-6CF6-1D7ECD77907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2924" y="3618656"/>
            <a:ext cx="4992687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AC594335-3B13-B806-DFDD-359BB86A05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2924" y="4027302"/>
            <a:ext cx="4992687" cy="171447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78120E1C-AC93-18FA-B5C2-EFD0079C762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02040" y="3618656"/>
            <a:ext cx="4992687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773FD95C-796C-89AE-3D79-365AFA8DBB7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02040" y="4027302"/>
            <a:ext cx="4992687" cy="171447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706774400"/>
      </p:ext>
    </p:extLst>
  </p:cSld>
  <p:clrMapOvr>
    <a:masterClrMapping/>
  </p:clrMapOvr>
  <p:transition>
    <p:fade/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wo Column with Sub title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AB2C004-DBF1-ADC9-A0D9-009F476B4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673D90-2784-6324-B25C-1271BED23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8480AE4-70E2-EC58-722E-566C953C8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6187379" y="2351314"/>
            <a:ext cx="5422009" cy="3917724"/>
          </a:xfrm>
          <a:prstGeom prst="roundRect">
            <a:avLst>
              <a:gd name="adj" fmla="val 5100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35D059F-8960-BD0E-DD3F-C1FDA7B30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588263" y="2351314"/>
            <a:ext cx="5422009" cy="3917724"/>
          </a:xfrm>
          <a:prstGeom prst="roundRect">
            <a:avLst>
              <a:gd name="adj" fmla="val 5100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241B6F8-DF14-B2C7-2BF9-693E397EC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1B8E056B-BD9A-9EF0-1889-538D7BECC1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8262" y="1436688"/>
            <a:ext cx="11018519" cy="615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kumimoji="0" lang="en-US" sz="20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4FA88EA3-74D7-8F20-6CF6-1D7ECD77907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2924" y="3618656"/>
            <a:ext cx="4992687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AC594335-3B13-B806-DFDD-359BB86A05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2924" y="4027302"/>
            <a:ext cx="4992687" cy="171447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78120E1C-AC93-18FA-B5C2-EFD0079C762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02040" y="3618656"/>
            <a:ext cx="4992687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773FD95C-796C-89AE-3D79-365AFA8DBB7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02040" y="4027302"/>
            <a:ext cx="4992687" cy="171447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354506000"/>
      </p:ext>
    </p:extLst>
  </p:cSld>
  <p:clrMapOvr>
    <a:masterClrMapping/>
  </p:clrMapOvr>
  <p:transition>
    <p:fade/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 slide with circle image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A6B779-9E35-3F7D-FC1F-F96495EC23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D82903D-2569-6AA4-DFAA-E9A8249B8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DBFF7313-E326-AAAC-07B4-6CAA9218A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6892927" y="1071563"/>
            <a:ext cx="4714874" cy="4714874"/>
          </a:xfrm>
          <a:prstGeom prst="ellipse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431800" sx="102000" sy="102000" algn="ctr" rotWithShape="0">
              <a:prstClr val="black">
                <a:alpha val="4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IN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" name="Graphic 28">
            <a:extLst>
              <a:ext uri="{FF2B5EF4-FFF2-40B4-BE49-F238E27FC236}">
                <a16:creationId xmlns:a16="http://schemas.microsoft.com/office/drawing/2014/main" id="{7692749B-7F22-270B-AD9D-5E764D707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4008" y="890291"/>
            <a:ext cx="965312" cy="725262"/>
          </a:xfrm>
          <a:custGeom>
            <a:avLst/>
            <a:gdLst>
              <a:gd name="connsiteX0" fmla="*/ 325088 w 3616928"/>
              <a:gd name="connsiteY0" fmla="*/ 2493836 h 2717482"/>
              <a:gd name="connsiteX1" fmla="*/ 0 w 3616928"/>
              <a:gd name="connsiteY1" fmla="*/ 1620108 h 2717482"/>
              <a:gd name="connsiteX2" fmla="*/ 1086517 w 3616928"/>
              <a:gd name="connsiteY2" fmla="*/ 19336 h 2717482"/>
              <a:gd name="connsiteX3" fmla="*/ 1300734 w 3616928"/>
              <a:gd name="connsiteY3" fmla="*/ 71628 h 2717482"/>
              <a:gd name="connsiteX4" fmla="*/ 1300734 w 3616928"/>
              <a:gd name="connsiteY4" fmla="*/ 71628 h 2717482"/>
              <a:gd name="connsiteX5" fmla="*/ 1253776 w 3616928"/>
              <a:gd name="connsiteY5" fmla="*/ 305943 h 2717482"/>
              <a:gd name="connsiteX6" fmla="*/ 710375 w 3616928"/>
              <a:gd name="connsiteY6" fmla="*/ 858584 h 2717482"/>
              <a:gd name="connsiteX7" fmla="*/ 930497 w 3616928"/>
              <a:gd name="connsiteY7" fmla="*/ 1294448 h 2717482"/>
              <a:gd name="connsiteX8" fmla="*/ 934784 w 3616928"/>
              <a:gd name="connsiteY8" fmla="*/ 1295020 h 2717482"/>
              <a:gd name="connsiteX9" fmla="*/ 1585055 w 3616928"/>
              <a:gd name="connsiteY9" fmla="*/ 2006251 h 2717482"/>
              <a:gd name="connsiteX10" fmla="*/ 1387412 w 3616928"/>
              <a:gd name="connsiteY10" fmla="*/ 2507743 h 2717482"/>
              <a:gd name="connsiteX11" fmla="*/ 1375791 w 3616928"/>
              <a:gd name="connsiteY11" fmla="*/ 2520316 h 2717482"/>
              <a:gd name="connsiteX12" fmla="*/ 873919 w 3616928"/>
              <a:gd name="connsiteY12" fmla="*/ 2717483 h 2717482"/>
              <a:gd name="connsiteX13" fmla="*/ 325279 w 3616928"/>
              <a:gd name="connsiteY13" fmla="*/ 2493931 h 2717482"/>
              <a:gd name="connsiteX14" fmla="*/ 325279 w 3616928"/>
              <a:gd name="connsiteY14" fmla="*/ 2493931 h 2717482"/>
              <a:gd name="connsiteX15" fmla="*/ 2357057 w 3616928"/>
              <a:gd name="connsiteY15" fmla="*/ 2493836 h 2717482"/>
              <a:gd name="connsiteX16" fmla="*/ 2031968 w 3616928"/>
              <a:gd name="connsiteY16" fmla="*/ 1620108 h 2717482"/>
              <a:gd name="connsiteX17" fmla="*/ 3118485 w 3616928"/>
              <a:gd name="connsiteY17" fmla="*/ 19336 h 2717482"/>
              <a:gd name="connsiteX18" fmla="*/ 3332703 w 3616928"/>
              <a:gd name="connsiteY18" fmla="*/ 71628 h 2717482"/>
              <a:gd name="connsiteX19" fmla="*/ 3332703 w 3616928"/>
              <a:gd name="connsiteY19" fmla="*/ 71628 h 2717482"/>
              <a:gd name="connsiteX20" fmla="*/ 3285744 w 3616928"/>
              <a:gd name="connsiteY20" fmla="*/ 305943 h 2717482"/>
              <a:gd name="connsiteX21" fmla="*/ 2742343 w 3616928"/>
              <a:gd name="connsiteY21" fmla="*/ 858584 h 2717482"/>
              <a:gd name="connsiteX22" fmla="*/ 2962370 w 3616928"/>
              <a:gd name="connsiteY22" fmla="*/ 1294448 h 2717482"/>
              <a:gd name="connsiteX23" fmla="*/ 2966657 w 3616928"/>
              <a:gd name="connsiteY23" fmla="*/ 1295020 h 2717482"/>
              <a:gd name="connsiteX24" fmla="*/ 3616928 w 3616928"/>
              <a:gd name="connsiteY24" fmla="*/ 2006251 h 2717482"/>
              <a:gd name="connsiteX25" fmla="*/ 3413760 w 3616928"/>
              <a:gd name="connsiteY25" fmla="*/ 2514220 h 2717482"/>
              <a:gd name="connsiteX26" fmla="*/ 2905792 w 3616928"/>
              <a:gd name="connsiteY26" fmla="*/ 2717388 h 2717482"/>
              <a:gd name="connsiteX27" fmla="*/ 2357152 w 3616928"/>
              <a:gd name="connsiteY27" fmla="*/ 2493836 h 2717482"/>
              <a:gd name="connsiteX28" fmla="*/ 2357152 w 3616928"/>
              <a:gd name="connsiteY28" fmla="*/ 2493836 h 2717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3616928" h="2717482">
                <a:moveTo>
                  <a:pt x="325088" y="2493836"/>
                </a:moveTo>
                <a:cubicBezTo>
                  <a:pt x="121920" y="2270380"/>
                  <a:pt x="0" y="2026539"/>
                  <a:pt x="0" y="1620108"/>
                </a:cubicBezTo>
                <a:cubicBezTo>
                  <a:pt x="0" y="954025"/>
                  <a:pt x="445675" y="359188"/>
                  <a:pt x="1086517" y="19336"/>
                </a:cubicBezTo>
                <a:cubicBezTo>
                  <a:pt x="1160812" y="-20097"/>
                  <a:pt x="1252918" y="2477"/>
                  <a:pt x="1300734" y="71628"/>
                </a:cubicBezTo>
                <a:lnTo>
                  <a:pt x="1300734" y="71628"/>
                </a:lnTo>
                <a:cubicBezTo>
                  <a:pt x="1354550" y="149448"/>
                  <a:pt x="1333310" y="254699"/>
                  <a:pt x="1253776" y="305943"/>
                </a:cubicBezTo>
                <a:cubicBezTo>
                  <a:pt x="981075" y="481585"/>
                  <a:pt x="813911" y="674466"/>
                  <a:pt x="710375" y="858584"/>
                </a:cubicBezTo>
                <a:cubicBezTo>
                  <a:pt x="606838" y="1042702"/>
                  <a:pt x="723805" y="1266159"/>
                  <a:pt x="930497" y="1294448"/>
                </a:cubicBezTo>
                <a:cubicBezTo>
                  <a:pt x="931926" y="1294639"/>
                  <a:pt x="933355" y="1294829"/>
                  <a:pt x="934784" y="1295020"/>
                </a:cubicBezTo>
                <a:cubicBezTo>
                  <a:pt x="1300543" y="1335691"/>
                  <a:pt x="1585055" y="1620108"/>
                  <a:pt x="1585055" y="2006251"/>
                </a:cubicBezTo>
                <a:cubicBezTo>
                  <a:pt x="1585055" y="2186369"/>
                  <a:pt x="1506188" y="2366487"/>
                  <a:pt x="1387412" y="2507743"/>
                </a:cubicBezTo>
                <a:cubicBezTo>
                  <a:pt x="1383792" y="2512124"/>
                  <a:pt x="1379887" y="2516315"/>
                  <a:pt x="1375791" y="2520316"/>
                </a:cubicBezTo>
                <a:cubicBezTo>
                  <a:pt x="1235012" y="2658237"/>
                  <a:pt x="1074230" y="2717483"/>
                  <a:pt x="873919" y="2717483"/>
                </a:cubicBezTo>
                <a:cubicBezTo>
                  <a:pt x="650367" y="2717483"/>
                  <a:pt x="447199" y="2615851"/>
                  <a:pt x="325279" y="2493931"/>
                </a:cubicBezTo>
                <a:lnTo>
                  <a:pt x="325279" y="2493931"/>
                </a:lnTo>
                <a:close/>
                <a:moveTo>
                  <a:pt x="2357057" y="2493836"/>
                </a:moveTo>
                <a:cubicBezTo>
                  <a:pt x="2153888" y="2270284"/>
                  <a:pt x="2031968" y="2026444"/>
                  <a:pt x="2031968" y="1620108"/>
                </a:cubicBezTo>
                <a:cubicBezTo>
                  <a:pt x="2031968" y="954025"/>
                  <a:pt x="2477643" y="359188"/>
                  <a:pt x="3118485" y="19336"/>
                </a:cubicBezTo>
                <a:cubicBezTo>
                  <a:pt x="3192780" y="-20097"/>
                  <a:pt x="3284887" y="2477"/>
                  <a:pt x="3332703" y="71628"/>
                </a:cubicBezTo>
                <a:lnTo>
                  <a:pt x="3332703" y="71628"/>
                </a:lnTo>
                <a:cubicBezTo>
                  <a:pt x="3386519" y="149448"/>
                  <a:pt x="3365278" y="254699"/>
                  <a:pt x="3285744" y="305943"/>
                </a:cubicBezTo>
                <a:cubicBezTo>
                  <a:pt x="3013043" y="481585"/>
                  <a:pt x="2845880" y="674466"/>
                  <a:pt x="2742343" y="858584"/>
                </a:cubicBezTo>
                <a:cubicBezTo>
                  <a:pt x="2640140" y="1040416"/>
                  <a:pt x="2755773" y="1266159"/>
                  <a:pt x="2962370" y="1294448"/>
                </a:cubicBezTo>
                <a:cubicBezTo>
                  <a:pt x="2963799" y="1294639"/>
                  <a:pt x="2965228" y="1294829"/>
                  <a:pt x="2966657" y="1295020"/>
                </a:cubicBezTo>
                <a:cubicBezTo>
                  <a:pt x="3332416" y="1335691"/>
                  <a:pt x="3616928" y="1620108"/>
                  <a:pt x="3616928" y="2006251"/>
                </a:cubicBezTo>
                <a:cubicBezTo>
                  <a:pt x="3616928" y="2189131"/>
                  <a:pt x="3535680" y="2372011"/>
                  <a:pt x="3413760" y="2514220"/>
                </a:cubicBezTo>
                <a:cubicBezTo>
                  <a:pt x="3291840" y="2656428"/>
                  <a:pt x="3108960" y="2717388"/>
                  <a:pt x="2905792" y="2717388"/>
                </a:cubicBezTo>
                <a:cubicBezTo>
                  <a:pt x="2682240" y="2717388"/>
                  <a:pt x="2479072" y="2615756"/>
                  <a:pt x="2357152" y="2493836"/>
                </a:cubicBezTo>
                <a:lnTo>
                  <a:pt x="2357152" y="2493836"/>
                </a:lnTo>
                <a:close/>
              </a:path>
            </a:pathLst>
          </a:custGeom>
          <a:gradFill flip="none" rotWithShape="1">
            <a:gsLst>
              <a:gs pos="48000">
                <a:srgbClr val="1D90B2"/>
              </a:gs>
              <a:gs pos="0">
                <a:srgbClr val="107197"/>
              </a:gs>
              <a:gs pos="100000">
                <a:srgbClr val="8F6FB5"/>
              </a:gs>
            </a:gsLst>
            <a:lin ang="2700000" scaled="1"/>
            <a:tileRect/>
          </a:gradFill>
          <a:ln w="3175"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50800" dist="76200" dir="8100000" algn="tr" rotWithShape="0">
              <a:schemeClr val="tx2">
                <a:alpha val="25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cs typeface="Segoe UI" pitchFamily="34" charset="0"/>
            </a:endParaRPr>
          </a:p>
        </p:txBody>
      </p:sp>
      <p:sp>
        <p:nvSpPr>
          <p:cNvPr id="6" name="Text Placeholder 35">
            <a:extLst>
              <a:ext uri="{FF2B5EF4-FFF2-40B4-BE49-F238E27FC236}">
                <a16:creationId xmlns:a16="http://schemas.microsoft.com/office/drawing/2014/main" id="{EED2CE7A-913E-44C3-CE88-0CA16660D9C6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>
          <a:xfrm>
            <a:off x="983226" y="2017713"/>
            <a:ext cx="5257237" cy="270394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None/>
              <a:defRPr kumimoji="0" lang="en-US" sz="24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0" lvl="0" indent="0" defTabSz="932472" fontAlgn="base"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None/>
            </a:pPr>
            <a:r>
              <a:rPr lang="en-US"/>
              <a:t>Click to add text</a:t>
            </a:r>
          </a:p>
        </p:txBody>
      </p:sp>
      <p:sp>
        <p:nvSpPr>
          <p:cNvPr id="7" name="Text Placeholder 35">
            <a:extLst>
              <a:ext uri="{FF2B5EF4-FFF2-40B4-BE49-F238E27FC236}">
                <a16:creationId xmlns:a16="http://schemas.microsoft.com/office/drawing/2014/main" id="{141ED9DA-5006-5750-8CB8-2DDCA166F33E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1236664" y="4969297"/>
            <a:ext cx="5003799" cy="2756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r">
              <a:spcBef>
                <a:spcPts val="0"/>
              </a:spcBef>
              <a:buFont typeface="Arial" panose="020B0604020202020204" pitchFamily="34" charset="0"/>
              <a:buNone/>
              <a:defRPr kumimoji="0" lang="en-US" sz="20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lvl="0" algn="r" defTabSz="932472" fontAlgn="base"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None/>
            </a:pPr>
            <a:r>
              <a:rPr lang="en-US"/>
              <a:t>Speaker</a:t>
            </a:r>
          </a:p>
        </p:txBody>
      </p:sp>
      <p:sp>
        <p:nvSpPr>
          <p:cNvPr id="8" name="Picture Placeholder 58" descr="Picture">
            <a:extLst>
              <a:ext uri="{FF2B5EF4-FFF2-40B4-BE49-F238E27FC236}">
                <a16:creationId xmlns:a16="http://schemas.microsoft.com/office/drawing/2014/main" id="{C94D28ED-0A03-04FC-066C-F8FB6998305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027864" y="1206500"/>
            <a:ext cx="4445000" cy="4445000"/>
          </a:xfrm>
          <a:prstGeom prst="ellipse">
            <a:avLst/>
          </a:prstGeom>
          <a:solidFill>
            <a:schemeClr val="bg1">
              <a:alpha val="40000"/>
            </a:schemeClr>
          </a:solidFill>
          <a:ln>
            <a:noFill/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236090"/>
      </p:ext>
    </p:extLst>
  </p:cSld>
  <p:clrMapOvr>
    <a:masterClrMapping/>
  </p:clrMapOvr>
  <p:transition>
    <p:fade/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77DB9AB3-0737-86BA-E863-004E1C7D2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9849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216B847-33E6-051E-EE22-5CCE59E8FF9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219698"/>
            <a:ext cx="1816900" cy="1638302"/>
          </a:xfrm>
          <a:prstGeom prst="rect">
            <a:avLst/>
          </a:prstGeom>
        </p:spPr>
      </p:pic>
      <p:sp>
        <p:nvSpPr>
          <p:cNvPr id="5" name="Freeform 234">
            <a:extLst>
              <a:ext uri="{FF2B5EF4-FFF2-40B4-BE49-F238E27FC236}">
                <a16:creationId xmlns:a16="http://schemas.microsoft.com/office/drawing/2014/main" id="{F203592C-9A47-8CC3-D64A-47B35CB9B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269635" y="2252686"/>
            <a:ext cx="1434671" cy="182384"/>
          </a:xfrm>
          <a:custGeom>
            <a:avLst/>
            <a:gdLst>
              <a:gd name="T0" fmla="*/ 0 w 472"/>
              <a:gd name="T1" fmla="*/ 0 h 60"/>
              <a:gd name="T2" fmla="*/ 28 w 472"/>
              <a:gd name="T3" fmla="*/ 57 h 60"/>
              <a:gd name="T4" fmla="*/ 46 w 472"/>
              <a:gd name="T5" fmla="*/ 29 h 60"/>
              <a:gd name="T6" fmla="*/ 34 w 472"/>
              <a:gd name="T7" fmla="*/ 48 h 60"/>
              <a:gd name="T8" fmla="*/ 6 w 472"/>
              <a:gd name="T9" fmla="*/ 54 h 60"/>
              <a:gd name="T10" fmla="*/ 41 w 472"/>
              <a:gd name="T11" fmla="*/ 29 h 60"/>
              <a:gd name="T12" fmla="*/ 73 w 472"/>
              <a:gd name="T13" fmla="*/ 0 h 60"/>
              <a:gd name="T14" fmla="*/ 63 w 472"/>
              <a:gd name="T15" fmla="*/ 42 h 60"/>
              <a:gd name="T16" fmla="*/ 101 w 472"/>
              <a:gd name="T17" fmla="*/ 59 h 60"/>
              <a:gd name="T18" fmla="*/ 75 w 472"/>
              <a:gd name="T19" fmla="*/ 10 h 60"/>
              <a:gd name="T20" fmla="*/ 76 w 472"/>
              <a:gd name="T21" fmla="*/ 6 h 60"/>
              <a:gd name="T22" fmla="*/ 87 w 472"/>
              <a:gd name="T23" fmla="*/ 37 h 60"/>
              <a:gd name="T24" fmla="*/ 119 w 472"/>
              <a:gd name="T25" fmla="*/ 11 h 60"/>
              <a:gd name="T26" fmla="*/ 116 w 472"/>
              <a:gd name="T27" fmla="*/ 8 h 60"/>
              <a:gd name="T28" fmla="*/ 116 w 472"/>
              <a:gd name="T29" fmla="*/ 59 h 60"/>
              <a:gd name="T30" fmla="*/ 117 w 472"/>
              <a:gd name="T31" fmla="*/ 0 h 60"/>
              <a:gd name="T32" fmla="*/ 152 w 472"/>
              <a:gd name="T33" fmla="*/ 51 h 60"/>
              <a:gd name="T34" fmla="*/ 152 w 472"/>
              <a:gd name="T35" fmla="*/ 44 h 60"/>
              <a:gd name="T36" fmla="*/ 157 w 472"/>
              <a:gd name="T37" fmla="*/ 59 h 60"/>
              <a:gd name="T38" fmla="*/ 179 w 472"/>
              <a:gd name="T39" fmla="*/ 31 h 60"/>
              <a:gd name="T40" fmla="*/ 178 w 472"/>
              <a:gd name="T41" fmla="*/ 59 h 60"/>
              <a:gd name="T42" fmla="*/ 178 w 472"/>
              <a:gd name="T43" fmla="*/ 0 h 60"/>
              <a:gd name="T44" fmla="*/ 179 w 472"/>
              <a:gd name="T45" fmla="*/ 27 h 60"/>
              <a:gd name="T46" fmla="*/ 210 w 472"/>
              <a:gd name="T47" fmla="*/ 0 h 60"/>
              <a:gd name="T48" fmla="*/ 204 w 472"/>
              <a:gd name="T49" fmla="*/ 59 h 60"/>
              <a:gd name="T50" fmla="*/ 242 w 472"/>
              <a:gd name="T51" fmla="*/ 36 h 60"/>
              <a:gd name="T52" fmla="*/ 247 w 472"/>
              <a:gd name="T53" fmla="*/ 36 h 60"/>
              <a:gd name="T54" fmla="*/ 279 w 472"/>
              <a:gd name="T55" fmla="*/ 36 h 60"/>
              <a:gd name="T56" fmla="*/ 284 w 472"/>
              <a:gd name="T57" fmla="*/ 35 h 60"/>
              <a:gd name="T58" fmla="*/ 355 w 472"/>
              <a:gd name="T59" fmla="*/ 15 h 60"/>
              <a:gd name="T60" fmla="*/ 354 w 472"/>
              <a:gd name="T61" fmla="*/ 9 h 60"/>
              <a:gd name="T62" fmla="*/ 334 w 472"/>
              <a:gd name="T63" fmla="*/ 59 h 60"/>
              <a:gd name="T64" fmla="*/ 335 w 472"/>
              <a:gd name="T65" fmla="*/ 46 h 60"/>
              <a:gd name="T66" fmla="*/ 337 w 472"/>
              <a:gd name="T67" fmla="*/ 52 h 60"/>
              <a:gd name="T68" fmla="*/ 356 w 472"/>
              <a:gd name="T69" fmla="*/ 0 h 60"/>
              <a:gd name="T70" fmla="*/ 370 w 472"/>
              <a:gd name="T71" fmla="*/ 52 h 60"/>
              <a:gd name="T72" fmla="*/ 372 w 472"/>
              <a:gd name="T73" fmla="*/ 48 h 60"/>
              <a:gd name="T74" fmla="*/ 373 w 472"/>
              <a:gd name="T75" fmla="*/ 59 h 60"/>
              <a:gd name="T76" fmla="*/ 429 w 472"/>
              <a:gd name="T77" fmla="*/ 0 h 60"/>
              <a:gd name="T78" fmla="*/ 405 w 472"/>
              <a:gd name="T79" fmla="*/ 27 h 60"/>
              <a:gd name="T80" fmla="*/ 405 w 472"/>
              <a:gd name="T81" fmla="*/ 32 h 60"/>
              <a:gd name="T82" fmla="*/ 430 w 472"/>
              <a:gd name="T83" fmla="*/ 59 h 60"/>
              <a:gd name="T84" fmla="*/ 442 w 472"/>
              <a:gd name="T85" fmla="*/ 0 h 60"/>
              <a:gd name="T86" fmla="*/ 472 w 472"/>
              <a:gd name="T87" fmla="*/ 54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472" h="60">
                <a:moveTo>
                  <a:pt x="39" y="7"/>
                </a:moveTo>
                <a:cubicBezTo>
                  <a:pt x="33" y="2"/>
                  <a:pt x="26" y="0"/>
                  <a:pt x="1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59"/>
                  <a:pt x="0" y="59"/>
                  <a:pt x="0" y="59"/>
                </a:cubicBezTo>
                <a:cubicBezTo>
                  <a:pt x="15" y="59"/>
                  <a:pt x="15" y="59"/>
                  <a:pt x="15" y="59"/>
                </a:cubicBezTo>
                <a:cubicBezTo>
                  <a:pt x="20" y="59"/>
                  <a:pt x="24" y="58"/>
                  <a:pt x="28" y="57"/>
                </a:cubicBezTo>
                <a:cubicBezTo>
                  <a:pt x="32" y="55"/>
                  <a:pt x="35" y="53"/>
                  <a:pt x="38" y="51"/>
                </a:cubicBezTo>
                <a:cubicBezTo>
                  <a:pt x="41" y="48"/>
                  <a:pt x="43" y="45"/>
                  <a:pt x="44" y="41"/>
                </a:cubicBezTo>
                <a:cubicBezTo>
                  <a:pt x="46" y="37"/>
                  <a:pt x="46" y="33"/>
                  <a:pt x="46" y="29"/>
                </a:cubicBezTo>
                <a:cubicBezTo>
                  <a:pt x="46" y="19"/>
                  <a:pt x="44" y="12"/>
                  <a:pt x="39" y="7"/>
                </a:cubicBezTo>
                <a:close/>
                <a:moveTo>
                  <a:pt x="39" y="40"/>
                </a:moveTo>
                <a:cubicBezTo>
                  <a:pt x="38" y="43"/>
                  <a:pt x="36" y="45"/>
                  <a:pt x="34" y="48"/>
                </a:cubicBezTo>
                <a:cubicBezTo>
                  <a:pt x="32" y="50"/>
                  <a:pt x="29" y="51"/>
                  <a:pt x="26" y="52"/>
                </a:cubicBezTo>
                <a:cubicBezTo>
                  <a:pt x="22" y="53"/>
                  <a:pt x="19" y="54"/>
                  <a:pt x="15" y="54"/>
                </a:cubicBezTo>
                <a:cubicBezTo>
                  <a:pt x="6" y="54"/>
                  <a:pt x="6" y="54"/>
                  <a:pt x="6" y="54"/>
                </a:cubicBezTo>
                <a:cubicBezTo>
                  <a:pt x="6" y="5"/>
                  <a:pt x="6" y="5"/>
                  <a:pt x="6" y="5"/>
                </a:cubicBezTo>
                <a:cubicBezTo>
                  <a:pt x="15" y="5"/>
                  <a:pt x="15" y="5"/>
                  <a:pt x="15" y="5"/>
                </a:cubicBezTo>
                <a:cubicBezTo>
                  <a:pt x="32" y="5"/>
                  <a:pt x="41" y="13"/>
                  <a:pt x="41" y="29"/>
                </a:cubicBezTo>
                <a:cubicBezTo>
                  <a:pt x="41" y="33"/>
                  <a:pt x="40" y="36"/>
                  <a:pt x="39" y="40"/>
                </a:cubicBezTo>
                <a:close/>
                <a:moveTo>
                  <a:pt x="79" y="0"/>
                </a:moveTo>
                <a:cubicBezTo>
                  <a:pt x="73" y="0"/>
                  <a:pt x="73" y="0"/>
                  <a:pt x="73" y="0"/>
                </a:cubicBezTo>
                <a:cubicBezTo>
                  <a:pt x="51" y="59"/>
                  <a:pt x="51" y="59"/>
                  <a:pt x="51" y="59"/>
                </a:cubicBezTo>
                <a:cubicBezTo>
                  <a:pt x="57" y="59"/>
                  <a:pt x="57" y="59"/>
                  <a:pt x="57" y="59"/>
                </a:cubicBezTo>
                <a:cubicBezTo>
                  <a:pt x="63" y="42"/>
                  <a:pt x="63" y="42"/>
                  <a:pt x="63" y="42"/>
                </a:cubicBezTo>
                <a:cubicBezTo>
                  <a:pt x="89" y="42"/>
                  <a:pt x="89" y="42"/>
                  <a:pt x="89" y="42"/>
                </a:cubicBezTo>
                <a:cubicBezTo>
                  <a:pt x="95" y="59"/>
                  <a:pt x="95" y="59"/>
                  <a:pt x="95" y="59"/>
                </a:cubicBezTo>
                <a:cubicBezTo>
                  <a:pt x="101" y="59"/>
                  <a:pt x="101" y="59"/>
                  <a:pt x="101" y="59"/>
                </a:cubicBezTo>
                <a:lnTo>
                  <a:pt x="79" y="0"/>
                </a:lnTo>
                <a:close/>
                <a:moveTo>
                  <a:pt x="65" y="37"/>
                </a:moveTo>
                <a:cubicBezTo>
                  <a:pt x="75" y="10"/>
                  <a:pt x="75" y="10"/>
                  <a:pt x="75" y="10"/>
                </a:cubicBezTo>
                <a:cubicBezTo>
                  <a:pt x="75" y="10"/>
                  <a:pt x="75" y="9"/>
                  <a:pt x="75" y="8"/>
                </a:cubicBezTo>
                <a:cubicBezTo>
                  <a:pt x="76" y="8"/>
                  <a:pt x="76" y="7"/>
                  <a:pt x="76" y="6"/>
                </a:cubicBezTo>
                <a:cubicBezTo>
                  <a:pt x="76" y="6"/>
                  <a:pt x="76" y="6"/>
                  <a:pt x="76" y="6"/>
                </a:cubicBezTo>
                <a:cubicBezTo>
                  <a:pt x="76" y="7"/>
                  <a:pt x="76" y="8"/>
                  <a:pt x="77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87" y="37"/>
                  <a:pt x="87" y="37"/>
                  <a:pt x="87" y="37"/>
                </a:cubicBezTo>
                <a:lnTo>
                  <a:pt x="65" y="37"/>
                </a:lnTo>
                <a:close/>
                <a:moveTo>
                  <a:pt x="151" y="59"/>
                </a:moveTo>
                <a:cubicBezTo>
                  <a:pt x="119" y="11"/>
                  <a:pt x="119" y="11"/>
                  <a:pt x="119" y="11"/>
                </a:cubicBezTo>
                <a:cubicBezTo>
                  <a:pt x="118" y="11"/>
                  <a:pt x="118" y="10"/>
                  <a:pt x="117" y="10"/>
                </a:cubicBezTo>
                <a:cubicBezTo>
                  <a:pt x="117" y="9"/>
                  <a:pt x="117" y="8"/>
                  <a:pt x="116" y="8"/>
                </a:cubicBezTo>
                <a:cubicBezTo>
                  <a:pt x="116" y="8"/>
                  <a:pt x="116" y="8"/>
                  <a:pt x="116" y="8"/>
                </a:cubicBezTo>
                <a:cubicBezTo>
                  <a:pt x="116" y="8"/>
                  <a:pt x="116" y="9"/>
                  <a:pt x="116" y="10"/>
                </a:cubicBezTo>
                <a:cubicBezTo>
                  <a:pt x="116" y="11"/>
                  <a:pt x="116" y="12"/>
                  <a:pt x="116" y="13"/>
                </a:cubicBezTo>
                <a:cubicBezTo>
                  <a:pt x="116" y="59"/>
                  <a:pt x="116" y="59"/>
                  <a:pt x="116" y="59"/>
                </a:cubicBezTo>
                <a:cubicBezTo>
                  <a:pt x="111" y="59"/>
                  <a:pt x="111" y="59"/>
                  <a:pt x="111" y="59"/>
                </a:cubicBezTo>
                <a:cubicBezTo>
                  <a:pt x="111" y="0"/>
                  <a:pt x="111" y="0"/>
                  <a:pt x="111" y="0"/>
                </a:cubicBezTo>
                <a:cubicBezTo>
                  <a:pt x="117" y="0"/>
                  <a:pt x="117" y="0"/>
                  <a:pt x="117" y="0"/>
                </a:cubicBezTo>
                <a:cubicBezTo>
                  <a:pt x="149" y="47"/>
                  <a:pt x="149" y="47"/>
                  <a:pt x="149" y="47"/>
                </a:cubicBezTo>
                <a:cubicBezTo>
                  <a:pt x="150" y="48"/>
                  <a:pt x="150" y="48"/>
                  <a:pt x="151" y="49"/>
                </a:cubicBezTo>
                <a:cubicBezTo>
                  <a:pt x="151" y="50"/>
                  <a:pt x="151" y="50"/>
                  <a:pt x="152" y="51"/>
                </a:cubicBezTo>
                <a:cubicBezTo>
                  <a:pt x="152" y="51"/>
                  <a:pt x="152" y="51"/>
                  <a:pt x="152" y="51"/>
                </a:cubicBezTo>
                <a:cubicBezTo>
                  <a:pt x="152" y="50"/>
                  <a:pt x="152" y="49"/>
                  <a:pt x="152" y="48"/>
                </a:cubicBezTo>
                <a:cubicBezTo>
                  <a:pt x="152" y="46"/>
                  <a:pt x="152" y="45"/>
                  <a:pt x="152" y="44"/>
                </a:cubicBezTo>
                <a:cubicBezTo>
                  <a:pt x="152" y="0"/>
                  <a:pt x="152" y="0"/>
                  <a:pt x="152" y="0"/>
                </a:cubicBezTo>
                <a:cubicBezTo>
                  <a:pt x="157" y="0"/>
                  <a:pt x="157" y="0"/>
                  <a:pt x="157" y="0"/>
                </a:cubicBezTo>
                <a:cubicBezTo>
                  <a:pt x="157" y="59"/>
                  <a:pt x="157" y="59"/>
                  <a:pt x="157" y="59"/>
                </a:cubicBezTo>
                <a:lnTo>
                  <a:pt x="151" y="59"/>
                </a:lnTo>
                <a:close/>
                <a:moveTo>
                  <a:pt x="204" y="59"/>
                </a:moveTo>
                <a:cubicBezTo>
                  <a:pt x="179" y="31"/>
                  <a:pt x="179" y="31"/>
                  <a:pt x="179" y="31"/>
                </a:cubicBezTo>
                <a:cubicBezTo>
                  <a:pt x="179" y="31"/>
                  <a:pt x="178" y="30"/>
                  <a:pt x="178" y="30"/>
                </a:cubicBezTo>
                <a:cubicBezTo>
                  <a:pt x="178" y="30"/>
                  <a:pt x="178" y="30"/>
                  <a:pt x="178" y="30"/>
                </a:cubicBezTo>
                <a:cubicBezTo>
                  <a:pt x="178" y="59"/>
                  <a:pt x="178" y="59"/>
                  <a:pt x="178" y="59"/>
                </a:cubicBezTo>
                <a:cubicBezTo>
                  <a:pt x="173" y="59"/>
                  <a:pt x="173" y="59"/>
                  <a:pt x="173" y="59"/>
                </a:cubicBezTo>
                <a:cubicBezTo>
                  <a:pt x="173" y="0"/>
                  <a:pt x="173" y="0"/>
                  <a:pt x="173" y="0"/>
                </a:cubicBezTo>
                <a:cubicBezTo>
                  <a:pt x="178" y="0"/>
                  <a:pt x="178" y="0"/>
                  <a:pt x="178" y="0"/>
                </a:cubicBezTo>
                <a:cubicBezTo>
                  <a:pt x="178" y="28"/>
                  <a:pt x="178" y="28"/>
                  <a:pt x="178" y="28"/>
                </a:cubicBezTo>
                <a:cubicBezTo>
                  <a:pt x="178" y="28"/>
                  <a:pt x="178" y="28"/>
                  <a:pt x="178" y="28"/>
                </a:cubicBezTo>
                <a:cubicBezTo>
                  <a:pt x="178" y="27"/>
                  <a:pt x="179" y="27"/>
                  <a:pt x="179" y="27"/>
                </a:cubicBezTo>
                <a:cubicBezTo>
                  <a:pt x="179" y="27"/>
                  <a:pt x="179" y="26"/>
                  <a:pt x="180" y="26"/>
                </a:cubicBezTo>
                <a:cubicBezTo>
                  <a:pt x="203" y="0"/>
                  <a:pt x="203" y="0"/>
                  <a:pt x="203" y="0"/>
                </a:cubicBezTo>
                <a:cubicBezTo>
                  <a:pt x="210" y="0"/>
                  <a:pt x="210" y="0"/>
                  <a:pt x="210" y="0"/>
                </a:cubicBezTo>
                <a:cubicBezTo>
                  <a:pt x="184" y="28"/>
                  <a:pt x="184" y="28"/>
                  <a:pt x="184" y="28"/>
                </a:cubicBezTo>
                <a:cubicBezTo>
                  <a:pt x="211" y="59"/>
                  <a:pt x="211" y="59"/>
                  <a:pt x="211" y="59"/>
                </a:cubicBezTo>
                <a:lnTo>
                  <a:pt x="204" y="59"/>
                </a:lnTo>
                <a:close/>
                <a:moveTo>
                  <a:pt x="284" y="35"/>
                </a:moveTo>
                <a:cubicBezTo>
                  <a:pt x="284" y="52"/>
                  <a:pt x="277" y="60"/>
                  <a:pt x="263" y="60"/>
                </a:cubicBezTo>
                <a:cubicBezTo>
                  <a:pt x="249" y="60"/>
                  <a:pt x="242" y="52"/>
                  <a:pt x="242" y="36"/>
                </a:cubicBezTo>
                <a:cubicBezTo>
                  <a:pt x="242" y="0"/>
                  <a:pt x="242" y="0"/>
                  <a:pt x="242" y="0"/>
                </a:cubicBezTo>
                <a:cubicBezTo>
                  <a:pt x="247" y="0"/>
                  <a:pt x="247" y="0"/>
                  <a:pt x="247" y="0"/>
                </a:cubicBezTo>
                <a:cubicBezTo>
                  <a:pt x="247" y="36"/>
                  <a:pt x="247" y="36"/>
                  <a:pt x="247" y="36"/>
                </a:cubicBezTo>
                <a:cubicBezTo>
                  <a:pt x="247" y="42"/>
                  <a:pt x="249" y="47"/>
                  <a:pt x="251" y="50"/>
                </a:cubicBezTo>
                <a:cubicBezTo>
                  <a:pt x="254" y="53"/>
                  <a:pt x="258" y="55"/>
                  <a:pt x="263" y="55"/>
                </a:cubicBezTo>
                <a:cubicBezTo>
                  <a:pt x="274" y="55"/>
                  <a:pt x="279" y="49"/>
                  <a:pt x="279" y="36"/>
                </a:cubicBezTo>
                <a:cubicBezTo>
                  <a:pt x="279" y="0"/>
                  <a:pt x="279" y="0"/>
                  <a:pt x="279" y="0"/>
                </a:cubicBezTo>
                <a:cubicBezTo>
                  <a:pt x="284" y="0"/>
                  <a:pt x="284" y="0"/>
                  <a:pt x="284" y="0"/>
                </a:cubicBezTo>
                <a:lnTo>
                  <a:pt x="284" y="35"/>
                </a:lnTo>
                <a:close/>
                <a:moveTo>
                  <a:pt x="373" y="59"/>
                </a:moveTo>
                <a:cubicBezTo>
                  <a:pt x="368" y="59"/>
                  <a:pt x="368" y="59"/>
                  <a:pt x="368" y="59"/>
                </a:cubicBezTo>
                <a:cubicBezTo>
                  <a:pt x="355" y="15"/>
                  <a:pt x="355" y="15"/>
                  <a:pt x="355" y="15"/>
                </a:cubicBezTo>
                <a:cubicBezTo>
                  <a:pt x="355" y="14"/>
                  <a:pt x="354" y="13"/>
                  <a:pt x="354" y="12"/>
                </a:cubicBezTo>
                <a:cubicBezTo>
                  <a:pt x="354" y="11"/>
                  <a:pt x="354" y="10"/>
                  <a:pt x="354" y="9"/>
                </a:cubicBezTo>
                <a:cubicBezTo>
                  <a:pt x="354" y="9"/>
                  <a:pt x="354" y="9"/>
                  <a:pt x="354" y="9"/>
                </a:cubicBezTo>
                <a:cubicBezTo>
                  <a:pt x="354" y="11"/>
                  <a:pt x="353" y="13"/>
                  <a:pt x="353" y="15"/>
                </a:cubicBezTo>
                <a:cubicBezTo>
                  <a:pt x="339" y="59"/>
                  <a:pt x="339" y="59"/>
                  <a:pt x="339" y="59"/>
                </a:cubicBezTo>
                <a:cubicBezTo>
                  <a:pt x="334" y="59"/>
                  <a:pt x="334" y="59"/>
                  <a:pt x="334" y="59"/>
                </a:cubicBezTo>
                <a:cubicBezTo>
                  <a:pt x="316" y="0"/>
                  <a:pt x="316" y="0"/>
                  <a:pt x="316" y="0"/>
                </a:cubicBezTo>
                <a:cubicBezTo>
                  <a:pt x="322" y="0"/>
                  <a:pt x="322" y="0"/>
                  <a:pt x="322" y="0"/>
                </a:cubicBezTo>
                <a:cubicBezTo>
                  <a:pt x="335" y="46"/>
                  <a:pt x="335" y="46"/>
                  <a:pt x="335" y="46"/>
                </a:cubicBezTo>
                <a:cubicBezTo>
                  <a:pt x="336" y="47"/>
                  <a:pt x="336" y="48"/>
                  <a:pt x="336" y="49"/>
                </a:cubicBezTo>
                <a:cubicBezTo>
                  <a:pt x="336" y="50"/>
                  <a:pt x="336" y="51"/>
                  <a:pt x="337" y="52"/>
                </a:cubicBezTo>
                <a:cubicBezTo>
                  <a:pt x="337" y="52"/>
                  <a:pt x="337" y="52"/>
                  <a:pt x="337" y="52"/>
                </a:cubicBezTo>
                <a:cubicBezTo>
                  <a:pt x="337" y="51"/>
                  <a:pt x="337" y="49"/>
                  <a:pt x="338" y="46"/>
                </a:cubicBezTo>
                <a:cubicBezTo>
                  <a:pt x="352" y="0"/>
                  <a:pt x="352" y="0"/>
                  <a:pt x="352" y="0"/>
                </a:cubicBezTo>
                <a:cubicBezTo>
                  <a:pt x="356" y="0"/>
                  <a:pt x="356" y="0"/>
                  <a:pt x="356" y="0"/>
                </a:cubicBezTo>
                <a:cubicBezTo>
                  <a:pt x="369" y="46"/>
                  <a:pt x="369" y="46"/>
                  <a:pt x="369" y="46"/>
                </a:cubicBezTo>
                <a:cubicBezTo>
                  <a:pt x="370" y="47"/>
                  <a:pt x="370" y="48"/>
                  <a:pt x="370" y="49"/>
                </a:cubicBezTo>
                <a:cubicBezTo>
                  <a:pt x="370" y="50"/>
                  <a:pt x="370" y="51"/>
                  <a:pt x="370" y="52"/>
                </a:cubicBezTo>
                <a:cubicBezTo>
                  <a:pt x="371" y="52"/>
                  <a:pt x="371" y="52"/>
                  <a:pt x="371" y="52"/>
                </a:cubicBezTo>
                <a:cubicBezTo>
                  <a:pt x="371" y="51"/>
                  <a:pt x="371" y="51"/>
                  <a:pt x="371" y="50"/>
                </a:cubicBezTo>
                <a:cubicBezTo>
                  <a:pt x="371" y="49"/>
                  <a:pt x="371" y="48"/>
                  <a:pt x="372" y="48"/>
                </a:cubicBezTo>
                <a:cubicBezTo>
                  <a:pt x="385" y="0"/>
                  <a:pt x="385" y="0"/>
                  <a:pt x="385" y="0"/>
                </a:cubicBezTo>
                <a:cubicBezTo>
                  <a:pt x="390" y="0"/>
                  <a:pt x="390" y="0"/>
                  <a:pt x="390" y="0"/>
                </a:cubicBezTo>
                <a:lnTo>
                  <a:pt x="373" y="59"/>
                </a:lnTo>
                <a:close/>
                <a:moveTo>
                  <a:pt x="400" y="59"/>
                </a:moveTo>
                <a:cubicBezTo>
                  <a:pt x="400" y="0"/>
                  <a:pt x="400" y="0"/>
                  <a:pt x="400" y="0"/>
                </a:cubicBezTo>
                <a:cubicBezTo>
                  <a:pt x="429" y="0"/>
                  <a:pt x="429" y="0"/>
                  <a:pt x="429" y="0"/>
                </a:cubicBezTo>
                <a:cubicBezTo>
                  <a:pt x="429" y="5"/>
                  <a:pt x="429" y="5"/>
                  <a:pt x="429" y="5"/>
                </a:cubicBezTo>
                <a:cubicBezTo>
                  <a:pt x="405" y="5"/>
                  <a:pt x="405" y="5"/>
                  <a:pt x="405" y="5"/>
                </a:cubicBezTo>
                <a:cubicBezTo>
                  <a:pt x="405" y="27"/>
                  <a:pt x="405" y="27"/>
                  <a:pt x="405" y="27"/>
                </a:cubicBezTo>
                <a:cubicBezTo>
                  <a:pt x="427" y="27"/>
                  <a:pt x="427" y="27"/>
                  <a:pt x="427" y="27"/>
                </a:cubicBezTo>
                <a:cubicBezTo>
                  <a:pt x="427" y="32"/>
                  <a:pt x="427" y="32"/>
                  <a:pt x="427" y="32"/>
                </a:cubicBezTo>
                <a:cubicBezTo>
                  <a:pt x="405" y="32"/>
                  <a:pt x="405" y="32"/>
                  <a:pt x="405" y="32"/>
                </a:cubicBezTo>
                <a:cubicBezTo>
                  <a:pt x="405" y="54"/>
                  <a:pt x="405" y="54"/>
                  <a:pt x="405" y="54"/>
                </a:cubicBezTo>
                <a:cubicBezTo>
                  <a:pt x="430" y="54"/>
                  <a:pt x="430" y="54"/>
                  <a:pt x="430" y="54"/>
                </a:cubicBezTo>
                <a:cubicBezTo>
                  <a:pt x="430" y="59"/>
                  <a:pt x="430" y="59"/>
                  <a:pt x="430" y="59"/>
                </a:cubicBezTo>
                <a:lnTo>
                  <a:pt x="400" y="59"/>
                </a:lnTo>
                <a:close/>
                <a:moveTo>
                  <a:pt x="442" y="59"/>
                </a:moveTo>
                <a:cubicBezTo>
                  <a:pt x="442" y="0"/>
                  <a:pt x="442" y="0"/>
                  <a:pt x="442" y="0"/>
                </a:cubicBezTo>
                <a:cubicBezTo>
                  <a:pt x="448" y="0"/>
                  <a:pt x="448" y="0"/>
                  <a:pt x="448" y="0"/>
                </a:cubicBezTo>
                <a:cubicBezTo>
                  <a:pt x="448" y="54"/>
                  <a:pt x="448" y="54"/>
                  <a:pt x="448" y="54"/>
                </a:cubicBezTo>
                <a:cubicBezTo>
                  <a:pt x="472" y="54"/>
                  <a:pt x="472" y="54"/>
                  <a:pt x="472" y="54"/>
                </a:cubicBezTo>
                <a:cubicBezTo>
                  <a:pt x="472" y="59"/>
                  <a:pt x="472" y="59"/>
                  <a:pt x="472" y="59"/>
                </a:cubicBezTo>
                <a:lnTo>
                  <a:pt x="442" y="5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6" name="Freeform 244">
            <a:extLst>
              <a:ext uri="{FF2B5EF4-FFF2-40B4-BE49-F238E27FC236}">
                <a16:creationId xmlns:a16="http://schemas.microsoft.com/office/drawing/2014/main" id="{2F96900C-8279-1C81-04E3-609A873A6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77862" y="1694482"/>
            <a:ext cx="1220176" cy="273577"/>
          </a:xfrm>
          <a:custGeom>
            <a:avLst/>
            <a:gdLst>
              <a:gd name="T0" fmla="*/ 0 w 402"/>
              <a:gd name="T1" fmla="*/ 21 h 90"/>
              <a:gd name="T2" fmla="*/ 18 w 402"/>
              <a:gd name="T3" fmla="*/ 89 h 90"/>
              <a:gd name="T4" fmla="*/ 54 w 402"/>
              <a:gd name="T5" fmla="*/ 54 h 90"/>
              <a:gd name="T6" fmla="*/ 39 w 402"/>
              <a:gd name="T7" fmla="*/ 75 h 90"/>
              <a:gd name="T8" fmla="*/ 8 w 402"/>
              <a:gd name="T9" fmla="*/ 82 h 90"/>
              <a:gd name="T10" fmla="*/ 19 w 402"/>
              <a:gd name="T11" fmla="*/ 29 h 90"/>
              <a:gd name="T12" fmla="*/ 39 w 402"/>
              <a:gd name="T13" fmla="*/ 75 h 90"/>
              <a:gd name="T14" fmla="*/ 27 w 402"/>
              <a:gd name="T15" fmla="*/ 15 h 90"/>
              <a:gd name="T16" fmla="*/ 10 w 402"/>
              <a:gd name="T17" fmla="*/ 0 h 90"/>
              <a:gd name="T18" fmla="*/ 23 w 402"/>
              <a:gd name="T19" fmla="*/ 10 h 90"/>
              <a:gd name="T20" fmla="*/ 37 w 402"/>
              <a:gd name="T21" fmla="*/ 0 h 90"/>
              <a:gd name="T22" fmla="*/ 84 w 402"/>
              <a:gd name="T23" fmla="*/ 21 h 90"/>
              <a:gd name="T24" fmla="*/ 67 w 402"/>
              <a:gd name="T25" fmla="*/ 89 h 90"/>
              <a:gd name="T26" fmla="*/ 102 w 402"/>
              <a:gd name="T27" fmla="*/ 70 h 90"/>
              <a:gd name="T28" fmla="*/ 118 w 402"/>
              <a:gd name="T29" fmla="*/ 89 h 90"/>
              <a:gd name="T30" fmla="*/ 77 w 402"/>
              <a:gd name="T31" fmla="*/ 63 h 90"/>
              <a:gd name="T32" fmla="*/ 88 w 402"/>
              <a:gd name="T33" fmla="*/ 30 h 90"/>
              <a:gd name="T34" fmla="*/ 89 w 402"/>
              <a:gd name="T35" fmla="*/ 34 h 90"/>
              <a:gd name="T36" fmla="*/ 77 w 402"/>
              <a:gd name="T37" fmla="*/ 63 h 90"/>
              <a:gd name="T38" fmla="*/ 164 w 402"/>
              <a:gd name="T39" fmla="*/ 89 h 90"/>
              <a:gd name="T40" fmla="*/ 136 w 402"/>
              <a:gd name="T41" fmla="*/ 56 h 90"/>
              <a:gd name="T42" fmla="*/ 136 w 402"/>
              <a:gd name="T43" fmla="*/ 89 h 90"/>
              <a:gd name="T44" fmla="*/ 128 w 402"/>
              <a:gd name="T45" fmla="*/ 21 h 90"/>
              <a:gd name="T46" fmla="*/ 136 w 402"/>
              <a:gd name="T47" fmla="*/ 53 h 90"/>
              <a:gd name="T48" fmla="*/ 138 w 402"/>
              <a:gd name="T49" fmla="*/ 51 h 90"/>
              <a:gd name="T50" fmla="*/ 173 w 402"/>
              <a:gd name="T51" fmla="*/ 21 h 90"/>
              <a:gd name="T52" fmla="*/ 175 w 402"/>
              <a:gd name="T53" fmla="*/ 89 h 90"/>
              <a:gd name="T54" fmla="*/ 208 w 402"/>
              <a:gd name="T55" fmla="*/ 90 h 90"/>
              <a:gd name="T56" fmla="*/ 183 w 402"/>
              <a:gd name="T57" fmla="*/ 21 h 90"/>
              <a:gd name="T58" fmla="*/ 191 w 402"/>
              <a:gd name="T59" fmla="*/ 62 h 90"/>
              <a:gd name="T60" fmla="*/ 226 w 402"/>
              <a:gd name="T61" fmla="*/ 63 h 90"/>
              <a:gd name="T62" fmla="*/ 233 w 402"/>
              <a:gd name="T63" fmla="*/ 21 h 90"/>
              <a:gd name="T64" fmla="*/ 267 w 402"/>
              <a:gd name="T65" fmla="*/ 65 h 90"/>
              <a:gd name="T66" fmla="*/ 249 w 402"/>
              <a:gd name="T67" fmla="*/ 90 h 90"/>
              <a:gd name="T68" fmla="*/ 242 w 402"/>
              <a:gd name="T69" fmla="*/ 81 h 90"/>
              <a:gd name="T70" fmla="*/ 260 w 402"/>
              <a:gd name="T71" fmla="*/ 65 h 90"/>
              <a:gd name="T72" fmla="*/ 267 w 402"/>
              <a:gd name="T73" fmla="*/ 21 h 90"/>
              <a:gd name="T74" fmla="*/ 320 w 402"/>
              <a:gd name="T75" fmla="*/ 89 h 90"/>
              <a:gd name="T76" fmla="*/ 285 w 402"/>
              <a:gd name="T77" fmla="*/ 21 h 90"/>
              <a:gd name="T78" fmla="*/ 319 w 402"/>
              <a:gd name="T79" fmla="*/ 29 h 90"/>
              <a:gd name="T80" fmla="*/ 292 w 402"/>
              <a:gd name="T81" fmla="*/ 51 h 90"/>
              <a:gd name="T82" fmla="*/ 317 w 402"/>
              <a:gd name="T83" fmla="*/ 58 h 90"/>
              <a:gd name="T84" fmla="*/ 292 w 402"/>
              <a:gd name="T85" fmla="*/ 82 h 90"/>
              <a:gd name="T86" fmla="*/ 320 w 402"/>
              <a:gd name="T87" fmla="*/ 89 h 90"/>
              <a:gd name="T88" fmla="*/ 394 w 402"/>
              <a:gd name="T89" fmla="*/ 89 h 90"/>
              <a:gd name="T90" fmla="*/ 395 w 402"/>
              <a:gd name="T91" fmla="*/ 31 h 90"/>
              <a:gd name="T92" fmla="*/ 393 w 402"/>
              <a:gd name="T93" fmla="*/ 37 h 90"/>
              <a:gd name="T94" fmla="*/ 366 w 402"/>
              <a:gd name="T95" fmla="*/ 89 h 90"/>
              <a:gd name="T96" fmla="*/ 341 w 402"/>
              <a:gd name="T97" fmla="*/ 31 h 90"/>
              <a:gd name="T98" fmla="*/ 341 w 402"/>
              <a:gd name="T99" fmla="*/ 44 h 90"/>
              <a:gd name="T100" fmla="*/ 333 w 402"/>
              <a:gd name="T101" fmla="*/ 89 h 90"/>
              <a:gd name="T102" fmla="*/ 344 w 402"/>
              <a:gd name="T103" fmla="*/ 21 h 90"/>
              <a:gd name="T104" fmla="*/ 368 w 402"/>
              <a:gd name="T105" fmla="*/ 77 h 90"/>
              <a:gd name="T106" fmla="*/ 371 w 402"/>
              <a:gd name="T107" fmla="*/ 68 h 90"/>
              <a:gd name="T108" fmla="*/ 402 w 402"/>
              <a:gd name="T109" fmla="*/ 21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402" h="90">
                <a:moveTo>
                  <a:pt x="19" y="21"/>
                </a:moveTo>
                <a:cubicBezTo>
                  <a:pt x="0" y="21"/>
                  <a:pt x="0" y="21"/>
                  <a:pt x="0" y="21"/>
                </a:cubicBezTo>
                <a:cubicBezTo>
                  <a:pt x="0" y="89"/>
                  <a:pt x="0" y="89"/>
                  <a:pt x="0" y="89"/>
                </a:cubicBezTo>
                <a:cubicBezTo>
                  <a:pt x="18" y="89"/>
                  <a:pt x="18" y="89"/>
                  <a:pt x="18" y="89"/>
                </a:cubicBezTo>
                <a:cubicBezTo>
                  <a:pt x="29" y="89"/>
                  <a:pt x="38" y="86"/>
                  <a:pt x="45" y="79"/>
                </a:cubicBezTo>
                <a:cubicBezTo>
                  <a:pt x="51" y="73"/>
                  <a:pt x="54" y="65"/>
                  <a:pt x="54" y="54"/>
                </a:cubicBezTo>
                <a:cubicBezTo>
                  <a:pt x="54" y="32"/>
                  <a:pt x="43" y="21"/>
                  <a:pt x="19" y="21"/>
                </a:cubicBezTo>
                <a:close/>
                <a:moveTo>
                  <a:pt x="39" y="75"/>
                </a:moveTo>
                <a:cubicBezTo>
                  <a:pt x="34" y="79"/>
                  <a:pt x="27" y="82"/>
                  <a:pt x="18" y="82"/>
                </a:cubicBezTo>
                <a:cubicBezTo>
                  <a:pt x="8" y="82"/>
                  <a:pt x="8" y="82"/>
                  <a:pt x="8" y="82"/>
                </a:cubicBezTo>
                <a:cubicBezTo>
                  <a:pt x="8" y="29"/>
                  <a:pt x="8" y="29"/>
                  <a:pt x="8" y="29"/>
                </a:cubicBezTo>
                <a:cubicBezTo>
                  <a:pt x="19" y="29"/>
                  <a:pt x="19" y="29"/>
                  <a:pt x="19" y="29"/>
                </a:cubicBezTo>
                <a:cubicBezTo>
                  <a:pt x="37" y="29"/>
                  <a:pt x="46" y="37"/>
                  <a:pt x="46" y="54"/>
                </a:cubicBezTo>
                <a:cubicBezTo>
                  <a:pt x="46" y="63"/>
                  <a:pt x="44" y="70"/>
                  <a:pt x="39" y="75"/>
                </a:cubicBezTo>
                <a:close/>
                <a:moveTo>
                  <a:pt x="37" y="0"/>
                </a:moveTo>
                <a:cubicBezTo>
                  <a:pt x="27" y="15"/>
                  <a:pt x="27" y="15"/>
                  <a:pt x="27" y="15"/>
                </a:cubicBezTo>
                <a:cubicBezTo>
                  <a:pt x="20" y="15"/>
                  <a:pt x="20" y="15"/>
                  <a:pt x="20" y="15"/>
                </a:cubicBezTo>
                <a:cubicBezTo>
                  <a:pt x="10" y="0"/>
                  <a:pt x="10" y="0"/>
                  <a:pt x="10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23" y="10"/>
                  <a:pt x="23" y="10"/>
                  <a:pt x="23" y="10"/>
                </a:cubicBezTo>
                <a:cubicBezTo>
                  <a:pt x="31" y="0"/>
                  <a:pt x="31" y="0"/>
                  <a:pt x="31" y="0"/>
                </a:cubicBezTo>
                <a:lnTo>
                  <a:pt x="37" y="0"/>
                </a:lnTo>
                <a:close/>
                <a:moveTo>
                  <a:pt x="92" y="21"/>
                </a:moveTo>
                <a:cubicBezTo>
                  <a:pt x="84" y="21"/>
                  <a:pt x="84" y="21"/>
                  <a:pt x="84" y="21"/>
                </a:cubicBezTo>
                <a:cubicBezTo>
                  <a:pt x="58" y="89"/>
                  <a:pt x="58" y="89"/>
                  <a:pt x="58" y="89"/>
                </a:cubicBezTo>
                <a:cubicBezTo>
                  <a:pt x="67" y="89"/>
                  <a:pt x="67" y="89"/>
                  <a:pt x="67" y="89"/>
                </a:cubicBezTo>
                <a:cubicBezTo>
                  <a:pt x="74" y="70"/>
                  <a:pt x="74" y="70"/>
                  <a:pt x="74" y="70"/>
                </a:cubicBezTo>
                <a:cubicBezTo>
                  <a:pt x="102" y="70"/>
                  <a:pt x="102" y="70"/>
                  <a:pt x="102" y="70"/>
                </a:cubicBezTo>
                <a:cubicBezTo>
                  <a:pt x="110" y="89"/>
                  <a:pt x="110" y="89"/>
                  <a:pt x="110" y="89"/>
                </a:cubicBezTo>
                <a:cubicBezTo>
                  <a:pt x="118" y="89"/>
                  <a:pt x="118" y="89"/>
                  <a:pt x="118" y="89"/>
                </a:cubicBezTo>
                <a:lnTo>
                  <a:pt x="92" y="21"/>
                </a:lnTo>
                <a:close/>
                <a:moveTo>
                  <a:pt x="77" y="63"/>
                </a:moveTo>
                <a:cubicBezTo>
                  <a:pt x="87" y="34"/>
                  <a:pt x="87" y="34"/>
                  <a:pt x="87" y="34"/>
                </a:cubicBezTo>
                <a:cubicBezTo>
                  <a:pt x="87" y="33"/>
                  <a:pt x="88" y="32"/>
                  <a:pt x="88" y="30"/>
                </a:cubicBezTo>
                <a:cubicBezTo>
                  <a:pt x="88" y="30"/>
                  <a:pt x="88" y="30"/>
                  <a:pt x="88" y="30"/>
                </a:cubicBezTo>
                <a:cubicBezTo>
                  <a:pt x="89" y="32"/>
                  <a:pt x="89" y="33"/>
                  <a:pt x="89" y="34"/>
                </a:cubicBezTo>
                <a:cubicBezTo>
                  <a:pt x="100" y="63"/>
                  <a:pt x="100" y="63"/>
                  <a:pt x="100" y="63"/>
                </a:cubicBezTo>
                <a:lnTo>
                  <a:pt x="77" y="63"/>
                </a:lnTo>
                <a:close/>
                <a:moveTo>
                  <a:pt x="175" y="89"/>
                </a:moveTo>
                <a:cubicBezTo>
                  <a:pt x="164" y="89"/>
                  <a:pt x="164" y="89"/>
                  <a:pt x="164" y="89"/>
                </a:cubicBezTo>
                <a:cubicBezTo>
                  <a:pt x="138" y="58"/>
                  <a:pt x="138" y="58"/>
                  <a:pt x="138" y="58"/>
                </a:cubicBezTo>
                <a:cubicBezTo>
                  <a:pt x="137" y="57"/>
                  <a:pt x="137" y="56"/>
                  <a:pt x="136" y="56"/>
                </a:cubicBezTo>
                <a:cubicBezTo>
                  <a:pt x="136" y="56"/>
                  <a:pt x="136" y="56"/>
                  <a:pt x="136" y="56"/>
                </a:cubicBezTo>
                <a:cubicBezTo>
                  <a:pt x="136" y="89"/>
                  <a:pt x="136" y="89"/>
                  <a:pt x="136" y="89"/>
                </a:cubicBezTo>
                <a:cubicBezTo>
                  <a:pt x="128" y="89"/>
                  <a:pt x="128" y="89"/>
                  <a:pt x="128" y="89"/>
                </a:cubicBezTo>
                <a:cubicBezTo>
                  <a:pt x="128" y="21"/>
                  <a:pt x="128" y="21"/>
                  <a:pt x="128" y="21"/>
                </a:cubicBezTo>
                <a:cubicBezTo>
                  <a:pt x="136" y="21"/>
                  <a:pt x="136" y="21"/>
                  <a:pt x="136" y="21"/>
                </a:cubicBezTo>
                <a:cubicBezTo>
                  <a:pt x="136" y="53"/>
                  <a:pt x="136" y="53"/>
                  <a:pt x="136" y="53"/>
                </a:cubicBezTo>
                <a:cubicBezTo>
                  <a:pt x="136" y="53"/>
                  <a:pt x="136" y="53"/>
                  <a:pt x="136" y="53"/>
                </a:cubicBezTo>
                <a:cubicBezTo>
                  <a:pt x="137" y="52"/>
                  <a:pt x="137" y="52"/>
                  <a:pt x="138" y="51"/>
                </a:cubicBezTo>
                <a:cubicBezTo>
                  <a:pt x="163" y="21"/>
                  <a:pt x="163" y="21"/>
                  <a:pt x="163" y="21"/>
                </a:cubicBezTo>
                <a:cubicBezTo>
                  <a:pt x="173" y="21"/>
                  <a:pt x="173" y="21"/>
                  <a:pt x="173" y="21"/>
                </a:cubicBezTo>
                <a:cubicBezTo>
                  <a:pt x="144" y="54"/>
                  <a:pt x="144" y="54"/>
                  <a:pt x="144" y="54"/>
                </a:cubicBezTo>
                <a:lnTo>
                  <a:pt x="175" y="89"/>
                </a:lnTo>
                <a:close/>
                <a:moveTo>
                  <a:pt x="233" y="62"/>
                </a:moveTo>
                <a:cubicBezTo>
                  <a:pt x="233" y="80"/>
                  <a:pt x="225" y="90"/>
                  <a:pt x="208" y="90"/>
                </a:cubicBezTo>
                <a:cubicBezTo>
                  <a:pt x="191" y="90"/>
                  <a:pt x="183" y="81"/>
                  <a:pt x="183" y="63"/>
                </a:cubicBezTo>
                <a:cubicBezTo>
                  <a:pt x="183" y="21"/>
                  <a:pt x="183" y="21"/>
                  <a:pt x="183" y="21"/>
                </a:cubicBezTo>
                <a:cubicBezTo>
                  <a:pt x="191" y="21"/>
                  <a:pt x="191" y="21"/>
                  <a:pt x="191" y="21"/>
                </a:cubicBezTo>
                <a:cubicBezTo>
                  <a:pt x="191" y="62"/>
                  <a:pt x="191" y="62"/>
                  <a:pt x="191" y="62"/>
                </a:cubicBezTo>
                <a:cubicBezTo>
                  <a:pt x="191" y="76"/>
                  <a:pt x="197" y="83"/>
                  <a:pt x="209" y="83"/>
                </a:cubicBezTo>
                <a:cubicBezTo>
                  <a:pt x="220" y="83"/>
                  <a:pt x="226" y="76"/>
                  <a:pt x="226" y="63"/>
                </a:cubicBezTo>
                <a:cubicBezTo>
                  <a:pt x="226" y="21"/>
                  <a:pt x="226" y="21"/>
                  <a:pt x="226" y="21"/>
                </a:cubicBezTo>
                <a:cubicBezTo>
                  <a:pt x="233" y="21"/>
                  <a:pt x="233" y="21"/>
                  <a:pt x="233" y="21"/>
                </a:cubicBezTo>
                <a:lnTo>
                  <a:pt x="233" y="62"/>
                </a:lnTo>
                <a:close/>
                <a:moveTo>
                  <a:pt x="267" y="65"/>
                </a:moveTo>
                <a:cubicBezTo>
                  <a:pt x="267" y="73"/>
                  <a:pt x="266" y="79"/>
                  <a:pt x="262" y="83"/>
                </a:cubicBezTo>
                <a:cubicBezTo>
                  <a:pt x="259" y="88"/>
                  <a:pt x="255" y="90"/>
                  <a:pt x="249" y="90"/>
                </a:cubicBezTo>
                <a:cubicBezTo>
                  <a:pt x="246" y="90"/>
                  <a:pt x="244" y="90"/>
                  <a:pt x="242" y="89"/>
                </a:cubicBezTo>
                <a:cubicBezTo>
                  <a:pt x="242" y="81"/>
                  <a:pt x="242" y="81"/>
                  <a:pt x="242" y="81"/>
                </a:cubicBezTo>
                <a:cubicBezTo>
                  <a:pt x="244" y="82"/>
                  <a:pt x="246" y="83"/>
                  <a:pt x="249" y="83"/>
                </a:cubicBezTo>
                <a:cubicBezTo>
                  <a:pt x="256" y="83"/>
                  <a:pt x="260" y="77"/>
                  <a:pt x="260" y="65"/>
                </a:cubicBezTo>
                <a:cubicBezTo>
                  <a:pt x="260" y="21"/>
                  <a:pt x="260" y="21"/>
                  <a:pt x="260" y="21"/>
                </a:cubicBezTo>
                <a:cubicBezTo>
                  <a:pt x="267" y="21"/>
                  <a:pt x="267" y="21"/>
                  <a:pt x="267" y="21"/>
                </a:cubicBezTo>
                <a:lnTo>
                  <a:pt x="267" y="65"/>
                </a:lnTo>
                <a:close/>
                <a:moveTo>
                  <a:pt x="320" y="89"/>
                </a:moveTo>
                <a:cubicBezTo>
                  <a:pt x="285" y="89"/>
                  <a:pt x="285" y="89"/>
                  <a:pt x="285" y="89"/>
                </a:cubicBezTo>
                <a:cubicBezTo>
                  <a:pt x="285" y="21"/>
                  <a:pt x="285" y="21"/>
                  <a:pt x="285" y="21"/>
                </a:cubicBezTo>
                <a:cubicBezTo>
                  <a:pt x="319" y="21"/>
                  <a:pt x="319" y="21"/>
                  <a:pt x="319" y="21"/>
                </a:cubicBezTo>
                <a:cubicBezTo>
                  <a:pt x="319" y="29"/>
                  <a:pt x="319" y="29"/>
                  <a:pt x="319" y="29"/>
                </a:cubicBezTo>
                <a:cubicBezTo>
                  <a:pt x="292" y="29"/>
                  <a:pt x="292" y="29"/>
                  <a:pt x="292" y="29"/>
                </a:cubicBezTo>
                <a:cubicBezTo>
                  <a:pt x="292" y="51"/>
                  <a:pt x="292" y="51"/>
                  <a:pt x="292" y="51"/>
                </a:cubicBezTo>
                <a:cubicBezTo>
                  <a:pt x="317" y="51"/>
                  <a:pt x="317" y="51"/>
                  <a:pt x="317" y="51"/>
                </a:cubicBezTo>
                <a:cubicBezTo>
                  <a:pt x="317" y="58"/>
                  <a:pt x="317" y="58"/>
                  <a:pt x="317" y="58"/>
                </a:cubicBezTo>
                <a:cubicBezTo>
                  <a:pt x="292" y="58"/>
                  <a:pt x="292" y="58"/>
                  <a:pt x="292" y="58"/>
                </a:cubicBezTo>
                <a:cubicBezTo>
                  <a:pt x="292" y="82"/>
                  <a:pt x="292" y="82"/>
                  <a:pt x="292" y="82"/>
                </a:cubicBezTo>
                <a:cubicBezTo>
                  <a:pt x="320" y="82"/>
                  <a:pt x="320" y="82"/>
                  <a:pt x="320" y="82"/>
                </a:cubicBezTo>
                <a:lnTo>
                  <a:pt x="320" y="89"/>
                </a:lnTo>
                <a:close/>
                <a:moveTo>
                  <a:pt x="402" y="89"/>
                </a:moveTo>
                <a:cubicBezTo>
                  <a:pt x="394" y="89"/>
                  <a:pt x="394" y="89"/>
                  <a:pt x="394" y="89"/>
                </a:cubicBezTo>
                <a:cubicBezTo>
                  <a:pt x="394" y="44"/>
                  <a:pt x="394" y="44"/>
                  <a:pt x="394" y="44"/>
                </a:cubicBezTo>
                <a:cubicBezTo>
                  <a:pt x="394" y="40"/>
                  <a:pt x="394" y="36"/>
                  <a:pt x="395" y="31"/>
                </a:cubicBezTo>
                <a:cubicBezTo>
                  <a:pt x="395" y="31"/>
                  <a:pt x="395" y="31"/>
                  <a:pt x="395" y="31"/>
                </a:cubicBezTo>
                <a:cubicBezTo>
                  <a:pt x="394" y="34"/>
                  <a:pt x="393" y="36"/>
                  <a:pt x="393" y="37"/>
                </a:cubicBezTo>
                <a:cubicBezTo>
                  <a:pt x="370" y="89"/>
                  <a:pt x="370" y="89"/>
                  <a:pt x="370" y="89"/>
                </a:cubicBezTo>
                <a:cubicBezTo>
                  <a:pt x="366" y="89"/>
                  <a:pt x="366" y="89"/>
                  <a:pt x="366" y="89"/>
                </a:cubicBezTo>
                <a:cubicBezTo>
                  <a:pt x="343" y="37"/>
                  <a:pt x="343" y="37"/>
                  <a:pt x="343" y="37"/>
                </a:cubicBezTo>
                <a:cubicBezTo>
                  <a:pt x="342" y="36"/>
                  <a:pt x="341" y="34"/>
                  <a:pt x="341" y="31"/>
                </a:cubicBezTo>
                <a:cubicBezTo>
                  <a:pt x="341" y="31"/>
                  <a:pt x="341" y="31"/>
                  <a:pt x="341" y="31"/>
                </a:cubicBezTo>
                <a:cubicBezTo>
                  <a:pt x="341" y="33"/>
                  <a:pt x="341" y="38"/>
                  <a:pt x="341" y="44"/>
                </a:cubicBezTo>
                <a:cubicBezTo>
                  <a:pt x="341" y="89"/>
                  <a:pt x="341" y="89"/>
                  <a:pt x="341" y="89"/>
                </a:cubicBezTo>
                <a:cubicBezTo>
                  <a:pt x="333" y="89"/>
                  <a:pt x="333" y="89"/>
                  <a:pt x="333" y="89"/>
                </a:cubicBezTo>
                <a:cubicBezTo>
                  <a:pt x="333" y="21"/>
                  <a:pt x="333" y="21"/>
                  <a:pt x="333" y="21"/>
                </a:cubicBezTo>
                <a:cubicBezTo>
                  <a:pt x="344" y="21"/>
                  <a:pt x="344" y="21"/>
                  <a:pt x="344" y="21"/>
                </a:cubicBezTo>
                <a:cubicBezTo>
                  <a:pt x="364" y="68"/>
                  <a:pt x="364" y="68"/>
                  <a:pt x="364" y="68"/>
                </a:cubicBezTo>
                <a:cubicBezTo>
                  <a:pt x="366" y="72"/>
                  <a:pt x="367" y="75"/>
                  <a:pt x="368" y="77"/>
                </a:cubicBezTo>
                <a:cubicBezTo>
                  <a:pt x="368" y="77"/>
                  <a:pt x="368" y="77"/>
                  <a:pt x="368" y="77"/>
                </a:cubicBezTo>
                <a:cubicBezTo>
                  <a:pt x="369" y="73"/>
                  <a:pt x="370" y="70"/>
                  <a:pt x="371" y="68"/>
                </a:cubicBezTo>
                <a:cubicBezTo>
                  <a:pt x="392" y="21"/>
                  <a:pt x="392" y="21"/>
                  <a:pt x="392" y="21"/>
                </a:cubicBezTo>
                <a:cubicBezTo>
                  <a:pt x="402" y="21"/>
                  <a:pt x="402" y="21"/>
                  <a:pt x="402" y="21"/>
                </a:cubicBezTo>
                <a:lnTo>
                  <a:pt x="402" y="89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7" name="Freeform 246">
            <a:extLst>
              <a:ext uri="{FF2B5EF4-FFF2-40B4-BE49-F238E27FC236}">
                <a16:creationId xmlns:a16="http://schemas.microsoft.com/office/drawing/2014/main" id="{E7127616-E2E0-9E97-C99B-CA184484F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3075086" y="1112496"/>
            <a:ext cx="1685408" cy="431404"/>
          </a:xfrm>
          <a:custGeom>
            <a:avLst/>
            <a:gdLst>
              <a:gd name="T0" fmla="*/ 216 w 461"/>
              <a:gd name="T1" fmla="*/ 107 h 118"/>
              <a:gd name="T2" fmla="*/ 219 w 461"/>
              <a:gd name="T3" fmla="*/ 97 h 118"/>
              <a:gd name="T4" fmla="*/ 208 w 461"/>
              <a:gd name="T5" fmla="*/ 103 h 118"/>
              <a:gd name="T6" fmla="*/ 390 w 461"/>
              <a:gd name="T7" fmla="*/ 71 h 118"/>
              <a:gd name="T8" fmla="*/ 395 w 461"/>
              <a:gd name="T9" fmla="*/ 46 h 118"/>
              <a:gd name="T10" fmla="*/ 406 w 461"/>
              <a:gd name="T11" fmla="*/ 50 h 118"/>
              <a:gd name="T12" fmla="*/ 382 w 461"/>
              <a:gd name="T13" fmla="*/ 82 h 118"/>
              <a:gd name="T14" fmla="*/ 306 w 461"/>
              <a:gd name="T15" fmla="*/ 72 h 118"/>
              <a:gd name="T16" fmla="*/ 296 w 461"/>
              <a:gd name="T17" fmla="*/ 31 h 118"/>
              <a:gd name="T18" fmla="*/ 272 w 461"/>
              <a:gd name="T19" fmla="*/ 44 h 118"/>
              <a:gd name="T20" fmla="*/ 234 w 461"/>
              <a:gd name="T21" fmla="*/ 53 h 118"/>
              <a:gd name="T22" fmla="*/ 251 w 461"/>
              <a:gd name="T23" fmla="*/ 83 h 118"/>
              <a:gd name="T24" fmla="*/ 237 w 461"/>
              <a:gd name="T25" fmla="*/ 40 h 118"/>
              <a:gd name="T26" fmla="*/ 272 w 461"/>
              <a:gd name="T27" fmla="*/ 87 h 118"/>
              <a:gd name="T28" fmla="*/ 306 w 461"/>
              <a:gd name="T29" fmla="*/ 72 h 118"/>
              <a:gd name="T30" fmla="*/ 246 w 461"/>
              <a:gd name="T31" fmla="*/ 82 h 118"/>
              <a:gd name="T32" fmla="*/ 295 w 461"/>
              <a:gd name="T33" fmla="*/ 72 h 118"/>
              <a:gd name="T34" fmla="*/ 98 w 461"/>
              <a:gd name="T35" fmla="*/ 48 h 118"/>
              <a:gd name="T36" fmla="*/ 61 w 461"/>
              <a:gd name="T37" fmla="*/ 57 h 118"/>
              <a:gd name="T38" fmla="*/ 93 w 461"/>
              <a:gd name="T39" fmla="*/ 82 h 118"/>
              <a:gd name="T40" fmla="*/ 83 w 461"/>
              <a:gd name="T41" fmla="*/ 51 h 118"/>
              <a:gd name="T42" fmla="*/ 65 w 461"/>
              <a:gd name="T43" fmla="*/ 87 h 118"/>
              <a:gd name="T44" fmla="*/ 77 w 461"/>
              <a:gd name="T45" fmla="*/ 51 h 118"/>
              <a:gd name="T46" fmla="*/ 77 w 461"/>
              <a:gd name="T47" fmla="*/ 51 h 118"/>
              <a:gd name="T48" fmla="*/ 316 w 461"/>
              <a:gd name="T49" fmla="*/ 55 h 118"/>
              <a:gd name="T50" fmla="*/ 331 w 461"/>
              <a:gd name="T51" fmla="*/ 59 h 118"/>
              <a:gd name="T52" fmla="*/ 326 w 461"/>
              <a:gd name="T53" fmla="*/ 60 h 118"/>
              <a:gd name="T54" fmla="*/ 353 w 461"/>
              <a:gd name="T55" fmla="*/ 46 h 118"/>
              <a:gd name="T56" fmla="*/ 359 w 461"/>
              <a:gd name="T57" fmla="*/ 47 h 118"/>
              <a:gd name="T58" fmla="*/ 341 w 461"/>
              <a:gd name="T59" fmla="*/ 57 h 118"/>
              <a:gd name="T60" fmla="*/ 174 w 461"/>
              <a:gd name="T61" fmla="*/ 55 h 118"/>
              <a:gd name="T62" fmla="*/ 189 w 461"/>
              <a:gd name="T63" fmla="*/ 59 h 118"/>
              <a:gd name="T64" fmla="*/ 185 w 461"/>
              <a:gd name="T65" fmla="*/ 60 h 118"/>
              <a:gd name="T66" fmla="*/ 211 w 461"/>
              <a:gd name="T67" fmla="*/ 46 h 118"/>
              <a:gd name="T68" fmla="*/ 217 w 461"/>
              <a:gd name="T69" fmla="*/ 47 h 118"/>
              <a:gd name="T70" fmla="*/ 199 w 461"/>
              <a:gd name="T71" fmla="*/ 57 h 118"/>
              <a:gd name="T72" fmla="*/ 28 w 461"/>
              <a:gd name="T73" fmla="*/ 82 h 118"/>
              <a:gd name="T74" fmla="*/ 3 w 461"/>
              <a:gd name="T75" fmla="*/ 48 h 118"/>
              <a:gd name="T76" fmla="*/ 13 w 461"/>
              <a:gd name="T77" fmla="*/ 37 h 118"/>
              <a:gd name="T78" fmla="*/ 23 w 461"/>
              <a:gd name="T79" fmla="*/ 82 h 118"/>
              <a:gd name="T80" fmla="*/ 45 w 461"/>
              <a:gd name="T81" fmla="*/ 87 h 118"/>
              <a:gd name="T82" fmla="*/ 15 w 461"/>
              <a:gd name="T83" fmla="*/ 42 h 118"/>
              <a:gd name="T84" fmla="*/ 456 w 461"/>
              <a:gd name="T85" fmla="*/ 31 h 118"/>
              <a:gd name="T86" fmla="*/ 429 w 461"/>
              <a:gd name="T87" fmla="*/ 59 h 118"/>
              <a:gd name="T88" fmla="*/ 423 w 461"/>
              <a:gd name="T89" fmla="*/ 82 h 118"/>
              <a:gd name="T90" fmla="*/ 461 w 461"/>
              <a:gd name="T91" fmla="*/ 87 h 118"/>
              <a:gd name="T92" fmla="*/ 423 w 461"/>
              <a:gd name="T93" fmla="*/ 43 h 118"/>
              <a:gd name="T94" fmla="*/ 154 w 461"/>
              <a:gd name="T95" fmla="*/ 31 h 118"/>
              <a:gd name="T96" fmla="*/ 127 w 461"/>
              <a:gd name="T97" fmla="*/ 59 h 118"/>
              <a:gd name="T98" fmla="*/ 122 w 461"/>
              <a:gd name="T99" fmla="*/ 82 h 118"/>
              <a:gd name="T100" fmla="*/ 160 w 461"/>
              <a:gd name="T101" fmla="*/ 87 h 118"/>
              <a:gd name="T102" fmla="*/ 121 w 461"/>
              <a:gd name="T103" fmla="*/ 43 h 118"/>
              <a:gd name="T104" fmla="*/ 412 w 461"/>
              <a:gd name="T105" fmla="*/ 2 h 118"/>
              <a:gd name="T106" fmla="*/ 374 w 461"/>
              <a:gd name="T107" fmla="*/ 15 h 118"/>
              <a:gd name="T108" fmla="*/ 412 w 461"/>
              <a:gd name="T109" fmla="*/ 2 h 118"/>
              <a:gd name="T110" fmla="*/ 379 w 461"/>
              <a:gd name="T111" fmla="*/ 15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461" h="118">
                <a:moveTo>
                  <a:pt x="219" y="97"/>
                </a:moveTo>
                <a:cubicBezTo>
                  <a:pt x="218" y="94"/>
                  <a:pt x="213" y="91"/>
                  <a:pt x="208" y="92"/>
                </a:cubicBezTo>
                <a:cubicBezTo>
                  <a:pt x="197" y="96"/>
                  <a:pt x="205" y="114"/>
                  <a:pt x="216" y="107"/>
                </a:cubicBezTo>
                <a:cubicBezTo>
                  <a:pt x="214" y="109"/>
                  <a:pt x="215" y="114"/>
                  <a:pt x="214" y="118"/>
                </a:cubicBezTo>
                <a:cubicBezTo>
                  <a:pt x="216" y="118"/>
                  <a:pt x="218" y="118"/>
                  <a:pt x="220" y="117"/>
                </a:cubicBezTo>
                <a:cubicBezTo>
                  <a:pt x="219" y="111"/>
                  <a:pt x="221" y="103"/>
                  <a:pt x="219" y="97"/>
                </a:cubicBezTo>
                <a:close/>
                <a:moveTo>
                  <a:pt x="208" y="103"/>
                </a:moveTo>
                <a:cubicBezTo>
                  <a:pt x="206" y="99"/>
                  <a:pt x="209" y="95"/>
                  <a:pt x="214" y="97"/>
                </a:cubicBezTo>
                <a:cubicBezTo>
                  <a:pt x="218" y="101"/>
                  <a:pt x="212" y="107"/>
                  <a:pt x="208" y="103"/>
                </a:cubicBezTo>
                <a:close/>
                <a:moveTo>
                  <a:pt x="371" y="51"/>
                </a:moveTo>
                <a:cubicBezTo>
                  <a:pt x="377" y="51"/>
                  <a:pt x="384" y="50"/>
                  <a:pt x="390" y="51"/>
                </a:cubicBezTo>
                <a:cubicBezTo>
                  <a:pt x="390" y="71"/>
                  <a:pt x="390" y="71"/>
                  <a:pt x="390" y="71"/>
                </a:cubicBezTo>
                <a:cubicBezTo>
                  <a:pt x="380" y="65"/>
                  <a:pt x="372" y="78"/>
                  <a:pt x="378" y="85"/>
                </a:cubicBezTo>
                <a:cubicBezTo>
                  <a:pt x="383" y="91"/>
                  <a:pt x="394" y="88"/>
                  <a:pt x="395" y="81"/>
                </a:cubicBezTo>
                <a:cubicBezTo>
                  <a:pt x="396" y="71"/>
                  <a:pt x="394" y="55"/>
                  <a:pt x="395" y="46"/>
                </a:cubicBezTo>
                <a:cubicBezTo>
                  <a:pt x="389" y="45"/>
                  <a:pt x="381" y="45"/>
                  <a:pt x="376" y="46"/>
                </a:cubicBezTo>
                <a:cubicBezTo>
                  <a:pt x="376" y="31"/>
                  <a:pt x="403" y="33"/>
                  <a:pt x="401" y="50"/>
                </a:cubicBezTo>
                <a:cubicBezTo>
                  <a:pt x="406" y="50"/>
                  <a:pt x="406" y="50"/>
                  <a:pt x="406" y="50"/>
                </a:cubicBezTo>
                <a:cubicBezTo>
                  <a:pt x="408" y="24"/>
                  <a:pt x="367" y="26"/>
                  <a:pt x="371" y="51"/>
                </a:cubicBezTo>
                <a:close/>
                <a:moveTo>
                  <a:pt x="389" y="82"/>
                </a:moveTo>
                <a:cubicBezTo>
                  <a:pt x="387" y="83"/>
                  <a:pt x="384" y="83"/>
                  <a:pt x="382" y="82"/>
                </a:cubicBezTo>
                <a:cubicBezTo>
                  <a:pt x="380" y="78"/>
                  <a:pt x="383" y="73"/>
                  <a:pt x="388" y="75"/>
                </a:cubicBezTo>
                <a:cubicBezTo>
                  <a:pt x="390" y="77"/>
                  <a:pt x="390" y="81"/>
                  <a:pt x="389" y="82"/>
                </a:cubicBezTo>
                <a:close/>
                <a:moveTo>
                  <a:pt x="306" y="72"/>
                </a:moveTo>
                <a:cubicBezTo>
                  <a:pt x="305" y="70"/>
                  <a:pt x="303" y="70"/>
                  <a:pt x="301" y="67"/>
                </a:cubicBezTo>
                <a:cubicBezTo>
                  <a:pt x="301" y="31"/>
                  <a:pt x="301" y="31"/>
                  <a:pt x="301" y="31"/>
                </a:cubicBezTo>
                <a:cubicBezTo>
                  <a:pt x="296" y="31"/>
                  <a:pt x="296" y="31"/>
                  <a:pt x="296" y="31"/>
                </a:cubicBezTo>
                <a:cubicBezTo>
                  <a:pt x="296" y="67"/>
                  <a:pt x="296" y="67"/>
                  <a:pt x="296" y="67"/>
                </a:cubicBezTo>
                <a:cubicBezTo>
                  <a:pt x="285" y="69"/>
                  <a:pt x="279" y="75"/>
                  <a:pt x="272" y="80"/>
                </a:cubicBezTo>
                <a:cubicBezTo>
                  <a:pt x="271" y="68"/>
                  <a:pt x="274" y="55"/>
                  <a:pt x="272" y="44"/>
                </a:cubicBezTo>
                <a:cubicBezTo>
                  <a:pt x="270" y="25"/>
                  <a:pt x="235" y="29"/>
                  <a:pt x="229" y="42"/>
                </a:cubicBezTo>
                <a:cubicBezTo>
                  <a:pt x="233" y="43"/>
                  <a:pt x="237" y="43"/>
                  <a:pt x="240" y="46"/>
                </a:cubicBezTo>
                <a:cubicBezTo>
                  <a:pt x="236" y="47"/>
                  <a:pt x="234" y="49"/>
                  <a:pt x="234" y="53"/>
                </a:cubicBezTo>
                <a:cubicBezTo>
                  <a:pt x="233" y="59"/>
                  <a:pt x="233" y="72"/>
                  <a:pt x="234" y="79"/>
                </a:cubicBezTo>
                <a:cubicBezTo>
                  <a:pt x="234" y="80"/>
                  <a:pt x="234" y="82"/>
                  <a:pt x="234" y="83"/>
                </a:cubicBezTo>
                <a:cubicBezTo>
                  <a:pt x="237" y="90"/>
                  <a:pt x="249" y="89"/>
                  <a:pt x="251" y="83"/>
                </a:cubicBezTo>
                <a:cubicBezTo>
                  <a:pt x="254" y="75"/>
                  <a:pt x="246" y="67"/>
                  <a:pt x="239" y="71"/>
                </a:cubicBezTo>
                <a:cubicBezTo>
                  <a:pt x="238" y="58"/>
                  <a:pt x="238" y="47"/>
                  <a:pt x="248" y="46"/>
                </a:cubicBezTo>
                <a:cubicBezTo>
                  <a:pt x="245" y="43"/>
                  <a:pt x="241" y="42"/>
                  <a:pt x="237" y="40"/>
                </a:cubicBezTo>
                <a:cubicBezTo>
                  <a:pt x="245" y="33"/>
                  <a:pt x="265" y="34"/>
                  <a:pt x="267" y="45"/>
                </a:cubicBezTo>
                <a:cubicBezTo>
                  <a:pt x="269" y="57"/>
                  <a:pt x="266" y="74"/>
                  <a:pt x="267" y="87"/>
                </a:cubicBezTo>
                <a:cubicBezTo>
                  <a:pt x="272" y="87"/>
                  <a:pt x="272" y="87"/>
                  <a:pt x="272" y="87"/>
                </a:cubicBezTo>
                <a:cubicBezTo>
                  <a:pt x="276" y="83"/>
                  <a:pt x="282" y="78"/>
                  <a:pt x="287" y="75"/>
                </a:cubicBezTo>
                <a:cubicBezTo>
                  <a:pt x="286" y="79"/>
                  <a:pt x="287" y="83"/>
                  <a:pt x="289" y="85"/>
                </a:cubicBezTo>
                <a:cubicBezTo>
                  <a:pt x="297" y="94"/>
                  <a:pt x="312" y="83"/>
                  <a:pt x="306" y="72"/>
                </a:cubicBezTo>
                <a:close/>
                <a:moveTo>
                  <a:pt x="239" y="76"/>
                </a:moveTo>
                <a:cubicBezTo>
                  <a:pt x="240" y="75"/>
                  <a:pt x="242" y="74"/>
                  <a:pt x="245" y="75"/>
                </a:cubicBezTo>
                <a:cubicBezTo>
                  <a:pt x="247" y="76"/>
                  <a:pt x="247" y="81"/>
                  <a:pt x="246" y="82"/>
                </a:cubicBezTo>
                <a:cubicBezTo>
                  <a:pt x="242" y="86"/>
                  <a:pt x="236" y="80"/>
                  <a:pt x="239" y="76"/>
                </a:cubicBezTo>
                <a:close/>
                <a:moveTo>
                  <a:pt x="301" y="82"/>
                </a:moveTo>
                <a:cubicBezTo>
                  <a:pt x="294" y="88"/>
                  <a:pt x="286" y="74"/>
                  <a:pt x="295" y="72"/>
                </a:cubicBezTo>
                <a:cubicBezTo>
                  <a:pt x="297" y="72"/>
                  <a:pt x="299" y="72"/>
                  <a:pt x="301" y="72"/>
                </a:cubicBezTo>
                <a:cubicBezTo>
                  <a:pt x="303" y="74"/>
                  <a:pt x="303" y="80"/>
                  <a:pt x="301" y="82"/>
                </a:cubicBezTo>
                <a:close/>
                <a:moveTo>
                  <a:pt x="98" y="48"/>
                </a:moveTo>
                <a:cubicBezTo>
                  <a:pt x="97" y="37"/>
                  <a:pt x="87" y="30"/>
                  <a:pt x="75" y="31"/>
                </a:cubicBezTo>
                <a:cubicBezTo>
                  <a:pt x="62" y="32"/>
                  <a:pt x="55" y="42"/>
                  <a:pt x="55" y="58"/>
                </a:cubicBezTo>
                <a:cubicBezTo>
                  <a:pt x="57" y="58"/>
                  <a:pt x="60" y="58"/>
                  <a:pt x="61" y="57"/>
                </a:cubicBezTo>
                <a:cubicBezTo>
                  <a:pt x="60" y="46"/>
                  <a:pt x="64" y="40"/>
                  <a:pt x="71" y="37"/>
                </a:cubicBezTo>
                <a:cubicBezTo>
                  <a:pt x="81" y="33"/>
                  <a:pt x="91" y="39"/>
                  <a:pt x="93" y="47"/>
                </a:cubicBezTo>
                <a:cubicBezTo>
                  <a:pt x="95" y="57"/>
                  <a:pt x="92" y="71"/>
                  <a:pt x="93" y="82"/>
                </a:cubicBezTo>
                <a:cubicBezTo>
                  <a:pt x="86" y="82"/>
                  <a:pt x="78" y="83"/>
                  <a:pt x="71" y="82"/>
                </a:cubicBezTo>
                <a:cubicBezTo>
                  <a:pt x="71" y="63"/>
                  <a:pt x="71" y="63"/>
                  <a:pt x="71" y="63"/>
                </a:cubicBezTo>
                <a:cubicBezTo>
                  <a:pt x="78" y="67"/>
                  <a:pt x="86" y="60"/>
                  <a:pt x="83" y="51"/>
                </a:cubicBezTo>
                <a:cubicBezTo>
                  <a:pt x="81" y="44"/>
                  <a:pt x="69" y="43"/>
                  <a:pt x="66" y="51"/>
                </a:cubicBezTo>
                <a:cubicBezTo>
                  <a:pt x="64" y="55"/>
                  <a:pt x="65" y="63"/>
                  <a:pt x="65" y="69"/>
                </a:cubicBezTo>
                <a:cubicBezTo>
                  <a:pt x="65" y="87"/>
                  <a:pt x="65" y="87"/>
                  <a:pt x="65" y="87"/>
                </a:cubicBezTo>
                <a:cubicBezTo>
                  <a:pt x="98" y="87"/>
                  <a:pt x="98" y="87"/>
                  <a:pt x="98" y="87"/>
                </a:cubicBezTo>
                <a:cubicBezTo>
                  <a:pt x="98" y="74"/>
                  <a:pt x="100" y="59"/>
                  <a:pt x="98" y="48"/>
                </a:cubicBezTo>
                <a:close/>
                <a:moveTo>
                  <a:pt x="77" y="51"/>
                </a:moveTo>
                <a:cubicBezTo>
                  <a:pt x="79" y="52"/>
                  <a:pt x="79" y="55"/>
                  <a:pt x="78" y="57"/>
                </a:cubicBezTo>
                <a:cubicBezTo>
                  <a:pt x="78" y="58"/>
                  <a:pt x="78" y="58"/>
                  <a:pt x="77" y="58"/>
                </a:cubicBezTo>
                <a:cubicBezTo>
                  <a:pt x="69" y="63"/>
                  <a:pt x="68" y="46"/>
                  <a:pt x="77" y="51"/>
                </a:cubicBezTo>
                <a:close/>
                <a:moveTo>
                  <a:pt x="359" y="47"/>
                </a:moveTo>
                <a:cubicBezTo>
                  <a:pt x="357" y="37"/>
                  <a:pt x="348" y="30"/>
                  <a:pt x="335" y="31"/>
                </a:cubicBezTo>
                <a:cubicBezTo>
                  <a:pt x="323" y="32"/>
                  <a:pt x="317" y="43"/>
                  <a:pt x="316" y="55"/>
                </a:cubicBezTo>
                <a:cubicBezTo>
                  <a:pt x="316" y="64"/>
                  <a:pt x="317" y="76"/>
                  <a:pt x="316" y="87"/>
                </a:cubicBezTo>
                <a:cubicBezTo>
                  <a:pt x="322" y="87"/>
                  <a:pt x="322" y="87"/>
                  <a:pt x="322" y="87"/>
                </a:cubicBezTo>
                <a:cubicBezTo>
                  <a:pt x="325" y="78"/>
                  <a:pt x="329" y="69"/>
                  <a:pt x="331" y="59"/>
                </a:cubicBezTo>
                <a:cubicBezTo>
                  <a:pt x="333" y="61"/>
                  <a:pt x="336" y="63"/>
                  <a:pt x="339" y="62"/>
                </a:cubicBezTo>
                <a:cubicBezTo>
                  <a:pt x="355" y="60"/>
                  <a:pt x="345" y="36"/>
                  <a:pt x="332" y="45"/>
                </a:cubicBezTo>
                <a:cubicBezTo>
                  <a:pt x="329" y="48"/>
                  <a:pt x="328" y="54"/>
                  <a:pt x="326" y="60"/>
                </a:cubicBezTo>
                <a:cubicBezTo>
                  <a:pt x="325" y="65"/>
                  <a:pt x="323" y="70"/>
                  <a:pt x="321" y="75"/>
                </a:cubicBezTo>
                <a:cubicBezTo>
                  <a:pt x="321" y="60"/>
                  <a:pt x="320" y="46"/>
                  <a:pt x="327" y="39"/>
                </a:cubicBezTo>
                <a:cubicBezTo>
                  <a:pt x="336" y="32"/>
                  <a:pt x="350" y="37"/>
                  <a:pt x="353" y="46"/>
                </a:cubicBezTo>
                <a:cubicBezTo>
                  <a:pt x="356" y="57"/>
                  <a:pt x="352" y="74"/>
                  <a:pt x="354" y="87"/>
                </a:cubicBezTo>
                <a:cubicBezTo>
                  <a:pt x="359" y="87"/>
                  <a:pt x="359" y="87"/>
                  <a:pt x="359" y="87"/>
                </a:cubicBezTo>
                <a:cubicBezTo>
                  <a:pt x="358" y="74"/>
                  <a:pt x="360" y="60"/>
                  <a:pt x="359" y="47"/>
                </a:cubicBezTo>
                <a:close/>
                <a:moveTo>
                  <a:pt x="341" y="57"/>
                </a:moveTo>
                <a:cubicBezTo>
                  <a:pt x="339" y="57"/>
                  <a:pt x="336" y="57"/>
                  <a:pt x="335" y="57"/>
                </a:cubicBezTo>
                <a:cubicBezTo>
                  <a:pt x="328" y="45"/>
                  <a:pt x="349" y="48"/>
                  <a:pt x="341" y="57"/>
                </a:cubicBezTo>
                <a:close/>
                <a:moveTo>
                  <a:pt x="217" y="47"/>
                </a:moveTo>
                <a:cubicBezTo>
                  <a:pt x="215" y="37"/>
                  <a:pt x="206" y="30"/>
                  <a:pt x="193" y="31"/>
                </a:cubicBezTo>
                <a:cubicBezTo>
                  <a:pt x="181" y="32"/>
                  <a:pt x="175" y="43"/>
                  <a:pt x="174" y="55"/>
                </a:cubicBezTo>
                <a:cubicBezTo>
                  <a:pt x="174" y="64"/>
                  <a:pt x="175" y="76"/>
                  <a:pt x="174" y="87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3" y="78"/>
                  <a:pt x="187" y="69"/>
                  <a:pt x="189" y="59"/>
                </a:cubicBezTo>
                <a:cubicBezTo>
                  <a:pt x="191" y="61"/>
                  <a:pt x="194" y="63"/>
                  <a:pt x="197" y="62"/>
                </a:cubicBezTo>
                <a:cubicBezTo>
                  <a:pt x="213" y="60"/>
                  <a:pt x="203" y="36"/>
                  <a:pt x="191" y="45"/>
                </a:cubicBezTo>
                <a:cubicBezTo>
                  <a:pt x="187" y="48"/>
                  <a:pt x="186" y="54"/>
                  <a:pt x="185" y="60"/>
                </a:cubicBezTo>
                <a:cubicBezTo>
                  <a:pt x="183" y="65"/>
                  <a:pt x="181" y="70"/>
                  <a:pt x="179" y="75"/>
                </a:cubicBezTo>
                <a:cubicBezTo>
                  <a:pt x="179" y="60"/>
                  <a:pt x="178" y="46"/>
                  <a:pt x="185" y="39"/>
                </a:cubicBezTo>
                <a:cubicBezTo>
                  <a:pt x="194" y="32"/>
                  <a:pt x="208" y="37"/>
                  <a:pt x="211" y="46"/>
                </a:cubicBezTo>
                <a:cubicBezTo>
                  <a:pt x="214" y="57"/>
                  <a:pt x="210" y="74"/>
                  <a:pt x="212" y="87"/>
                </a:cubicBezTo>
                <a:cubicBezTo>
                  <a:pt x="217" y="87"/>
                  <a:pt x="217" y="87"/>
                  <a:pt x="217" y="87"/>
                </a:cubicBezTo>
                <a:cubicBezTo>
                  <a:pt x="216" y="74"/>
                  <a:pt x="218" y="60"/>
                  <a:pt x="217" y="47"/>
                </a:cubicBezTo>
                <a:close/>
                <a:moveTo>
                  <a:pt x="199" y="57"/>
                </a:moveTo>
                <a:cubicBezTo>
                  <a:pt x="197" y="57"/>
                  <a:pt x="195" y="57"/>
                  <a:pt x="193" y="57"/>
                </a:cubicBezTo>
                <a:cubicBezTo>
                  <a:pt x="186" y="45"/>
                  <a:pt x="207" y="48"/>
                  <a:pt x="199" y="57"/>
                </a:cubicBezTo>
                <a:close/>
                <a:moveTo>
                  <a:pt x="39" y="32"/>
                </a:moveTo>
                <a:cubicBezTo>
                  <a:pt x="39" y="48"/>
                  <a:pt x="40" y="66"/>
                  <a:pt x="39" y="82"/>
                </a:cubicBezTo>
                <a:cubicBezTo>
                  <a:pt x="36" y="82"/>
                  <a:pt x="31" y="83"/>
                  <a:pt x="28" y="82"/>
                </a:cubicBezTo>
                <a:cubicBezTo>
                  <a:pt x="29" y="72"/>
                  <a:pt x="27" y="64"/>
                  <a:pt x="28" y="56"/>
                </a:cubicBezTo>
                <a:cubicBezTo>
                  <a:pt x="29" y="51"/>
                  <a:pt x="33" y="48"/>
                  <a:pt x="33" y="42"/>
                </a:cubicBezTo>
                <a:cubicBezTo>
                  <a:pt x="33" y="25"/>
                  <a:pt x="0" y="28"/>
                  <a:pt x="3" y="48"/>
                </a:cubicBezTo>
                <a:cubicBezTo>
                  <a:pt x="4" y="51"/>
                  <a:pt x="6" y="54"/>
                  <a:pt x="8" y="55"/>
                </a:cubicBezTo>
                <a:cubicBezTo>
                  <a:pt x="16" y="59"/>
                  <a:pt x="26" y="48"/>
                  <a:pt x="20" y="41"/>
                </a:cubicBezTo>
                <a:cubicBezTo>
                  <a:pt x="18" y="39"/>
                  <a:pt x="16" y="38"/>
                  <a:pt x="13" y="37"/>
                </a:cubicBezTo>
                <a:cubicBezTo>
                  <a:pt x="19" y="35"/>
                  <a:pt x="27" y="35"/>
                  <a:pt x="28" y="42"/>
                </a:cubicBezTo>
                <a:cubicBezTo>
                  <a:pt x="28" y="47"/>
                  <a:pt x="24" y="50"/>
                  <a:pt x="23" y="56"/>
                </a:cubicBezTo>
                <a:cubicBezTo>
                  <a:pt x="22" y="65"/>
                  <a:pt x="24" y="74"/>
                  <a:pt x="23" y="82"/>
                </a:cubicBezTo>
                <a:cubicBezTo>
                  <a:pt x="16" y="82"/>
                  <a:pt x="16" y="82"/>
                  <a:pt x="16" y="82"/>
                </a:cubicBezTo>
                <a:cubicBezTo>
                  <a:pt x="16" y="83"/>
                  <a:pt x="16" y="86"/>
                  <a:pt x="16" y="87"/>
                </a:cubicBezTo>
                <a:cubicBezTo>
                  <a:pt x="45" y="87"/>
                  <a:pt x="45" y="87"/>
                  <a:pt x="45" y="87"/>
                </a:cubicBezTo>
                <a:cubicBezTo>
                  <a:pt x="45" y="32"/>
                  <a:pt x="45" y="32"/>
                  <a:pt x="45" y="32"/>
                </a:cubicBezTo>
                <a:lnTo>
                  <a:pt x="39" y="32"/>
                </a:lnTo>
                <a:close/>
                <a:moveTo>
                  <a:pt x="15" y="42"/>
                </a:moveTo>
                <a:cubicBezTo>
                  <a:pt x="20" y="46"/>
                  <a:pt x="14" y="53"/>
                  <a:pt x="9" y="50"/>
                </a:cubicBezTo>
                <a:cubicBezTo>
                  <a:pt x="6" y="47"/>
                  <a:pt x="9" y="39"/>
                  <a:pt x="15" y="42"/>
                </a:cubicBezTo>
                <a:close/>
                <a:moveTo>
                  <a:pt x="456" y="31"/>
                </a:moveTo>
                <a:cubicBezTo>
                  <a:pt x="456" y="82"/>
                  <a:pt x="456" y="82"/>
                  <a:pt x="456" y="82"/>
                </a:cubicBezTo>
                <a:cubicBezTo>
                  <a:pt x="429" y="82"/>
                  <a:pt x="429" y="82"/>
                  <a:pt x="429" y="82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46"/>
                  <a:pt x="432" y="29"/>
                  <a:pt x="418" y="31"/>
                </a:cubicBezTo>
                <a:cubicBezTo>
                  <a:pt x="406" y="32"/>
                  <a:pt x="409" y="54"/>
                  <a:pt x="423" y="49"/>
                </a:cubicBezTo>
                <a:cubicBezTo>
                  <a:pt x="423" y="82"/>
                  <a:pt x="423" y="82"/>
                  <a:pt x="423" y="82"/>
                </a:cubicBezTo>
                <a:cubicBezTo>
                  <a:pt x="421" y="82"/>
                  <a:pt x="418" y="82"/>
                  <a:pt x="417" y="82"/>
                </a:cubicBezTo>
                <a:cubicBezTo>
                  <a:pt x="417" y="87"/>
                  <a:pt x="417" y="87"/>
                  <a:pt x="417" y="87"/>
                </a:cubicBezTo>
                <a:cubicBezTo>
                  <a:pt x="461" y="87"/>
                  <a:pt x="461" y="87"/>
                  <a:pt x="461" y="87"/>
                </a:cubicBezTo>
                <a:cubicBezTo>
                  <a:pt x="461" y="31"/>
                  <a:pt x="461" y="31"/>
                  <a:pt x="461" y="31"/>
                </a:cubicBezTo>
                <a:lnTo>
                  <a:pt x="456" y="31"/>
                </a:lnTo>
                <a:close/>
                <a:moveTo>
                  <a:pt x="423" y="43"/>
                </a:moveTo>
                <a:cubicBezTo>
                  <a:pt x="419" y="46"/>
                  <a:pt x="413" y="43"/>
                  <a:pt x="416" y="37"/>
                </a:cubicBezTo>
                <a:cubicBezTo>
                  <a:pt x="420" y="33"/>
                  <a:pt x="427" y="38"/>
                  <a:pt x="423" y="43"/>
                </a:cubicBezTo>
                <a:close/>
                <a:moveTo>
                  <a:pt x="154" y="31"/>
                </a:moveTo>
                <a:cubicBezTo>
                  <a:pt x="154" y="82"/>
                  <a:pt x="154" y="82"/>
                  <a:pt x="154" y="82"/>
                </a:cubicBezTo>
                <a:cubicBezTo>
                  <a:pt x="127" y="82"/>
                  <a:pt x="127" y="82"/>
                  <a:pt x="127" y="82"/>
                </a:cubicBezTo>
                <a:cubicBezTo>
                  <a:pt x="127" y="59"/>
                  <a:pt x="127" y="59"/>
                  <a:pt x="127" y="59"/>
                </a:cubicBezTo>
                <a:cubicBezTo>
                  <a:pt x="127" y="46"/>
                  <a:pt x="130" y="29"/>
                  <a:pt x="116" y="31"/>
                </a:cubicBezTo>
                <a:cubicBezTo>
                  <a:pt x="104" y="32"/>
                  <a:pt x="107" y="54"/>
                  <a:pt x="122" y="49"/>
                </a:cubicBezTo>
                <a:cubicBezTo>
                  <a:pt x="122" y="82"/>
                  <a:pt x="122" y="82"/>
                  <a:pt x="122" y="82"/>
                </a:cubicBezTo>
                <a:cubicBezTo>
                  <a:pt x="119" y="82"/>
                  <a:pt x="117" y="82"/>
                  <a:pt x="115" y="82"/>
                </a:cubicBezTo>
                <a:cubicBezTo>
                  <a:pt x="115" y="87"/>
                  <a:pt x="115" y="87"/>
                  <a:pt x="115" y="87"/>
                </a:cubicBezTo>
                <a:cubicBezTo>
                  <a:pt x="160" y="87"/>
                  <a:pt x="160" y="87"/>
                  <a:pt x="160" y="87"/>
                </a:cubicBezTo>
                <a:cubicBezTo>
                  <a:pt x="160" y="31"/>
                  <a:pt x="160" y="31"/>
                  <a:pt x="160" y="31"/>
                </a:cubicBezTo>
                <a:lnTo>
                  <a:pt x="154" y="31"/>
                </a:lnTo>
                <a:close/>
                <a:moveTo>
                  <a:pt x="121" y="43"/>
                </a:moveTo>
                <a:cubicBezTo>
                  <a:pt x="117" y="46"/>
                  <a:pt x="111" y="43"/>
                  <a:pt x="114" y="37"/>
                </a:cubicBezTo>
                <a:cubicBezTo>
                  <a:pt x="118" y="33"/>
                  <a:pt x="125" y="38"/>
                  <a:pt x="121" y="43"/>
                </a:cubicBezTo>
                <a:close/>
                <a:moveTo>
                  <a:pt x="412" y="2"/>
                </a:moveTo>
                <a:cubicBezTo>
                  <a:pt x="407" y="10"/>
                  <a:pt x="399" y="15"/>
                  <a:pt x="389" y="18"/>
                </a:cubicBezTo>
                <a:cubicBezTo>
                  <a:pt x="391" y="16"/>
                  <a:pt x="391" y="16"/>
                  <a:pt x="391" y="14"/>
                </a:cubicBezTo>
                <a:cubicBezTo>
                  <a:pt x="393" y="0"/>
                  <a:pt x="372" y="2"/>
                  <a:pt x="374" y="15"/>
                </a:cubicBezTo>
                <a:cubicBezTo>
                  <a:pt x="375" y="21"/>
                  <a:pt x="383" y="23"/>
                  <a:pt x="390" y="22"/>
                </a:cubicBezTo>
                <a:cubicBezTo>
                  <a:pt x="402" y="21"/>
                  <a:pt x="410" y="12"/>
                  <a:pt x="416" y="5"/>
                </a:cubicBezTo>
                <a:cubicBezTo>
                  <a:pt x="414" y="4"/>
                  <a:pt x="413" y="3"/>
                  <a:pt x="412" y="2"/>
                </a:cubicBezTo>
                <a:close/>
                <a:moveTo>
                  <a:pt x="379" y="15"/>
                </a:moveTo>
                <a:cubicBezTo>
                  <a:pt x="376" y="9"/>
                  <a:pt x="384" y="6"/>
                  <a:pt x="386" y="10"/>
                </a:cubicBezTo>
                <a:cubicBezTo>
                  <a:pt x="389" y="14"/>
                  <a:pt x="383" y="19"/>
                  <a:pt x="379" y="15"/>
                </a:cubicBezTo>
                <a:close/>
              </a:path>
            </a:pathLst>
          </a:custGeom>
          <a:solidFill>
            <a:srgbClr val="00BCF2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8" name="Freeform 221">
            <a:extLst>
              <a:ext uri="{FF2B5EF4-FFF2-40B4-BE49-F238E27FC236}">
                <a16:creationId xmlns:a16="http://schemas.microsoft.com/office/drawing/2014/main" id="{26D9EFAF-5577-BD85-DA66-0ABBCE9F02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 rot="16200000">
            <a:off x="9515227" y="2892332"/>
            <a:ext cx="217852" cy="978802"/>
          </a:xfrm>
          <a:custGeom>
            <a:avLst/>
            <a:gdLst>
              <a:gd name="T0" fmla="*/ 0 w 120"/>
              <a:gd name="T1" fmla="*/ 58 h 539"/>
              <a:gd name="T2" fmla="*/ 59 w 120"/>
              <a:gd name="T3" fmla="*/ 0 h 539"/>
              <a:gd name="T4" fmla="*/ 120 w 120"/>
              <a:gd name="T5" fmla="*/ 63 h 539"/>
              <a:gd name="T6" fmla="*/ 95 w 120"/>
              <a:gd name="T7" fmla="*/ 95 h 539"/>
              <a:gd name="T8" fmla="*/ 92 w 120"/>
              <a:gd name="T9" fmla="*/ 33 h 539"/>
              <a:gd name="T10" fmla="*/ 28 w 120"/>
              <a:gd name="T11" fmla="*/ 31 h 539"/>
              <a:gd name="T12" fmla="*/ 21 w 120"/>
              <a:gd name="T13" fmla="*/ 80 h 539"/>
              <a:gd name="T14" fmla="*/ 49 w 120"/>
              <a:gd name="T15" fmla="*/ 55 h 539"/>
              <a:gd name="T16" fmla="*/ 65 w 120"/>
              <a:gd name="T17" fmla="*/ 99 h 539"/>
              <a:gd name="T18" fmla="*/ 2 w 120"/>
              <a:gd name="T19" fmla="*/ 117 h 539"/>
              <a:gd name="T20" fmla="*/ 49 w 120"/>
              <a:gd name="T21" fmla="*/ 137 h 539"/>
              <a:gd name="T22" fmla="*/ 48 w 120"/>
              <a:gd name="T23" fmla="*/ 151 h 539"/>
              <a:gd name="T24" fmla="*/ 40 w 120"/>
              <a:gd name="T25" fmla="*/ 162 h 539"/>
              <a:gd name="T26" fmla="*/ 2 w 120"/>
              <a:gd name="T27" fmla="*/ 185 h 539"/>
              <a:gd name="T28" fmla="*/ 2 w 120"/>
              <a:gd name="T29" fmla="*/ 208 h 539"/>
              <a:gd name="T30" fmla="*/ 34 w 120"/>
              <a:gd name="T31" fmla="*/ 187 h 539"/>
              <a:gd name="T32" fmla="*/ 46 w 120"/>
              <a:gd name="T33" fmla="*/ 178 h 539"/>
              <a:gd name="T34" fmla="*/ 55 w 120"/>
              <a:gd name="T35" fmla="*/ 168 h 539"/>
              <a:gd name="T36" fmla="*/ 59 w 120"/>
              <a:gd name="T37" fmla="*/ 179 h 539"/>
              <a:gd name="T38" fmla="*/ 75 w 120"/>
              <a:gd name="T39" fmla="*/ 192 h 539"/>
              <a:gd name="T40" fmla="*/ 101 w 120"/>
              <a:gd name="T41" fmla="*/ 191 h 539"/>
              <a:gd name="T42" fmla="*/ 116 w 120"/>
              <a:gd name="T43" fmla="*/ 171 h 539"/>
              <a:gd name="T44" fmla="*/ 118 w 120"/>
              <a:gd name="T45" fmla="*/ 118 h 539"/>
              <a:gd name="T46" fmla="*/ 103 w 120"/>
              <a:gd name="T47" fmla="*/ 153 h 539"/>
              <a:gd name="T48" fmla="*/ 85 w 120"/>
              <a:gd name="T49" fmla="*/ 174 h 539"/>
              <a:gd name="T50" fmla="*/ 70 w 120"/>
              <a:gd name="T51" fmla="*/ 168 h 539"/>
              <a:gd name="T52" fmla="*/ 65 w 120"/>
              <a:gd name="T53" fmla="*/ 153 h 539"/>
              <a:gd name="T54" fmla="*/ 103 w 120"/>
              <a:gd name="T55" fmla="*/ 137 h 539"/>
              <a:gd name="T56" fmla="*/ 4 w 120"/>
              <a:gd name="T57" fmla="*/ 206 h 539"/>
              <a:gd name="T58" fmla="*/ 2 w 120"/>
              <a:gd name="T59" fmla="*/ 226 h 539"/>
              <a:gd name="T60" fmla="*/ 31 w 120"/>
              <a:gd name="T61" fmla="*/ 282 h 539"/>
              <a:gd name="T62" fmla="*/ 1 w 120"/>
              <a:gd name="T63" fmla="*/ 314 h 539"/>
              <a:gd name="T64" fmla="*/ 118 w 120"/>
              <a:gd name="T65" fmla="*/ 249 h 539"/>
              <a:gd name="T66" fmla="*/ 101 w 120"/>
              <a:gd name="T67" fmla="*/ 259 h 539"/>
              <a:gd name="T68" fmla="*/ 47 w 120"/>
              <a:gd name="T69" fmla="*/ 277 h 539"/>
              <a:gd name="T70" fmla="*/ 94 w 120"/>
              <a:gd name="T71" fmla="*/ 257 h 539"/>
              <a:gd name="T72" fmla="*/ 110 w 120"/>
              <a:gd name="T73" fmla="*/ 414 h 539"/>
              <a:gd name="T74" fmla="*/ 18 w 120"/>
              <a:gd name="T75" fmla="*/ 413 h 539"/>
              <a:gd name="T76" fmla="*/ 1 w 120"/>
              <a:gd name="T77" fmla="*/ 322 h 539"/>
              <a:gd name="T78" fmla="*/ 102 w 120"/>
              <a:gd name="T79" fmla="*/ 387 h 539"/>
              <a:gd name="T80" fmla="*/ 118 w 120"/>
              <a:gd name="T81" fmla="*/ 328 h 539"/>
              <a:gd name="T82" fmla="*/ 110 w 120"/>
              <a:gd name="T83" fmla="*/ 414 h 539"/>
              <a:gd name="T84" fmla="*/ 1 w 120"/>
              <a:gd name="T85" fmla="*/ 428 h 539"/>
              <a:gd name="T86" fmla="*/ 118 w 120"/>
              <a:gd name="T87" fmla="*/ 448 h 539"/>
              <a:gd name="T88" fmla="*/ 1 w 120"/>
              <a:gd name="T89" fmla="*/ 539 h 539"/>
              <a:gd name="T90" fmla="*/ 118 w 120"/>
              <a:gd name="T91" fmla="*/ 474 h 539"/>
              <a:gd name="T92" fmla="*/ 101 w 120"/>
              <a:gd name="T93" fmla="*/ 537 h 539"/>
              <a:gd name="T94" fmla="*/ 68 w 120"/>
              <a:gd name="T95" fmla="*/ 493 h 539"/>
              <a:gd name="T96" fmla="*/ 52 w 120"/>
              <a:gd name="T97" fmla="*/ 533 h 539"/>
              <a:gd name="T98" fmla="*/ 18 w 120"/>
              <a:gd name="T99" fmla="*/ 493 h 539"/>
              <a:gd name="T100" fmla="*/ 1 w 120"/>
              <a:gd name="T101" fmla="*/ 539 h 5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20" h="539">
                <a:moveTo>
                  <a:pt x="10" y="99"/>
                </a:moveTo>
                <a:cubicBezTo>
                  <a:pt x="3" y="87"/>
                  <a:pt x="0" y="73"/>
                  <a:pt x="0" y="58"/>
                </a:cubicBezTo>
                <a:cubicBezTo>
                  <a:pt x="0" y="41"/>
                  <a:pt x="5" y="27"/>
                  <a:pt x="16" y="16"/>
                </a:cubicBezTo>
                <a:cubicBezTo>
                  <a:pt x="27" y="6"/>
                  <a:pt x="41" y="0"/>
                  <a:pt x="59" y="0"/>
                </a:cubicBezTo>
                <a:cubicBezTo>
                  <a:pt x="77" y="0"/>
                  <a:pt x="92" y="6"/>
                  <a:pt x="103" y="18"/>
                </a:cubicBezTo>
                <a:cubicBezTo>
                  <a:pt x="115" y="30"/>
                  <a:pt x="120" y="45"/>
                  <a:pt x="120" y="63"/>
                </a:cubicBezTo>
                <a:cubicBezTo>
                  <a:pt x="120" y="76"/>
                  <a:pt x="119" y="87"/>
                  <a:pt x="115" y="95"/>
                </a:cubicBezTo>
                <a:cubicBezTo>
                  <a:pt x="95" y="95"/>
                  <a:pt x="95" y="95"/>
                  <a:pt x="95" y="95"/>
                </a:cubicBezTo>
                <a:cubicBezTo>
                  <a:pt x="101" y="86"/>
                  <a:pt x="104" y="76"/>
                  <a:pt x="104" y="63"/>
                </a:cubicBezTo>
                <a:cubicBezTo>
                  <a:pt x="104" y="51"/>
                  <a:pt x="100" y="41"/>
                  <a:pt x="92" y="33"/>
                </a:cubicBezTo>
                <a:cubicBezTo>
                  <a:pt x="83" y="25"/>
                  <a:pt x="73" y="21"/>
                  <a:pt x="60" y="21"/>
                </a:cubicBezTo>
                <a:cubicBezTo>
                  <a:pt x="46" y="21"/>
                  <a:pt x="36" y="24"/>
                  <a:pt x="28" y="31"/>
                </a:cubicBezTo>
                <a:cubicBezTo>
                  <a:pt x="20" y="38"/>
                  <a:pt x="17" y="47"/>
                  <a:pt x="16" y="59"/>
                </a:cubicBezTo>
                <a:cubicBezTo>
                  <a:pt x="16" y="67"/>
                  <a:pt x="18" y="74"/>
                  <a:pt x="21" y="80"/>
                </a:cubicBezTo>
                <a:cubicBezTo>
                  <a:pt x="49" y="80"/>
                  <a:pt x="49" y="80"/>
                  <a:pt x="49" y="80"/>
                </a:cubicBezTo>
                <a:cubicBezTo>
                  <a:pt x="49" y="55"/>
                  <a:pt x="49" y="55"/>
                  <a:pt x="49" y="55"/>
                </a:cubicBezTo>
                <a:cubicBezTo>
                  <a:pt x="65" y="55"/>
                  <a:pt x="65" y="55"/>
                  <a:pt x="65" y="55"/>
                </a:cubicBezTo>
                <a:cubicBezTo>
                  <a:pt x="65" y="99"/>
                  <a:pt x="65" y="99"/>
                  <a:pt x="65" y="99"/>
                </a:cubicBezTo>
                <a:lnTo>
                  <a:pt x="10" y="99"/>
                </a:lnTo>
                <a:close/>
                <a:moveTo>
                  <a:pt x="2" y="117"/>
                </a:moveTo>
                <a:cubicBezTo>
                  <a:pt x="2" y="137"/>
                  <a:pt x="2" y="137"/>
                  <a:pt x="2" y="137"/>
                </a:cubicBezTo>
                <a:cubicBezTo>
                  <a:pt x="49" y="137"/>
                  <a:pt x="49" y="137"/>
                  <a:pt x="49" y="137"/>
                </a:cubicBezTo>
                <a:cubicBezTo>
                  <a:pt x="49" y="145"/>
                  <a:pt x="49" y="145"/>
                  <a:pt x="49" y="145"/>
                </a:cubicBezTo>
                <a:cubicBezTo>
                  <a:pt x="49" y="147"/>
                  <a:pt x="49" y="149"/>
                  <a:pt x="48" y="151"/>
                </a:cubicBezTo>
                <a:cubicBezTo>
                  <a:pt x="48" y="153"/>
                  <a:pt x="47" y="155"/>
                  <a:pt x="45" y="157"/>
                </a:cubicBezTo>
                <a:cubicBezTo>
                  <a:pt x="44" y="158"/>
                  <a:pt x="42" y="160"/>
                  <a:pt x="40" y="162"/>
                </a:cubicBezTo>
                <a:cubicBezTo>
                  <a:pt x="38" y="163"/>
                  <a:pt x="36" y="165"/>
                  <a:pt x="33" y="166"/>
                </a:cubicBezTo>
                <a:cubicBezTo>
                  <a:pt x="2" y="185"/>
                  <a:pt x="2" y="185"/>
                  <a:pt x="2" y="185"/>
                </a:cubicBezTo>
                <a:cubicBezTo>
                  <a:pt x="2" y="205"/>
                  <a:pt x="2" y="205"/>
                  <a:pt x="2" y="205"/>
                </a:cubicBezTo>
                <a:cubicBezTo>
                  <a:pt x="2" y="208"/>
                  <a:pt x="2" y="208"/>
                  <a:pt x="2" y="208"/>
                </a:cubicBezTo>
                <a:cubicBezTo>
                  <a:pt x="4" y="206"/>
                  <a:pt x="4" y="206"/>
                  <a:pt x="4" y="206"/>
                </a:cubicBezTo>
                <a:cubicBezTo>
                  <a:pt x="34" y="187"/>
                  <a:pt x="34" y="187"/>
                  <a:pt x="34" y="187"/>
                </a:cubicBezTo>
                <a:cubicBezTo>
                  <a:pt x="37" y="185"/>
                  <a:pt x="39" y="184"/>
                  <a:pt x="41" y="182"/>
                </a:cubicBezTo>
                <a:cubicBezTo>
                  <a:pt x="43" y="181"/>
                  <a:pt x="45" y="180"/>
                  <a:pt x="46" y="178"/>
                </a:cubicBezTo>
                <a:cubicBezTo>
                  <a:pt x="48" y="177"/>
                  <a:pt x="49" y="175"/>
                  <a:pt x="51" y="174"/>
                </a:cubicBezTo>
                <a:cubicBezTo>
                  <a:pt x="52" y="172"/>
                  <a:pt x="54" y="170"/>
                  <a:pt x="55" y="168"/>
                </a:cubicBezTo>
                <a:cubicBezTo>
                  <a:pt x="55" y="168"/>
                  <a:pt x="55" y="168"/>
                  <a:pt x="55" y="168"/>
                </a:cubicBezTo>
                <a:cubicBezTo>
                  <a:pt x="56" y="172"/>
                  <a:pt x="58" y="176"/>
                  <a:pt x="59" y="179"/>
                </a:cubicBezTo>
                <a:cubicBezTo>
                  <a:pt x="61" y="182"/>
                  <a:pt x="64" y="185"/>
                  <a:pt x="66" y="187"/>
                </a:cubicBezTo>
                <a:cubicBezTo>
                  <a:pt x="69" y="189"/>
                  <a:pt x="72" y="191"/>
                  <a:pt x="75" y="192"/>
                </a:cubicBezTo>
                <a:cubicBezTo>
                  <a:pt x="79" y="193"/>
                  <a:pt x="83" y="194"/>
                  <a:pt x="87" y="194"/>
                </a:cubicBezTo>
                <a:cubicBezTo>
                  <a:pt x="92" y="194"/>
                  <a:pt x="97" y="193"/>
                  <a:pt x="101" y="191"/>
                </a:cubicBezTo>
                <a:cubicBezTo>
                  <a:pt x="105" y="189"/>
                  <a:pt x="108" y="187"/>
                  <a:pt x="111" y="183"/>
                </a:cubicBezTo>
                <a:cubicBezTo>
                  <a:pt x="113" y="180"/>
                  <a:pt x="115" y="176"/>
                  <a:pt x="116" y="171"/>
                </a:cubicBezTo>
                <a:cubicBezTo>
                  <a:pt x="118" y="167"/>
                  <a:pt x="118" y="162"/>
                  <a:pt x="118" y="156"/>
                </a:cubicBezTo>
                <a:cubicBezTo>
                  <a:pt x="118" y="118"/>
                  <a:pt x="118" y="118"/>
                  <a:pt x="118" y="118"/>
                </a:cubicBezTo>
                <a:lnTo>
                  <a:pt x="2" y="117"/>
                </a:lnTo>
                <a:close/>
                <a:moveTo>
                  <a:pt x="103" y="153"/>
                </a:moveTo>
                <a:cubicBezTo>
                  <a:pt x="103" y="160"/>
                  <a:pt x="101" y="165"/>
                  <a:pt x="98" y="168"/>
                </a:cubicBezTo>
                <a:cubicBezTo>
                  <a:pt x="95" y="172"/>
                  <a:pt x="90" y="174"/>
                  <a:pt x="85" y="174"/>
                </a:cubicBezTo>
                <a:cubicBezTo>
                  <a:pt x="82" y="174"/>
                  <a:pt x="79" y="173"/>
                  <a:pt x="76" y="172"/>
                </a:cubicBezTo>
                <a:cubicBezTo>
                  <a:pt x="74" y="171"/>
                  <a:pt x="72" y="170"/>
                  <a:pt x="70" y="168"/>
                </a:cubicBezTo>
                <a:cubicBezTo>
                  <a:pt x="68" y="166"/>
                  <a:pt x="67" y="164"/>
                  <a:pt x="66" y="161"/>
                </a:cubicBezTo>
                <a:cubicBezTo>
                  <a:pt x="65" y="159"/>
                  <a:pt x="65" y="156"/>
                  <a:pt x="65" y="153"/>
                </a:cubicBezTo>
                <a:cubicBezTo>
                  <a:pt x="65" y="137"/>
                  <a:pt x="65" y="137"/>
                  <a:pt x="65" y="137"/>
                </a:cubicBezTo>
                <a:cubicBezTo>
                  <a:pt x="103" y="137"/>
                  <a:pt x="103" y="137"/>
                  <a:pt x="103" y="137"/>
                </a:cubicBezTo>
                <a:lnTo>
                  <a:pt x="103" y="153"/>
                </a:lnTo>
                <a:close/>
                <a:moveTo>
                  <a:pt x="4" y="206"/>
                </a:moveTo>
                <a:cubicBezTo>
                  <a:pt x="2" y="205"/>
                  <a:pt x="2" y="205"/>
                  <a:pt x="2" y="205"/>
                </a:cubicBezTo>
                <a:cubicBezTo>
                  <a:pt x="2" y="226"/>
                  <a:pt x="2" y="226"/>
                  <a:pt x="2" y="226"/>
                </a:cubicBezTo>
                <a:cubicBezTo>
                  <a:pt x="31" y="236"/>
                  <a:pt x="31" y="236"/>
                  <a:pt x="31" y="236"/>
                </a:cubicBezTo>
                <a:cubicBezTo>
                  <a:pt x="31" y="282"/>
                  <a:pt x="31" y="282"/>
                  <a:pt x="31" y="282"/>
                </a:cubicBezTo>
                <a:cubicBezTo>
                  <a:pt x="1" y="293"/>
                  <a:pt x="1" y="293"/>
                  <a:pt x="1" y="293"/>
                </a:cubicBezTo>
                <a:cubicBezTo>
                  <a:pt x="1" y="314"/>
                  <a:pt x="1" y="314"/>
                  <a:pt x="1" y="314"/>
                </a:cubicBezTo>
                <a:cubicBezTo>
                  <a:pt x="118" y="271"/>
                  <a:pt x="118" y="271"/>
                  <a:pt x="118" y="271"/>
                </a:cubicBezTo>
                <a:cubicBezTo>
                  <a:pt x="118" y="249"/>
                  <a:pt x="118" y="249"/>
                  <a:pt x="118" y="249"/>
                </a:cubicBezTo>
                <a:lnTo>
                  <a:pt x="4" y="206"/>
                </a:lnTo>
                <a:close/>
                <a:moveTo>
                  <a:pt x="101" y="259"/>
                </a:moveTo>
                <a:cubicBezTo>
                  <a:pt x="98" y="260"/>
                  <a:pt x="95" y="260"/>
                  <a:pt x="94" y="261"/>
                </a:cubicBezTo>
                <a:cubicBezTo>
                  <a:pt x="47" y="277"/>
                  <a:pt x="47" y="277"/>
                  <a:pt x="47" y="277"/>
                </a:cubicBezTo>
                <a:cubicBezTo>
                  <a:pt x="47" y="241"/>
                  <a:pt x="47" y="241"/>
                  <a:pt x="47" y="241"/>
                </a:cubicBezTo>
                <a:cubicBezTo>
                  <a:pt x="94" y="257"/>
                  <a:pt x="94" y="257"/>
                  <a:pt x="94" y="257"/>
                </a:cubicBezTo>
                <a:cubicBezTo>
                  <a:pt x="95" y="258"/>
                  <a:pt x="98" y="259"/>
                  <a:pt x="101" y="259"/>
                </a:cubicBezTo>
                <a:close/>
                <a:moveTo>
                  <a:pt x="110" y="414"/>
                </a:moveTo>
                <a:cubicBezTo>
                  <a:pt x="18" y="350"/>
                  <a:pt x="18" y="350"/>
                  <a:pt x="18" y="350"/>
                </a:cubicBezTo>
                <a:cubicBezTo>
                  <a:pt x="18" y="413"/>
                  <a:pt x="18" y="413"/>
                  <a:pt x="18" y="413"/>
                </a:cubicBezTo>
                <a:cubicBezTo>
                  <a:pt x="1" y="413"/>
                  <a:pt x="1" y="413"/>
                  <a:pt x="1" y="413"/>
                </a:cubicBezTo>
                <a:cubicBezTo>
                  <a:pt x="1" y="322"/>
                  <a:pt x="1" y="322"/>
                  <a:pt x="1" y="322"/>
                </a:cubicBezTo>
                <a:cubicBezTo>
                  <a:pt x="10" y="322"/>
                  <a:pt x="10" y="322"/>
                  <a:pt x="10" y="322"/>
                </a:cubicBezTo>
                <a:cubicBezTo>
                  <a:pt x="102" y="387"/>
                  <a:pt x="102" y="387"/>
                  <a:pt x="102" y="387"/>
                </a:cubicBezTo>
                <a:cubicBezTo>
                  <a:pt x="102" y="328"/>
                  <a:pt x="102" y="328"/>
                  <a:pt x="102" y="328"/>
                </a:cubicBezTo>
                <a:cubicBezTo>
                  <a:pt x="118" y="328"/>
                  <a:pt x="118" y="328"/>
                  <a:pt x="118" y="328"/>
                </a:cubicBezTo>
                <a:cubicBezTo>
                  <a:pt x="118" y="414"/>
                  <a:pt x="118" y="414"/>
                  <a:pt x="118" y="414"/>
                </a:cubicBezTo>
                <a:lnTo>
                  <a:pt x="110" y="414"/>
                </a:lnTo>
                <a:close/>
                <a:moveTo>
                  <a:pt x="1" y="448"/>
                </a:moveTo>
                <a:cubicBezTo>
                  <a:pt x="1" y="428"/>
                  <a:pt x="1" y="428"/>
                  <a:pt x="1" y="428"/>
                </a:cubicBezTo>
                <a:cubicBezTo>
                  <a:pt x="118" y="428"/>
                  <a:pt x="118" y="428"/>
                  <a:pt x="118" y="428"/>
                </a:cubicBezTo>
                <a:cubicBezTo>
                  <a:pt x="118" y="448"/>
                  <a:pt x="118" y="448"/>
                  <a:pt x="118" y="448"/>
                </a:cubicBezTo>
                <a:lnTo>
                  <a:pt x="1" y="448"/>
                </a:lnTo>
                <a:close/>
                <a:moveTo>
                  <a:pt x="1" y="539"/>
                </a:moveTo>
                <a:cubicBezTo>
                  <a:pt x="1" y="474"/>
                  <a:pt x="1" y="474"/>
                  <a:pt x="1" y="474"/>
                </a:cubicBezTo>
                <a:cubicBezTo>
                  <a:pt x="118" y="474"/>
                  <a:pt x="118" y="474"/>
                  <a:pt x="118" y="474"/>
                </a:cubicBezTo>
                <a:cubicBezTo>
                  <a:pt x="118" y="537"/>
                  <a:pt x="118" y="537"/>
                  <a:pt x="118" y="537"/>
                </a:cubicBezTo>
                <a:cubicBezTo>
                  <a:pt x="101" y="537"/>
                  <a:pt x="101" y="537"/>
                  <a:pt x="101" y="537"/>
                </a:cubicBezTo>
                <a:cubicBezTo>
                  <a:pt x="102" y="493"/>
                  <a:pt x="102" y="493"/>
                  <a:pt x="102" y="493"/>
                </a:cubicBezTo>
                <a:cubicBezTo>
                  <a:pt x="68" y="493"/>
                  <a:pt x="68" y="493"/>
                  <a:pt x="68" y="493"/>
                </a:cubicBezTo>
                <a:cubicBezTo>
                  <a:pt x="68" y="533"/>
                  <a:pt x="68" y="533"/>
                  <a:pt x="68" y="533"/>
                </a:cubicBezTo>
                <a:cubicBezTo>
                  <a:pt x="52" y="533"/>
                  <a:pt x="52" y="533"/>
                  <a:pt x="52" y="533"/>
                </a:cubicBezTo>
                <a:cubicBezTo>
                  <a:pt x="52" y="493"/>
                  <a:pt x="52" y="493"/>
                  <a:pt x="52" y="493"/>
                </a:cubicBezTo>
                <a:cubicBezTo>
                  <a:pt x="18" y="493"/>
                  <a:pt x="18" y="493"/>
                  <a:pt x="18" y="493"/>
                </a:cubicBezTo>
                <a:cubicBezTo>
                  <a:pt x="18" y="539"/>
                  <a:pt x="18" y="539"/>
                  <a:pt x="18" y="539"/>
                </a:cubicBezTo>
                <a:lnTo>
                  <a:pt x="1" y="539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9" name="Freeform 222">
            <a:extLst>
              <a:ext uri="{FF2B5EF4-FFF2-40B4-BE49-F238E27FC236}">
                <a16:creationId xmlns:a16="http://schemas.microsoft.com/office/drawing/2014/main" id="{437B9500-2F6B-D3A1-7594-6A2828659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 rot="16200000">
            <a:off x="7140191" y="614150"/>
            <a:ext cx="364768" cy="1361460"/>
          </a:xfrm>
          <a:custGeom>
            <a:avLst/>
            <a:gdLst>
              <a:gd name="T0" fmla="*/ 2 w 120"/>
              <a:gd name="T1" fmla="*/ 105 h 448"/>
              <a:gd name="T2" fmla="*/ 103 w 120"/>
              <a:gd name="T3" fmla="*/ 107 h 448"/>
              <a:gd name="T4" fmla="*/ 91 w 120"/>
              <a:gd name="T5" fmla="*/ 103 h 448"/>
              <a:gd name="T6" fmla="*/ 2 w 120"/>
              <a:gd name="T7" fmla="*/ 56 h 448"/>
              <a:gd name="T8" fmla="*/ 103 w 120"/>
              <a:gd name="T9" fmla="*/ 13 h 448"/>
              <a:gd name="T10" fmla="*/ 80 w 120"/>
              <a:gd name="T11" fmla="*/ 13 h 448"/>
              <a:gd name="T12" fmla="*/ 2 w 120"/>
              <a:gd name="T13" fmla="*/ 0 h 448"/>
              <a:gd name="T14" fmla="*/ 118 w 120"/>
              <a:gd name="T15" fmla="*/ 18 h 448"/>
              <a:gd name="T16" fmla="*/ 23 w 120"/>
              <a:gd name="T17" fmla="*/ 59 h 448"/>
              <a:gd name="T18" fmla="*/ 37 w 120"/>
              <a:gd name="T19" fmla="*/ 65 h 448"/>
              <a:gd name="T20" fmla="*/ 118 w 120"/>
              <a:gd name="T21" fmla="*/ 119 h 448"/>
              <a:gd name="T22" fmla="*/ 2 w 120"/>
              <a:gd name="T23" fmla="*/ 212 h 448"/>
              <a:gd name="T24" fmla="*/ 118 w 120"/>
              <a:gd name="T25" fmla="*/ 150 h 448"/>
              <a:gd name="T26" fmla="*/ 106 w 120"/>
              <a:gd name="T27" fmla="*/ 209 h 448"/>
              <a:gd name="T28" fmla="*/ 67 w 120"/>
              <a:gd name="T29" fmla="*/ 163 h 448"/>
              <a:gd name="T30" fmla="*/ 55 w 120"/>
              <a:gd name="T31" fmla="*/ 206 h 448"/>
              <a:gd name="T32" fmla="*/ 14 w 120"/>
              <a:gd name="T33" fmla="*/ 163 h 448"/>
              <a:gd name="T34" fmla="*/ 2 w 120"/>
              <a:gd name="T35" fmla="*/ 212 h 448"/>
              <a:gd name="T36" fmla="*/ 2 w 120"/>
              <a:gd name="T37" fmla="*/ 248 h 448"/>
              <a:gd name="T38" fmla="*/ 51 w 120"/>
              <a:gd name="T39" fmla="*/ 259 h 448"/>
              <a:gd name="T40" fmla="*/ 47 w 120"/>
              <a:gd name="T41" fmla="*/ 272 h 448"/>
              <a:gd name="T42" fmla="*/ 34 w 120"/>
              <a:gd name="T43" fmla="*/ 282 h 448"/>
              <a:gd name="T44" fmla="*/ 2 w 120"/>
              <a:gd name="T45" fmla="*/ 318 h 448"/>
              <a:gd name="T46" fmla="*/ 43 w 120"/>
              <a:gd name="T47" fmla="*/ 292 h 448"/>
              <a:gd name="T48" fmla="*/ 52 w 120"/>
              <a:gd name="T49" fmla="*/ 284 h 448"/>
              <a:gd name="T50" fmla="*/ 56 w 120"/>
              <a:gd name="T51" fmla="*/ 278 h 448"/>
              <a:gd name="T52" fmla="*/ 67 w 120"/>
              <a:gd name="T53" fmla="*/ 297 h 448"/>
              <a:gd name="T54" fmla="*/ 87 w 120"/>
              <a:gd name="T55" fmla="*/ 304 h 448"/>
              <a:gd name="T56" fmla="*/ 111 w 120"/>
              <a:gd name="T57" fmla="*/ 294 h 448"/>
              <a:gd name="T58" fmla="*/ 118 w 120"/>
              <a:gd name="T59" fmla="*/ 269 h 448"/>
              <a:gd name="T60" fmla="*/ 2 w 120"/>
              <a:gd name="T61" fmla="*/ 234 h 448"/>
              <a:gd name="T62" fmla="*/ 101 w 120"/>
              <a:gd name="T63" fmla="*/ 284 h 448"/>
              <a:gd name="T64" fmla="*/ 77 w 120"/>
              <a:gd name="T65" fmla="*/ 288 h 448"/>
              <a:gd name="T66" fmla="*/ 65 w 120"/>
              <a:gd name="T67" fmla="*/ 276 h 448"/>
              <a:gd name="T68" fmla="*/ 64 w 120"/>
              <a:gd name="T69" fmla="*/ 248 h 448"/>
              <a:gd name="T70" fmla="*/ 106 w 120"/>
              <a:gd name="T71" fmla="*/ 266 h 448"/>
              <a:gd name="T72" fmla="*/ 0 w 120"/>
              <a:gd name="T73" fmla="*/ 379 h 448"/>
              <a:gd name="T74" fmla="*/ 58 w 120"/>
              <a:gd name="T75" fmla="*/ 324 h 448"/>
              <a:gd name="T76" fmla="*/ 120 w 120"/>
              <a:gd name="T77" fmla="*/ 383 h 448"/>
              <a:gd name="T78" fmla="*/ 101 w 120"/>
              <a:gd name="T79" fmla="*/ 411 h 448"/>
              <a:gd name="T80" fmla="*/ 94 w 120"/>
              <a:gd name="T81" fmla="*/ 351 h 448"/>
              <a:gd name="T82" fmla="*/ 25 w 120"/>
              <a:gd name="T83" fmla="*/ 350 h 448"/>
              <a:gd name="T84" fmla="*/ 20 w 120"/>
              <a:gd name="T85" fmla="*/ 411 h 448"/>
              <a:gd name="T86" fmla="*/ 2 w 120"/>
              <a:gd name="T87" fmla="*/ 448 h 448"/>
              <a:gd name="T88" fmla="*/ 118 w 120"/>
              <a:gd name="T89" fmla="*/ 435 h 448"/>
              <a:gd name="T90" fmla="*/ 2 w 120"/>
              <a:gd name="T91" fmla="*/ 448 h 4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20" h="448">
                <a:moveTo>
                  <a:pt x="2" y="119"/>
                </a:moveTo>
                <a:cubicBezTo>
                  <a:pt x="2" y="105"/>
                  <a:pt x="2" y="105"/>
                  <a:pt x="2" y="105"/>
                </a:cubicBezTo>
                <a:cubicBezTo>
                  <a:pt x="80" y="105"/>
                  <a:pt x="80" y="105"/>
                  <a:pt x="80" y="105"/>
                </a:cubicBezTo>
                <a:cubicBezTo>
                  <a:pt x="86" y="105"/>
                  <a:pt x="94" y="106"/>
                  <a:pt x="103" y="107"/>
                </a:cubicBezTo>
                <a:cubicBezTo>
                  <a:pt x="103" y="106"/>
                  <a:pt x="103" y="106"/>
                  <a:pt x="103" y="106"/>
                </a:cubicBezTo>
                <a:cubicBezTo>
                  <a:pt x="97" y="105"/>
                  <a:pt x="94" y="104"/>
                  <a:pt x="91" y="103"/>
                </a:cubicBezTo>
                <a:cubicBezTo>
                  <a:pt x="2" y="63"/>
                  <a:pt x="2" y="63"/>
                  <a:pt x="2" y="63"/>
                </a:cubicBezTo>
                <a:cubicBezTo>
                  <a:pt x="2" y="56"/>
                  <a:pt x="2" y="56"/>
                  <a:pt x="2" y="56"/>
                </a:cubicBezTo>
                <a:cubicBezTo>
                  <a:pt x="91" y="16"/>
                  <a:pt x="91" y="16"/>
                  <a:pt x="91" y="16"/>
                </a:cubicBezTo>
                <a:cubicBezTo>
                  <a:pt x="93" y="15"/>
                  <a:pt x="97" y="14"/>
                  <a:pt x="103" y="13"/>
                </a:cubicBezTo>
                <a:cubicBezTo>
                  <a:pt x="103" y="12"/>
                  <a:pt x="103" y="12"/>
                  <a:pt x="103" y="12"/>
                </a:cubicBezTo>
                <a:cubicBezTo>
                  <a:pt x="98" y="13"/>
                  <a:pt x="90" y="13"/>
                  <a:pt x="80" y="13"/>
                </a:cubicBezTo>
                <a:cubicBezTo>
                  <a:pt x="2" y="13"/>
                  <a:pt x="2" y="13"/>
                  <a:pt x="2" y="13"/>
                </a:cubicBezTo>
                <a:cubicBezTo>
                  <a:pt x="2" y="0"/>
                  <a:pt x="2" y="0"/>
                  <a:pt x="2" y="0"/>
                </a:cubicBezTo>
                <a:cubicBezTo>
                  <a:pt x="118" y="0"/>
                  <a:pt x="118" y="0"/>
                  <a:pt x="118" y="0"/>
                </a:cubicBezTo>
                <a:cubicBezTo>
                  <a:pt x="118" y="18"/>
                  <a:pt x="118" y="18"/>
                  <a:pt x="118" y="18"/>
                </a:cubicBezTo>
                <a:cubicBezTo>
                  <a:pt x="37" y="54"/>
                  <a:pt x="37" y="54"/>
                  <a:pt x="37" y="54"/>
                </a:cubicBezTo>
                <a:cubicBezTo>
                  <a:pt x="31" y="57"/>
                  <a:pt x="26" y="58"/>
                  <a:pt x="23" y="59"/>
                </a:cubicBezTo>
                <a:cubicBezTo>
                  <a:pt x="23" y="60"/>
                  <a:pt x="23" y="60"/>
                  <a:pt x="23" y="60"/>
                </a:cubicBezTo>
                <a:cubicBezTo>
                  <a:pt x="29" y="62"/>
                  <a:pt x="34" y="64"/>
                  <a:pt x="37" y="65"/>
                </a:cubicBezTo>
                <a:cubicBezTo>
                  <a:pt x="118" y="102"/>
                  <a:pt x="118" y="102"/>
                  <a:pt x="118" y="102"/>
                </a:cubicBezTo>
                <a:cubicBezTo>
                  <a:pt x="118" y="119"/>
                  <a:pt x="118" y="119"/>
                  <a:pt x="118" y="119"/>
                </a:cubicBezTo>
                <a:lnTo>
                  <a:pt x="2" y="119"/>
                </a:lnTo>
                <a:close/>
                <a:moveTo>
                  <a:pt x="2" y="212"/>
                </a:moveTo>
                <a:cubicBezTo>
                  <a:pt x="2" y="150"/>
                  <a:pt x="2" y="150"/>
                  <a:pt x="2" y="150"/>
                </a:cubicBezTo>
                <a:cubicBezTo>
                  <a:pt x="118" y="150"/>
                  <a:pt x="118" y="150"/>
                  <a:pt x="118" y="150"/>
                </a:cubicBezTo>
                <a:cubicBezTo>
                  <a:pt x="118" y="209"/>
                  <a:pt x="118" y="209"/>
                  <a:pt x="118" y="209"/>
                </a:cubicBezTo>
                <a:cubicBezTo>
                  <a:pt x="106" y="209"/>
                  <a:pt x="106" y="209"/>
                  <a:pt x="106" y="209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67" y="163"/>
                  <a:pt x="67" y="163"/>
                  <a:pt x="67" y="163"/>
                </a:cubicBezTo>
                <a:cubicBezTo>
                  <a:pt x="67" y="206"/>
                  <a:pt x="67" y="206"/>
                  <a:pt x="67" y="206"/>
                </a:cubicBezTo>
                <a:cubicBezTo>
                  <a:pt x="55" y="206"/>
                  <a:pt x="55" y="206"/>
                  <a:pt x="55" y="206"/>
                </a:cubicBezTo>
                <a:cubicBezTo>
                  <a:pt x="55" y="163"/>
                  <a:pt x="55" y="163"/>
                  <a:pt x="55" y="163"/>
                </a:cubicBezTo>
                <a:cubicBezTo>
                  <a:pt x="14" y="163"/>
                  <a:pt x="14" y="163"/>
                  <a:pt x="14" y="163"/>
                </a:cubicBezTo>
                <a:cubicBezTo>
                  <a:pt x="14" y="212"/>
                  <a:pt x="14" y="212"/>
                  <a:pt x="14" y="212"/>
                </a:cubicBezTo>
                <a:lnTo>
                  <a:pt x="2" y="212"/>
                </a:lnTo>
                <a:close/>
                <a:moveTo>
                  <a:pt x="2" y="234"/>
                </a:moveTo>
                <a:cubicBezTo>
                  <a:pt x="2" y="248"/>
                  <a:pt x="2" y="248"/>
                  <a:pt x="2" y="248"/>
                </a:cubicBezTo>
                <a:cubicBezTo>
                  <a:pt x="51" y="248"/>
                  <a:pt x="51" y="248"/>
                  <a:pt x="51" y="248"/>
                </a:cubicBezTo>
                <a:cubicBezTo>
                  <a:pt x="51" y="259"/>
                  <a:pt x="51" y="259"/>
                  <a:pt x="51" y="259"/>
                </a:cubicBezTo>
                <a:cubicBezTo>
                  <a:pt x="51" y="261"/>
                  <a:pt x="51" y="264"/>
                  <a:pt x="50" y="266"/>
                </a:cubicBezTo>
                <a:cubicBezTo>
                  <a:pt x="50" y="268"/>
                  <a:pt x="49" y="270"/>
                  <a:pt x="47" y="272"/>
                </a:cubicBezTo>
                <a:cubicBezTo>
                  <a:pt x="46" y="273"/>
                  <a:pt x="44" y="275"/>
                  <a:pt x="42" y="277"/>
                </a:cubicBezTo>
                <a:cubicBezTo>
                  <a:pt x="40" y="278"/>
                  <a:pt x="37" y="280"/>
                  <a:pt x="34" y="282"/>
                </a:cubicBezTo>
                <a:cubicBezTo>
                  <a:pt x="2" y="301"/>
                  <a:pt x="2" y="301"/>
                  <a:pt x="2" y="301"/>
                </a:cubicBezTo>
                <a:cubicBezTo>
                  <a:pt x="2" y="318"/>
                  <a:pt x="2" y="318"/>
                  <a:pt x="2" y="318"/>
                </a:cubicBezTo>
                <a:cubicBezTo>
                  <a:pt x="37" y="296"/>
                  <a:pt x="37" y="296"/>
                  <a:pt x="37" y="296"/>
                </a:cubicBezTo>
                <a:cubicBezTo>
                  <a:pt x="39" y="294"/>
                  <a:pt x="41" y="293"/>
                  <a:pt x="43" y="292"/>
                </a:cubicBezTo>
                <a:cubicBezTo>
                  <a:pt x="45" y="290"/>
                  <a:pt x="47" y="289"/>
                  <a:pt x="49" y="288"/>
                </a:cubicBezTo>
                <a:cubicBezTo>
                  <a:pt x="50" y="286"/>
                  <a:pt x="51" y="285"/>
                  <a:pt x="52" y="284"/>
                </a:cubicBezTo>
                <a:cubicBezTo>
                  <a:pt x="54" y="282"/>
                  <a:pt x="55" y="280"/>
                  <a:pt x="55" y="278"/>
                </a:cubicBezTo>
                <a:cubicBezTo>
                  <a:pt x="56" y="278"/>
                  <a:pt x="56" y="278"/>
                  <a:pt x="56" y="278"/>
                </a:cubicBezTo>
                <a:cubicBezTo>
                  <a:pt x="57" y="282"/>
                  <a:pt x="58" y="286"/>
                  <a:pt x="60" y="289"/>
                </a:cubicBezTo>
                <a:cubicBezTo>
                  <a:pt x="62" y="292"/>
                  <a:pt x="64" y="295"/>
                  <a:pt x="67" y="297"/>
                </a:cubicBezTo>
                <a:cubicBezTo>
                  <a:pt x="70" y="300"/>
                  <a:pt x="73" y="301"/>
                  <a:pt x="76" y="303"/>
                </a:cubicBezTo>
                <a:cubicBezTo>
                  <a:pt x="79" y="304"/>
                  <a:pt x="83" y="304"/>
                  <a:pt x="87" y="304"/>
                </a:cubicBezTo>
                <a:cubicBezTo>
                  <a:pt x="92" y="304"/>
                  <a:pt x="97" y="303"/>
                  <a:pt x="101" y="302"/>
                </a:cubicBezTo>
                <a:cubicBezTo>
                  <a:pt x="105" y="300"/>
                  <a:pt x="108" y="297"/>
                  <a:pt x="111" y="294"/>
                </a:cubicBezTo>
                <a:cubicBezTo>
                  <a:pt x="113" y="291"/>
                  <a:pt x="115" y="287"/>
                  <a:pt x="116" y="283"/>
                </a:cubicBezTo>
                <a:cubicBezTo>
                  <a:pt x="118" y="279"/>
                  <a:pt x="118" y="274"/>
                  <a:pt x="118" y="269"/>
                </a:cubicBezTo>
                <a:cubicBezTo>
                  <a:pt x="118" y="234"/>
                  <a:pt x="118" y="234"/>
                  <a:pt x="118" y="234"/>
                </a:cubicBezTo>
                <a:lnTo>
                  <a:pt x="2" y="234"/>
                </a:lnTo>
                <a:close/>
                <a:moveTo>
                  <a:pt x="106" y="266"/>
                </a:moveTo>
                <a:cubicBezTo>
                  <a:pt x="106" y="274"/>
                  <a:pt x="104" y="280"/>
                  <a:pt x="101" y="284"/>
                </a:cubicBezTo>
                <a:cubicBezTo>
                  <a:pt x="97" y="288"/>
                  <a:pt x="92" y="290"/>
                  <a:pt x="86" y="290"/>
                </a:cubicBezTo>
                <a:cubicBezTo>
                  <a:pt x="83" y="290"/>
                  <a:pt x="79" y="289"/>
                  <a:pt x="77" y="288"/>
                </a:cubicBezTo>
                <a:cubicBezTo>
                  <a:pt x="74" y="287"/>
                  <a:pt x="71" y="285"/>
                  <a:pt x="70" y="283"/>
                </a:cubicBezTo>
                <a:cubicBezTo>
                  <a:pt x="68" y="281"/>
                  <a:pt x="66" y="279"/>
                  <a:pt x="65" y="276"/>
                </a:cubicBezTo>
                <a:cubicBezTo>
                  <a:pt x="64" y="273"/>
                  <a:pt x="64" y="270"/>
                  <a:pt x="64" y="266"/>
                </a:cubicBezTo>
                <a:cubicBezTo>
                  <a:pt x="64" y="248"/>
                  <a:pt x="64" y="248"/>
                  <a:pt x="64" y="248"/>
                </a:cubicBezTo>
                <a:cubicBezTo>
                  <a:pt x="106" y="248"/>
                  <a:pt x="106" y="248"/>
                  <a:pt x="106" y="248"/>
                </a:cubicBezTo>
                <a:lnTo>
                  <a:pt x="106" y="266"/>
                </a:lnTo>
                <a:close/>
                <a:moveTo>
                  <a:pt x="6" y="411"/>
                </a:moveTo>
                <a:cubicBezTo>
                  <a:pt x="2" y="402"/>
                  <a:pt x="0" y="391"/>
                  <a:pt x="0" y="379"/>
                </a:cubicBezTo>
                <a:cubicBezTo>
                  <a:pt x="0" y="362"/>
                  <a:pt x="5" y="349"/>
                  <a:pt x="16" y="339"/>
                </a:cubicBezTo>
                <a:cubicBezTo>
                  <a:pt x="26" y="329"/>
                  <a:pt x="40" y="324"/>
                  <a:pt x="58" y="324"/>
                </a:cubicBezTo>
                <a:cubicBezTo>
                  <a:pt x="76" y="324"/>
                  <a:pt x="91" y="329"/>
                  <a:pt x="103" y="341"/>
                </a:cubicBezTo>
                <a:cubicBezTo>
                  <a:pt x="115" y="352"/>
                  <a:pt x="120" y="366"/>
                  <a:pt x="120" y="383"/>
                </a:cubicBezTo>
                <a:cubicBezTo>
                  <a:pt x="120" y="394"/>
                  <a:pt x="119" y="404"/>
                  <a:pt x="115" y="411"/>
                </a:cubicBezTo>
                <a:cubicBezTo>
                  <a:pt x="101" y="411"/>
                  <a:pt x="101" y="411"/>
                  <a:pt x="101" y="411"/>
                </a:cubicBezTo>
                <a:cubicBezTo>
                  <a:pt x="106" y="403"/>
                  <a:pt x="108" y="393"/>
                  <a:pt x="108" y="383"/>
                </a:cubicBezTo>
                <a:cubicBezTo>
                  <a:pt x="108" y="370"/>
                  <a:pt x="103" y="359"/>
                  <a:pt x="94" y="351"/>
                </a:cubicBezTo>
                <a:cubicBezTo>
                  <a:pt x="85" y="342"/>
                  <a:pt x="74" y="338"/>
                  <a:pt x="59" y="338"/>
                </a:cubicBezTo>
                <a:cubicBezTo>
                  <a:pt x="44" y="338"/>
                  <a:pt x="33" y="342"/>
                  <a:pt x="25" y="350"/>
                </a:cubicBezTo>
                <a:cubicBezTo>
                  <a:pt x="16" y="358"/>
                  <a:pt x="12" y="368"/>
                  <a:pt x="12" y="380"/>
                </a:cubicBezTo>
                <a:cubicBezTo>
                  <a:pt x="12" y="392"/>
                  <a:pt x="14" y="402"/>
                  <a:pt x="20" y="411"/>
                </a:cubicBezTo>
                <a:lnTo>
                  <a:pt x="6" y="411"/>
                </a:lnTo>
                <a:close/>
                <a:moveTo>
                  <a:pt x="2" y="448"/>
                </a:moveTo>
                <a:cubicBezTo>
                  <a:pt x="2" y="435"/>
                  <a:pt x="2" y="435"/>
                  <a:pt x="2" y="435"/>
                </a:cubicBezTo>
                <a:cubicBezTo>
                  <a:pt x="118" y="435"/>
                  <a:pt x="118" y="435"/>
                  <a:pt x="118" y="435"/>
                </a:cubicBezTo>
                <a:cubicBezTo>
                  <a:pt x="118" y="448"/>
                  <a:pt x="118" y="448"/>
                  <a:pt x="118" y="448"/>
                </a:cubicBezTo>
                <a:lnTo>
                  <a:pt x="2" y="448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10" name="Freeform 223">
            <a:extLst>
              <a:ext uri="{FF2B5EF4-FFF2-40B4-BE49-F238E27FC236}">
                <a16:creationId xmlns:a16="http://schemas.microsoft.com/office/drawing/2014/main" id="{BCEB59D1-C9A7-13B7-C735-CB26267F8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3246095" y="2182577"/>
            <a:ext cx="2423656" cy="477795"/>
          </a:xfrm>
          <a:custGeom>
            <a:avLst/>
            <a:gdLst>
              <a:gd name="T0" fmla="*/ 69 w 798"/>
              <a:gd name="T1" fmla="*/ 157 h 157"/>
              <a:gd name="T2" fmla="*/ 0 w 798"/>
              <a:gd name="T3" fmla="*/ 81 h 157"/>
              <a:gd name="T4" fmla="*/ 75 w 798"/>
              <a:gd name="T5" fmla="*/ 0 h 157"/>
              <a:gd name="T6" fmla="*/ 114 w 798"/>
              <a:gd name="T7" fmla="*/ 20 h 157"/>
              <a:gd name="T8" fmla="*/ 28 w 798"/>
              <a:gd name="T9" fmla="*/ 29 h 157"/>
              <a:gd name="T10" fmla="*/ 27 w 798"/>
              <a:gd name="T11" fmla="*/ 129 h 157"/>
              <a:gd name="T12" fmla="*/ 107 w 798"/>
              <a:gd name="T13" fmla="*/ 139 h 157"/>
              <a:gd name="T14" fmla="*/ 71 w 798"/>
              <a:gd name="T15" fmla="*/ 89 h 157"/>
              <a:gd name="T16" fmla="*/ 117 w 798"/>
              <a:gd name="T17" fmla="*/ 79 h 157"/>
              <a:gd name="T18" fmla="*/ 219 w 798"/>
              <a:gd name="T19" fmla="*/ 106 h 157"/>
              <a:gd name="T20" fmla="*/ 201 w 798"/>
              <a:gd name="T21" fmla="*/ 84 h 157"/>
              <a:gd name="T22" fmla="*/ 237 w 798"/>
              <a:gd name="T23" fmla="*/ 42 h 157"/>
              <a:gd name="T24" fmla="*/ 194 w 798"/>
              <a:gd name="T25" fmla="*/ 3 h 157"/>
              <a:gd name="T26" fmla="*/ 152 w 798"/>
              <a:gd name="T27" fmla="*/ 154 h 157"/>
              <a:gd name="T28" fmla="*/ 162 w 798"/>
              <a:gd name="T29" fmla="*/ 87 h 157"/>
              <a:gd name="T30" fmla="*/ 197 w 798"/>
              <a:gd name="T31" fmla="*/ 92 h 157"/>
              <a:gd name="T32" fmla="*/ 230 w 798"/>
              <a:gd name="T33" fmla="*/ 154 h 157"/>
              <a:gd name="T34" fmla="*/ 219 w 798"/>
              <a:gd name="T35" fmla="*/ 106 h 157"/>
              <a:gd name="T36" fmla="*/ 162 w 798"/>
              <a:gd name="T37" fmla="*/ 77 h 157"/>
              <a:gd name="T38" fmla="*/ 191 w 798"/>
              <a:gd name="T39" fmla="*/ 13 h 157"/>
              <a:gd name="T40" fmla="*/ 226 w 798"/>
              <a:gd name="T41" fmla="*/ 43 h 157"/>
              <a:gd name="T42" fmla="*/ 189 w 798"/>
              <a:gd name="T43" fmla="*/ 77 h 157"/>
              <a:gd name="T44" fmla="*/ 316 w 798"/>
              <a:gd name="T45" fmla="*/ 3 h 157"/>
              <a:gd name="T46" fmla="*/ 270 w 798"/>
              <a:gd name="T47" fmla="*/ 154 h 157"/>
              <a:gd name="T48" fmla="*/ 353 w 798"/>
              <a:gd name="T49" fmla="*/ 107 h 157"/>
              <a:gd name="T50" fmla="*/ 382 w 798"/>
              <a:gd name="T51" fmla="*/ 154 h 157"/>
              <a:gd name="T52" fmla="*/ 291 w 798"/>
              <a:gd name="T53" fmla="*/ 98 h 157"/>
              <a:gd name="T54" fmla="*/ 320 w 798"/>
              <a:gd name="T55" fmla="*/ 16 h 157"/>
              <a:gd name="T56" fmla="*/ 322 w 798"/>
              <a:gd name="T57" fmla="*/ 21 h 157"/>
              <a:gd name="T58" fmla="*/ 350 w 798"/>
              <a:gd name="T59" fmla="*/ 98 h 157"/>
              <a:gd name="T60" fmla="*/ 504 w 798"/>
              <a:gd name="T61" fmla="*/ 149 h 157"/>
              <a:gd name="T62" fmla="*/ 415 w 798"/>
              <a:gd name="T63" fmla="*/ 136 h 157"/>
              <a:gd name="T64" fmla="*/ 417 w 798"/>
              <a:gd name="T65" fmla="*/ 23 h 157"/>
              <a:gd name="T66" fmla="*/ 504 w 798"/>
              <a:gd name="T67" fmla="*/ 6 h 157"/>
              <a:gd name="T68" fmla="*/ 471 w 798"/>
              <a:gd name="T69" fmla="*/ 10 h 157"/>
              <a:gd name="T70" fmla="*/ 407 w 798"/>
              <a:gd name="T71" fmla="*/ 81 h 157"/>
              <a:gd name="T72" fmla="*/ 467 w 798"/>
              <a:gd name="T73" fmla="*/ 147 h 157"/>
              <a:gd name="T74" fmla="*/ 504 w 798"/>
              <a:gd name="T75" fmla="*/ 149 h 157"/>
              <a:gd name="T76" fmla="*/ 538 w 798"/>
              <a:gd name="T77" fmla="*/ 3 h 157"/>
              <a:gd name="T78" fmla="*/ 548 w 798"/>
              <a:gd name="T79" fmla="*/ 154 h 157"/>
              <a:gd name="T80" fmla="*/ 641 w 798"/>
              <a:gd name="T81" fmla="*/ 3 h 157"/>
              <a:gd name="T82" fmla="*/ 574 w 798"/>
              <a:gd name="T83" fmla="*/ 154 h 157"/>
              <a:gd name="T84" fmla="*/ 603 w 798"/>
              <a:gd name="T85" fmla="*/ 107 h 157"/>
              <a:gd name="T86" fmla="*/ 686 w 798"/>
              <a:gd name="T87" fmla="*/ 154 h 157"/>
              <a:gd name="T88" fmla="*/ 641 w 798"/>
              <a:gd name="T89" fmla="*/ 3 h 157"/>
              <a:gd name="T90" fmla="*/ 632 w 798"/>
              <a:gd name="T91" fmla="*/ 27 h 157"/>
              <a:gd name="T92" fmla="*/ 636 w 798"/>
              <a:gd name="T93" fmla="*/ 16 h 157"/>
              <a:gd name="T94" fmla="*/ 639 w 798"/>
              <a:gd name="T95" fmla="*/ 28 h 157"/>
              <a:gd name="T96" fmla="*/ 607 w 798"/>
              <a:gd name="T97" fmla="*/ 98 h 157"/>
              <a:gd name="T98" fmla="*/ 719 w 798"/>
              <a:gd name="T99" fmla="*/ 137 h 157"/>
              <a:gd name="T100" fmla="*/ 778 w 798"/>
              <a:gd name="T101" fmla="*/ 140 h 157"/>
              <a:gd name="T102" fmla="*/ 781 w 798"/>
              <a:gd name="T103" fmla="*/ 101 h 157"/>
              <a:gd name="T104" fmla="*/ 725 w 798"/>
              <a:gd name="T105" fmla="*/ 60 h 157"/>
              <a:gd name="T106" fmla="*/ 732 w 798"/>
              <a:gd name="T107" fmla="*/ 12 h 157"/>
              <a:gd name="T108" fmla="*/ 792 w 798"/>
              <a:gd name="T109" fmla="*/ 5 h 157"/>
              <a:gd name="T110" fmla="*/ 764 w 798"/>
              <a:gd name="T111" fmla="*/ 10 h 157"/>
              <a:gd name="T112" fmla="*/ 730 w 798"/>
              <a:gd name="T113" fmla="*/ 38 h 157"/>
              <a:gd name="T114" fmla="*/ 763 w 798"/>
              <a:gd name="T115" fmla="*/ 75 h 157"/>
              <a:gd name="T116" fmla="*/ 798 w 798"/>
              <a:gd name="T117" fmla="*/ 118 h 157"/>
              <a:gd name="T118" fmla="*/ 752 w 798"/>
              <a:gd name="T119" fmla="*/ 157 h 157"/>
              <a:gd name="T120" fmla="*/ 719 w 798"/>
              <a:gd name="T121" fmla="*/ 149 h 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798" h="157">
                <a:moveTo>
                  <a:pt x="117" y="144"/>
                </a:moveTo>
                <a:cubicBezTo>
                  <a:pt x="101" y="153"/>
                  <a:pt x="85" y="157"/>
                  <a:pt x="69" y="157"/>
                </a:cubicBezTo>
                <a:cubicBezTo>
                  <a:pt x="48" y="157"/>
                  <a:pt x="32" y="150"/>
                  <a:pt x="19" y="136"/>
                </a:cubicBezTo>
                <a:cubicBezTo>
                  <a:pt x="6" y="122"/>
                  <a:pt x="0" y="104"/>
                  <a:pt x="0" y="81"/>
                </a:cubicBezTo>
                <a:cubicBezTo>
                  <a:pt x="0" y="58"/>
                  <a:pt x="7" y="39"/>
                  <a:pt x="20" y="23"/>
                </a:cubicBezTo>
                <a:cubicBezTo>
                  <a:pt x="34" y="8"/>
                  <a:pt x="52" y="0"/>
                  <a:pt x="75" y="0"/>
                </a:cubicBezTo>
                <a:cubicBezTo>
                  <a:pt x="89" y="0"/>
                  <a:pt x="101" y="3"/>
                  <a:pt x="114" y="8"/>
                </a:cubicBezTo>
                <a:cubicBezTo>
                  <a:pt x="114" y="20"/>
                  <a:pt x="114" y="20"/>
                  <a:pt x="114" y="20"/>
                </a:cubicBezTo>
                <a:cubicBezTo>
                  <a:pt x="100" y="13"/>
                  <a:pt x="87" y="10"/>
                  <a:pt x="74" y="10"/>
                </a:cubicBezTo>
                <a:cubicBezTo>
                  <a:pt x="55" y="10"/>
                  <a:pt x="39" y="16"/>
                  <a:pt x="28" y="29"/>
                </a:cubicBezTo>
                <a:cubicBezTo>
                  <a:pt x="16" y="43"/>
                  <a:pt x="10" y="59"/>
                  <a:pt x="10" y="79"/>
                </a:cubicBezTo>
                <a:cubicBezTo>
                  <a:pt x="10" y="101"/>
                  <a:pt x="16" y="117"/>
                  <a:pt x="27" y="129"/>
                </a:cubicBezTo>
                <a:cubicBezTo>
                  <a:pt x="38" y="141"/>
                  <a:pt x="52" y="147"/>
                  <a:pt x="71" y="147"/>
                </a:cubicBezTo>
                <a:cubicBezTo>
                  <a:pt x="84" y="147"/>
                  <a:pt x="96" y="144"/>
                  <a:pt x="107" y="139"/>
                </a:cubicBezTo>
                <a:cubicBezTo>
                  <a:pt x="107" y="89"/>
                  <a:pt x="107" y="89"/>
                  <a:pt x="107" y="89"/>
                </a:cubicBezTo>
                <a:cubicBezTo>
                  <a:pt x="71" y="89"/>
                  <a:pt x="71" y="89"/>
                  <a:pt x="71" y="89"/>
                </a:cubicBezTo>
                <a:cubicBezTo>
                  <a:pt x="71" y="79"/>
                  <a:pt x="71" y="79"/>
                  <a:pt x="71" y="79"/>
                </a:cubicBezTo>
                <a:cubicBezTo>
                  <a:pt x="117" y="79"/>
                  <a:pt x="117" y="79"/>
                  <a:pt x="117" y="79"/>
                </a:cubicBezTo>
                <a:lnTo>
                  <a:pt x="117" y="144"/>
                </a:lnTo>
                <a:close/>
                <a:moveTo>
                  <a:pt x="219" y="106"/>
                </a:moveTo>
                <a:cubicBezTo>
                  <a:pt x="213" y="94"/>
                  <a:pt x="207" y="87"/>
                  <a:pt x="201" y="84"/>
                </a:cubicBezTo>
                <a:cubicBezTo>
                  <a:pt x="201" y="84"/>
                  <a:pt x="201" y="84"/>
                  <a:pt x="201" y="84"/>
                </a:cubicBezTo>
                <a:cubicBezTo>
                  <a:pt x="213" y="82"/>
                  <a:pt x="221" y="77"/>
                  <a:pt x="228" y="70"/>
                </a:cubicBezTo>
                <a:cubicBezTo>
                  <a:pt x="234" y="62"/>
                  <a:pt x="237" y="53"/>
                  <a:pt x="237" y="42"/>
                </a:cubicBezTo>
                <a:cubicBezTo>
                  <a:pt x="237" y="31"/>
                  <a:pt x="233" y="21"/>
                  <a:pt x="226" y="14"/>
                </a:cubicBezTo>
                <a:cubicBezTo>
                  <a:pt x="218" y="7"/>
                  <a:pt x="207" y="3"/>
                  <a:pt x="194" y="3"/>
                </a:cubicBezTo>
                <a:cubicBezTo>
                  <a:pt x="152" y="3"/>
                  <a:pt x="152" y="3"/>
                  <a:pt x="152" y="3"/>
                </a:cubicBezTo>
                <a:cubicBezTo>
                  <a:pt x="152" y="154"/>
                  <a:pt x="152" y="154"/>
                  <a:pt x="152" y="154"/>
                </a:cubicBezTo>
                <a:cubicBezTo>
                  <a:pt x="162" y="154"/>
                  <a:pt x="162" y="154"/>
                  <a:pt x="162" y="154"/>
                </a:cubicBezTo>
                <a:cubicBezTo>
                  <a:pt x="162" y="87"/>
                  <a:pt x="162" y="87"/>
                  <a:pt x="162" y="87"/>
                </a:cubicBezTo>
                <a:cubicBezTo>
                  <a:pt x="181" y="87"/>
                  <a:pt x="181" y="87"/>
                  <a:pt x="181" y="87"/>
                </a:cubicBezTo>
                <a:cubicBezTo>
                  <a:pt x="188" y="87"/>
                  <a:pt x="193" y="88"/>
                  <a:pt x="197" y="92"/>
                </a:cubicBezTo>
                <a:cubicBezTo>
                  <a:pt x="201" y="95"/>
                  <a:pt x="205" y="101"/>
                  <a:pt x="209" y="110"/>
                </a:cubicBezTo>
                <a:cubicBezTo>
                  <a:pt x="230" y="154"/>
                  <a:pt x="230" y="154"/>
                  <a:pt x="230" y="154"/>
                </a:cubicBezTo>
                <a:cubicBezTo>
                  <a:pt x="241" y="154"/>
                  <a:pt x="241" y="154"/>
                  <a:pt x="241" y="154"/>
                </a:cubicBezTo>
                <a:lnTo>
                  <a:pt x="219" y="106"/>
                </a:lnTo>
                <a:close/>
                <a:moveTo>
                  <a:pt x="189" y="77"/>
                </a:moveTo>
                <a:cubicBezTo>
                  <a:pt x="162" y="77"/>
                  <a:pt x="162" y="77"/>
                  <a:pt x="162" y="77"/>
                </a:cubicBezTo>
                <a:cubicBezTo>
                  <a:pt x="162" y="13"/>
                  <a:pt x="162" y="13"/>
                  <a:pt x="162" y="13"/>
                </a:cubicBezTo>
                <a:cubicBezTo>
                  <a:pt x="191" y="13"/>
                  <a:pt x="191" y="13"/>
                  <a:pt x="191" y="13"/>
                </a:cubicBezTo>
                <a:cubicBezTo>
                  <a:pt x="202" y="13"/>
                  <a:pt x="211" y="15"/>
                  <a:pt x="217" y="21"/>
                </a:cubicBezTo>
                <a:cubicBezTo>
                  <a:pt x="223" y="26"/>
                  <a:pt x="226" y="34"/>
                  <a:pt x="226" y="43"/>
                </a:cubicBezTo>
                <a:cubicBezTo>
                  <a:pt x="226" y="54"/>
                  <a:pt x="223" y="62"/>
                  <a:pt x="216" y="68"/>
                </a:cubicBezTo>
                <a:cubicBezTo>
                  <a:pt x="209" y="74"/>
                  <a:pt x="200" y="77"/>
                  <a:pt x="189" y="77"/>
                </a:cubicBezTo>
                <a:close/>
                <a:moveTo>
                  <a:pt x="326" y="3"/>
                </a:moveTo>
                <a:cubicBezTo>
                  <a:pt x="316" y="3"/>
                  <a:pt x="316" y="3"/>
                  <a:pt x="316" y="3"/>
                </a:cubicBezTo>
                <a:cubicBezTo>
                  <a:pt x="259" y="154"/>
                  <a:pt x="259" y="154"/>
                  <a:pt x="259" y="154"/>
                </a:cubicBezTo>
                <a:cubicBezTo>
                  <a:pt x="270" y="154"/>
                  <a:pt x="270" y="154"/>
                  <a:pt x="270" y="154"/>
                </a:cubicBezTo>
                <a:cubicBezTo>
                  <a:pt x="288" y="107"/>
                  <a:pt x="288" y="107"/>
                  <a:pt x="288" y="107"/>
                </a:cubicBezTo>
                <a:cubicBezTo>
                  <a:pt x="353" y="107"/>
                  <a:pt x="353" y="107"/>
                  <a:pt x="353" y="107"/>
                </a:cubicBezTo>
                <a:cubicBezTo>
                  <a:pt x="371" y="154"/>
                  <a:pt x="371" y="154"/>
                  <a:pt x="371" y="154"/>
                </a:cubicBezTo>
                <a:cubicBezTo>
                  <a:pt x="382" y="154"/>
                  <a:pt x="382" y="154"/>
                  <a:pt x="382" y="154"/>
                </a:cubicBezTo>
                <a:lnTo>
                  <a:pt x="326" y="3"/>
                </a:lnTo>
                <a:close/>
                <a:moveTo>
                  <a:pt x="291" y="98"/>
                </a:moveTo>
                <a:cubicBezTo>
                  <a:pt x="317" y="27"/>
                  <a:pt x="317" y="27"/>
                  <a:pt x="317" y="27"/>
                </a:cubicBezTo>
                <a:cubicBezTo>
                  <a:pt x="318" y="25"/>
                  <a:pt x="319" y="21"/>
                  <a:pt x="320" y="16"/>
                </a:cubicBezTo>
                <a:cubicBezTo>
                  <a:pt x="321" y="16"/>
                  <a:pt x="321" y="16"/>
                  <a:pt x="321" y="16"/>
                </a:cubicBezTo>
                <a:cubicBezTo>
                  <a:pt x="321" y="18"/>
                  <a:pt x="322" y="20"/>
                  <a:pt x="322" y="21"/>
                </a:cubicBezTo>
                <a:cubicBezTo>
                  <a:pt x="323" y="23"/>
                  <a:pt x="323" y="26"/>
                  <a:pt x="324" y="28"/>
                </a:cubicBezTo>
                <a:cubicBezTo>
                  <a:pt x="350" y="98"/>
                  <a:pt x="350" y="98"/>
                  <a:pt x="350" y="98"/>
                </a:cubicBezTo>
                <a:lnTo>
                  <a:pt x="291" y="98"/>
                </a:lnTo>
                <a:close/>
                <a:moveTo>
                  <a:pt x="504" y="149"/>
                </a:moveTo>
                <a:cubicBezTo>
                  <a:pt x="492" y="154"/>
                  <a:pt x="479" y="157"/>
                  <a:pt x="466" y="157"/>
                </a:cubicBezTo>
                <a:cubicBezTo>
                  <a:pt x="445" y="157"/>
                  <a:pt x="428" y="150"/>
                  <a:pt x="415" y="136"/>
                </a:cubicBezTo>
                <a:cubicBezTo>
                  <a:pt x="402" y="122"/>
                  <a:pt x="396" y="104"/>
                  <a:pt x="396" y="82"/>
                </a:cubicBezTo>
                <a:cubicBezTo>
                  <a:pt x="396" y="57"/>
                  <a:pt x="403" y="37"/>
                  <a:pt x="417" y="23"/>
                </a:cubicBezTo>
                <a:cubicBezTo>
                  <a:pt x="431" y="8"/>
                  <a:pt x="449" y="0"/>
                  <a:pt x="471" y="0"/>
                </a:cubicBezTo>
                <a:cubicBezTo>
                  <a:pt x="483" y="0"/>
                  <a:pt x="494" y="2"/>
                  <a:pt x="504" y="6"/>
                </a:cubicBezTo>
                <a:cubicBezTo>
                  <a:pt x="504" y="17"/>
                  <a:pt x="504" y="17"/>
                  <a:pt x="504" y="17"/>
                </a:cubicBezTo>
                <a:cubicBezTo>
                  <a:pt x="494" y="12"/>
                  <a:pt x="482" y="10"/>
                  <a:pt x="471" y="10"/>
                </a:cubicBezTo>
                <a:cubicBezTo>
                  <a:pt x="452" y="10"/>
                  <a:pt x="436" y="16"/>
                  <a:pt x="424" y="29"/>
                </a:cubicBezTo>
                <a:cubicBezTo>
                  <a:pt x="412" y="42"/>
                  <a:pt x="407" y="59"/>
                  <a:pt x="407" y="81"/>
                </a:cubicBezTo>
                <a:cubicBezTo>
                  <a:pt x="407" y="101"/>
                  <a:pt x="412" y="118"/>
                  <a:pt x="424" y="130"/>
                </a:cubicBezTo>
                <a:cubicBezTo>
                  <a:pt x="435" y="141"/>
                  <a:pt x="449" y="147"/>
                  <a:pt x="467" y="147"/>
                </a:cubicBezTo>
                <a:cubicBezTo>
                  <a:pt x="481" y="147"/>
                  <a:pt x="493" y="145"/>
                  <a:pt x="504" y="139"/>
                </a:cubicBezTo>
                <a:lnTo>
                  <a:pt x="504" y="149"/>
                </a:lnTo>
                <a:close/>
                <a:moveTo>
                  <a:pt x="538" y="154"/>
                </a:moveTo>
                <a:cubicBezTo>
                  <a:pt x="538" y="3"/>
                  <a:pt x="538" y="3"/>
                  <a:pt x="538" y="3"/>
                </a:cubicBezTo>
                <a:cubicBezTo>
                  <a:pt x="548" y="3"/>
                  <a:pt x="548" y="3"/>
                  <a:pt x="548" y="3"/>
                </a:cubicBezTo>
                <a:cubicBezTo>
                  <a:pt x="548" y="154"/>
                  <a:pt x="548" y="154"/>
                  <a:pt x="548" y="154"/>
                </a:cubicBezTo>
                <a:lnTo>
                  <a:pt x="538" y="154"/>
                </a:lnTo>
                <a:close/>
                <a:moveTo>
                  <a:pt x="641" y="3"/>
                </a:moveTo>
                <a:cubicBezTo>
                  <a:pt x="631" y="3"/>
                  <a:pt x="631" y="3"/>
                  <a:pt x="631" y="3"/>
                </a:cubicBezTo>
                <a:cubicBezTo>
                  <a:pt x="574" y="154"/>
                  <a:pt x="574" y="154"/>
                  <a:pt x="574" y="154"/>
                </a:cubicBezTo>
                <a:cubicBezTo>
                  <a:pt x="586" y="154"/>
                  <a:pt x="586" y="154"/>
                  <a:pt x="586" y="154"/>
                </a:cubicBezTo>
                <a:cubicBezTo>
                  <a:pt x="603" y="107"/>
                  <a:pt x="603" y="107"/>
                  <a:pt x="603" y="107"/>
                </a:cubicBezTo>
                <a:cubicBezTo>
                  <a:pt x="669" y="107"/>
                  <a:pt x="669" y="107"/>
                  <a:pt x="669" y="107"/>
                </a:cubicBezTo>
                <a:cubicBezTo>
                  <a:pt x="686" y="154"/>
                  <a:pt x="686" y="154"/>
                  <a:pt x="686" y="154"/>
                </a:cubicBezTo>
                <a:cubicBezTo>
                  <a:pt x="698" y="154"/>
                  <a:pt x="698" y="154"/>
                  <a:pt x="698" y="154"/>
                </a:cubicBezTo>
                <a:lnTo>
                  <a:pt x="641" y="3"/>
                </a:lnTo>
                <a:close/>
                <a:moveTo>
                  <a:pt x="607" y="98"/>
                </a:moveTo>
                <a:cubicBezTo>
                  <a:pt x="632" y="27"/>
                  <a:pt x="632" y="27"/>
                  <a:pt x="632" y="27"/>
                </a:cubicBezTo>
                <a:cubicBezTo>
                  <a:pt x="633" y="25"/>
                  <a:pt x="634" y="21"/>
                  <a:pt x="636" y="16"/>
                </a:cubicBezTo>
                <a:cubicBezTo>
                  <a:pt x="636" y="16"/>
                  <a:pt x="636" y="16"/>
                  <a:pt x="636" y="16"/>
                </a:cubicBezTo>
                <a:cubicBezTo>
                  <a:pt x="637" y="18"/>
                  <a:pt x="637" y="20"/>
                  <a:pt x="638" y="21"/>
                </a:cubicBezTo>
                <a:cubicBezTo>
                  <a:pt x="638" y="23"/>
                  <a:pt x="639" y="26"/>
                  <a:pt x="639" y="28"/>
                </a:cubicBezTo>
                <a:cubicBezTo>
                  <a:pt x="665" y="98"/>
                  <a:pt x="665" y="98"/>
                  <a:pt x="665" y="98"/>
                </a:cubicBezTo>
                <a:lnTo>
                  <a:pt x="607" y="98"/>
                </a:lnTo>
                <a:close/>
                <a:moveTo>
                  <a:pt x="719" y="149"/>
                </a:moveTo>
                <a:cubicBezTo>
                  <a:pt x="719" y="137"/>
                  <a:pt x="719" y="137"/>
                  <a:pt x="719" y="137"/>
                </a:cubicBezTo>
                <a:cubicBezTo>
                  <a:pt x="729" y="144"/>
                  <a:pt x="740" y="147"/>
                  <a:pt x="751" y="147"/>
                </a:cubicBezTo>
                <a:cubicBezTo>
                  <a:pt x="763" y="147"/>
                  <a:pt x="772" y="145"/>
                  <a:pt x="778" y="140"/>
                </a:cubicBezTo>
                <a:cubicBezTo>
                  <a:pt x="785" y="135"/>
                  <a:pt x="788" y="128"/>
                  <a:pt x="788" y="120"/>
                </a:cubicBezTo>
                <a:cubicBezTo>
                  <a:pt x="788" y="112"/>
                  <a:pt x="786" y="106"/>
                  <a:pt x="781" y="101"/>
                </a:cubicBezTo>
                <a:cubicBezTo>
                  <a:pt x="777" y="96"/>
                  <a:pt x="768" y="90"/>
                  <a:pt x="755" y="82"/>
                </a:cubicBezTo>
                <a:cubicBezTo>
                  <a:pt x="739" y="73"/>
                  <a:pt x="730" y="66"/>
                  <a:pt x="725" y="60"/>
                </a:cubicBezTo>
                <a:cubicBezTo>
                  <a:pt x="721" y="54"/>
                  <a:pt x="719" y="47"/>
                  <a:pt x="719" y="39"/>
                </a:cubicBezTo>
                <a:cubicBezTo>
                  <a:pt x="719" y="28"/>
                  <a:pt x="724" y="19"/>
                  <a:pt x="732" y="12"/>
                </a:cubicBezTo>
                <a:cubicBezTo>
                  <a:pt x="740" y="4"/>
                  <a:pt x="751" y="0"/>
                  <a:pt x="765" y="0"/>
                </a:cubicBezTo>
                <a:cubicBezTo>
                  <a:pt x="774" y="0"/>
                  <a:pt x="783" y="2"/>
                  <a:pt x="792" y="5"/>
                </a:cubicBezTo>
                <a:cubicBezTo>
                  <a:pt x="792" y="16"/>
                  <a:pt x="792" y="16"/>
                  <a:pt x="792" y="16"/>
                </a:cubicBezTo>
                <a:cubicBezTo>
                  <a:pt x="783" y="12"/>
                  <a:pt x="774" y="10"/>
                  <a:pt x="764" y="10"/>
                </a:cubicBezTo>
                <a:cubicBezTo>
                  <a:pt x="753" y="10"/>
                  <a:pt x="745" y="13"/>
                  <a:pt x="739" y="18"/>
                </a:cubicBezTo>
                <a:cubicBezTo>
                  <a:pt x="733" y="23"/>
                  <a:pt x="730" y="30"/>
                  <a:pt x="730" y="38"/>
                </a:cubicBezTo>
                <a:cubicBezTo>
                  <a:pt x="730" y="45"/>
                  <a:pt x="732" y="52"/>
                  <a:pt x="736" y="56"/>
                </a:cubicBezTo>
                <a:cubicBezTo>
                  <a:pt x="741" y="61"/>
                  <a:pt x="749" y="67"/>
                  <a:pt x="763" y="75"/>
                </a:cubicBezTo>
                <a:cubicBezTo>
                  <a:pt x="777" y="83"/>
                  <a:pt x="787" y="90"/>
                  <a:pt x="791" y="96"/>
                </a:cubicBezTo>
                <a:cubicBezTo>
                  <a:pt x="796" y="102"/>
                  <a:pt x="798" y="110"/>
                  <a:pt x="798" y="118"/>
                </a:cubicBezTo>
                <a:cubicBezTo>
                  <a:pt x="798" y="129"/>
                  <a:pt x="794" y="139"/>
                  <a:pt x="786" y="146"/>
                </a:cubicBezTo>
                <a:cubicBezTo>
                  <a:pt x="778" y="153"/>
                  <a:pt x="767" y="157"/>
                  <a:pt x="752" y="157"/>
                </a:cubicBezTo>
                <a:cubicBezTo>
                  <a:pt x="747" y="157"/>
                  <a:pt x="741" y="156"/>
                  <a:pt x="734" y="155"/>
                </a:cubicBezTo>
                <a:cubicBezTo>
                  <a:pt x="727" y="153"/>
                  <a:pt x="722" y="151"/>
                  <a:pt x="719" y="14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90000"/>
                  <a:lumOff val="10000"/>
                </a:schemeClr>
              </a:solidFill>
              <a:effectLst/>
              <a:uLnTx/>
              <a:uFillTx/>
              <a:latin typeface="Segoe UI Semilight"/>
              <a:ea typeface="+mn-ea"/>
              <a:cs typeface="Segoe UI Semilight"/>
            </a:endParaRPr>
          </a:p>
        </p:txBody>
      </p:sp>
      <p:sp>
        <p:nvSpPr>
          <p:cNvPr id="11" name="Freeform 224">
            <a:extLst>
              <a:ext uri="{FF2B5EF4-FFF2-40B4-BE49-F238E27FC236}">
                <a16:creationId xmlns:a16="http://schemas.microsoft.com/office/drawing/2014/main" id="{06AB605F-82D0-ADAA-F9FA-39929CC472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076655" y="2719697"/>
            <a:ext cx="990269" cy="282567"/>
          </a:xfrm>
          <a:custGeom>
            <a:avLst/>
            <a:gdLst>
              <a:gd name="T0" fmla="*/ 8 w 326"/>
              <a:gd name="T1" fmla="*/ 48 h 93"/>
              <a:gd name="T2" fmla="*/ 6 w 326"/>
              <a:gd name="T3" fmla="*/ 46 h 93"/>
              <a:gd name="T4" fmla="*/ 0 w 326"/>
              <a:gd name="T5" fmla="*/ 91 h 93"/>
              <a:gd name="T6" fmla="*/ 6 w 326"/>
              <a:gd name="T7" fmla="*/ 1 h 93"/>
              <a:gd name="T8" fmla="*/ 6 w 326"/>
              <a:gd name="T9" fmla="*/ 43 h 93"/>
              <a:gd name="T10" fmla="*/ 44 w 326"/>
              <a:gd name="T11" fmla="*/ 1 h 93"/>
              <a:gd name="T12" fmla="*/ 13 w 326"/>
              <a:gd name="T13" fmla="*/ 45 h 93"/>
              <a:gd name="T14" fmla="*/ 46 w 326"/>
              <a:gd name="T15" fmla="*/ 91 h 93"/>
              <a:gd name="T16" fmla="*/ 68 w 326"/>
              <a:gd name="T17" fmla="*/ 1 h 93"/>
              <a:gd name="T18" fmla="*/ 74 w 326"/>
              <a:gd name="T19" fmla="*/ 91 h 93"/>
              <a:gd name="T20" fmla="*/ 97 w 326"/>
              <a:gd name="T21" fmla="*/ 91 h 93"/>
              <a:gd name="T22" fmla="*/ 103 w 326"/>
              <a:gd name="T23" fmla="*/ 1 h 93"/>
              <a:gd name="T24" fmla="*/ 97 w 326"/>
              <a:gd name="T25" fmla="*/ 91 h 93"/>
              <a:gd name="T26" fmla="*/ 151 w 326"/>
              <a:gd name="T27" fmla="*/ 91 h 93"/>
              <a:gd name="T28" fmla="*/ 144 w 326"/>
              <a:gd name="T29" fmla="*/ 7 h 93"/>
              <a:gd name="T30" fmla="*/ 119 w 326"/>
              <a:gd name="T31" fmla="*/ 1 h 93"/>
              <a:gd name="T32" fmla="*/ 177 w 326"/>
              <a:gd name="T33" fmla="*/ 7 h 93"/>
              <a:gd name="T34" fmla="*/ 251 w 326"/>
              <a:gd name="T35" fmla="*/ 12 h 93"/>
              <a:gd name="T36" fmla="*/ 190 w 326"/>
              <a:gd name="T37" fmla="*/ 12 h 93"/>
              <a:gd name="T38" fmla="*/ 190 w 326"/>
              <a:gd name="T39" fmla="*/ 80 h 93"/>
              <a:gd name="T40" fmla="*/ 251 w 326"/>
              <a:gd name="T41" fmla="*/ 80 h 93"/>
              <a:gd name="T42" fmla="*/ 251 w 326"/>
              <a:gd name="T43" fmla="*/ 12 h 93"/>
              <a:gd name="T44" fmla="*/ 220 w 326"/>
              <a:gd name="T45" fmla="*/ 87 h 93"/>
              <a:gd name="T46" fmla="*/ 185 w 326"/>
              <a:gd name="T47" fmla="*/ 46 h 93"/>
              <a:gd name="T48" fmla="*/ 221 w 326"/>
              <a:gd name="T49" fmla="*/ 5 h 93"/>
              <a:gd name="T50" fmla="*/ 256 w 326"/>
              <a:gd name="T51" fmla="*/ 46 h 93"/>
              <a:gd name="T52" fmla="*/ 278 w 326"/>
              <a:gd name="T53" fmla="*/ 88 h 93"/>
              <a:gd name="T54" fmla="*/ 298 w 326"/>
              <a:gd name="T55" fmla="*/ 87 h 93"/>
              <a:gd name="T56" fmla="*/ 319 w 326"/>
              <a:gd name="T57" fmla="*/ 70 h 93"/>
              <a:gd name="T58" fmla="*/ 300 w 326"/>
              <a:gd name="T59" fmla="*/ 48 h 93"/>
              <a:gd name="T60" fmla="*/ 279 w 326"/>
              <a:gd name="T61" fmla="*/ 22 h 93"/>
              <a:gd name="T62" fmla="*/ 306 w 326"/>
              <a:gd name="T63" fmla="*/ 0 h 93"/>
              <a:gd name="T64" fmla="*/ 322 w 326"/>
              <a:gd name="T65" fmla="*/ 9 h 93"/>
              <a:gd name="T66" fmla="*/ 291 w 326"/>
              <a:gd name="T67" fmla="*/ 10 h 93"/>
              <a:gd name="T68" fmla="*/ 289 w 326"/>
              <a:gd name="T69" fmla="*/ 33 h 93"/>
              <a:gd name="T70" fmla="*/ 321 w 326"/>
              <a:gd name="T71" fmla="*/ 56 h 93"/>
              <a:gd name="T72" fmla="*/ 318 w 326"/>
              <a:gd name="T73" fmla="*/ 86 h 93"/>
              <a:gd name="T74" fmla="*/ 287 w 326"/>
              <a:gd name="T75" fmla="*/ 91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326" h="93">
                <a:moveTo>
                  <a:pt x="46" y="91"/>
                </a:moveTo>
                <a:cubicBezTo>
                  <a:pt x="8" y="48"/>
                  <a:pt x="8" y="48"/>
                  <a:pt x="8" y="48"/>
                </a:cubicBezTo>
                <a:cubicBezTo>
                  <a:pt x="7" y="47"/>
                  <a:pt x="7" y="46"/>
                  <a:pt x="6" y="46"/>
                </a:cubicBezTo>
                <a:cubicBezTo>
                  <a:pt x="6" y="46"/>
                  <a:pt x="6" y="46"/>
                  <a:pt x="6" y="46"/>
                </a:cubicBezTo>
                <a:cubicBezTo>
                  <a:pt x="6" y="91"/>
                  <a:pt x="6" y="91"/>
                  <a:pt x="6" y="91"/>
                </a:cubicBezTo>
                <a:cubicBezTo>
                  <a:pt x="0" y="91"/>
                  <a:pt x="0" y="91"/>
                  <a:pt x="0" y="91"/>
                </a:cubicBezTo>
                <a:cubicBezTo>
                  <a:pt x="0" y="1"/>
                  <a:pt x="0" y="1"/>
                  <a:pt x="0" y="1"/>
                </a:cubicBezTo>
                <a:cubicBezTo>
                  <a:pt x="6" y="1"/>
                  <a:pt x="6" y="1"/>
                  <a:pt x="6" y="1"/>
                </a:cubicBezTo>
                <a:cubicBezTo>
                  <a:pt x="6" y="43"/>
                  <a:pt x="6" y="43"/>
                  <a:pt x="6" y="43"/>
                </a:cubicBezTo>
                <a:cubicBezTo>
                  <a:pt x="6" y="43"/>
                  <a:pt x="6" y="43"/>
                  <a:pt x="6" y="43"/>
                </a:cubicBezTo>
                <a:cubicBezTo>
                  <a:pt x="7" y="43"/>
                  <a:pt x="7" y="42"/>
                  <a:pt x="8" y="41"/>
                </a:cubicBezTo>
                <a:cubicBezTo>
                  <a:pt x="44" y="1"/>
                  <a:pt x="44" y="1"/>
                  <a:pt x="44" y="1"/>
                </a:cubicBezTo>
                <a:cubicBezTo>
                  <a:pt x="53" y="1"/>
                  <a:pt x="53" y="1"/>
                  <a:pt x="53" y="1"/>
                </a:cubicBezTo>
                <a:cubicBezTo>
                  <a:pt x="13" y="45"/>
                  <a:pt x="13" y="45"/>
                  <a:pt x="13" y="45"/>
                </a:cubicBezTo>
                <a:cubicBezTo>
                  <a:pt x="55" y="91"/>
                  <a:pt x="55" y="91"/>
                  <a:pt x="55" y="91"/>
                </a:cubicBezTo>
                <a:lnTo>
                  <a:pt x="46" y="91"/>
                </a:lnTo>
                <a:close/>
                <a:moveTo>
                  <a:pt x="68" y="91"/>
                </a:moveTo>
                <a:cubicBezTo>
                  <a:pt x="68" y="1"/>
                  <a:pt x="68" y="1"/>
                  <a:pt x="68" y="1"/>
                </a:cubicBezTo>
                <a:cubicBezTo>
                  <a:pt x="74" y="1"/>
                  <a:pt x="74" y="1"/>
                  <a:pt x="74" y="1"/>
                </a:cubicBezTo>
                <a:cubicBezTo>
                  <a:pt x="74" y="91"/>
                  <a:pt x="74" y="91"/>
                  <a:pt x="74" y="91"/>
                </a:cubicBezTo>
                <a:lnTo>
                  <a:pt x="68" y="91"/>
                </a:lnTo>
                <a:close/>
                <a:moveTo>
                  <a:pt x="97" y="91"/>
                </a:moveTo>
                <a:cubicBezTo>
                  <a:pt x="97" y="1"/>
                  <a:pt x="97" y="1"/>
                  <a:pt x="97" y="1"/>
                </a:cubicBezTo>
                <a:cubicBezTo>
                  <a:pt x="103" y="1"/>
                  <a:pt x="103" y="1"/>
                  <a:pt x="103" y="1"/>
                </a:cubicBezTo>
                <a:cubicBezTo>
                  <a:pt x="103" y="91"/>
                  <a:pt x="103" y="91"/>
                  <a:pt x="103" y="91"/>
                </a:cubicBezTo>
                <a:lnTo>
                  <a:pt x="97" y="91"/>
                </a:lnTo>
                <a:close/>
                <a:moveTo>
                  <a:pt x="151" y="7"/>
                </a:moveTo>
                <a:cubicBezTo>
                  <a:pt x="151" y="91"/>
                  <a:pt x="151" y="91"/>
                  <a:pt x="151" y="91"/>
                </a:cubicBezTo>
                <a:cubicBezTo>
                  <a:pt x="144" y="91"/>
                  <a:pt x="144" y="91"/>
                  <a:pt x="144" y="91"/>
                </a:cubicBezTo>
                <a:cubicBezTo>
                  <a:pt x="144" y="7"/>
                  <a:pt x="144" y="7"/>
                  <a:pt x="144" y="7"/>
                </a:cubicBezTo>
                <a:cubicBezTo>
                  <a:pt x="119" y="7"/>
                  <a:pt x="119" y="7"/>
                  <a:pt x="119" y="7"/>
                </a:cubicBezTo>
                <a:cubicBezTo>
                  <a:pt x="119" y="1"/>
                  <a:pt x="119" y="1"/>
                  <a:pt x="119" y="1"/>
                </a:cubicBezTo>
                <a:cubicBezTo>
                  <a:pt x="177" y="1"/>
                  <a:pt x="177" y="1"/>
                  <a:pt x="177" y="1"/>
                </a:cubicBezTo>
                <a:cubicBezTo>
                  <a:pt x="177" y="7"/>
                  <a:pt x="177" y="7"/>
                  <a:pt x="177" y="7"/>
                </a:cubicBezTo>
                <a:lnTo>
                  <a:pt x="151" y="7"/>
                </a:lnTo>
                <a:close/>
                <a:moveTo>
                  <a:pt x="251" y="12"/>
                </a:moveTo>
                <a:cubicBezTo>
                  <a:pt x="244" y="4"/>
                  <a:pt x="234" y="0"/>
                  <a:pt x="222" y="0"/>
                </a:cubicBezTo>
                <a:cubicBezTo>
                  <a:pt x="208" y="0"/>
                  <a:pt x="198" y="4"/>
                  <a:pt x="190" y="12"/>
                </a:cubicBezTo>
                <a:cubicBezTo>
                  <a:pt x="182" y="21"/>
                  <a:pt x="178" y="33"/>
                  <a:pt x="178" y="47"/>
                </a:cubicBezTo>
                <a:cubicBezTo>
                  <a:pt x="178" y="60"/>
                  <a:pt x="182" y="71"/>
                  <a:pt x="190" y="80"/>
                </a:cubicBezTo>
                <a:cubicBezTo>
                  <a:pt x="197" y="88"/>
                  <a:pt x="207" y="93"/>
                  <a:pt x="220" y="93"/>
                </a:cubicBezTo>
                <a:cubicBezTo>
                  <a:pt x="233" y="93"/>
                  <a:pt x="243" y="88"/>
                  <a:pt x="251" y="80"/>
                </a:cubicBezTo>
                <a:cubicBezTo>
                  <a:pt x="259" y="71"/>
                  <a:pt x="263" y="60"/>
                  <a:pt x="263" y="45"/>
                </a:cubicBezTo>
                <a:cubicBezTo>
                  <a:pt x="263" y="31"/>
                  <a:pt x="259" y="20"/>
                  <a:pt x="251" y="12"/>
                </a:cubicBezTo>
                <a:close/>
                <a:moveTo>
                  <a:pt x="246" y="76"/>
                </a:moveTo>
                <a:cubicBezTo>
                  <a:pt x="240" y="83"/>
                  <a:pt x="231" y="87"/>
                  <a:pt x="220" y="87"/>
                </a:cubicBezTo>
                <a:cubicBezTo>
                  <a:pt x="209" y="87"/>
                  <a:pt x="201" y="83"/>
                  <a:pt x="194" y="76"/>
                </a:cubicBezTo>
                <a:cubicBezTo>
                  <a:pt x="188" y="69"/>
                  <a:pt x="185" y="59"/>
                  <a:pt x="185" y="46"/>
                </a:cubicBezTo>
                <a:cubicBezTo>
                  <a:pt x="185" y="34"/>
                  <a:pt x="188" y="24"/>
                  <a:pt x="195" y="17"/>
                </a:cubicBezTo>
                <a:cubicBezTo>
                  <a:pt x="202" y="9"/>
                  <a:pt x="210" y="5"/>
                  <a:pt x="221" y="5"/>
                </a:cubicBezTo>
                <a:cubicBezTo>
                  <a:pt x="232" y="5"/>
                  <a:pt x="240" y="9"/>
                  <a:pt x="247" y="16"/>
                </a:cubicBezTo>
                <a:cubicBezTo>
                  <a:pt x="253" y="23"/>
                  <a:pt x="256" y="33"/>
                  <a:pt x="256" y="46"/>
                </a:cubicBezTo>
                <a:cubicBezTo>
                  <a:pt x="256" y="59"/>
                  <a:pt x="253" y="69"/>
                  <a:pt x="246" y="76"/>
                </a:cubicBezTo>
                <a:close/>
                <a:moveTo>
                  <a:pt x="278" y="88"/>
                </a:moveTo>
                <a:cubicBezTo>
                  <a:pt x="278" y="81"/>
                  <a:pt x="278" y="81"/>
                  <a:pt x="278" y="81"/>
                </a:cubicBezTo>
                <a:cubicBezTo>
                  <a:pt x="285" y="85"/>
                  <a:pt x="291" y="87"/>
                  <a:pt x="298" y="87"/>
                </a:cubicBezTo>
                <a:cubicBezTo>
                  <a:pt x="305" y="87"/>
                  <a:pt x="310" y="85"/>
                  <a:pt x="314" y="83"/>
                </a:cubicBezTo>
                <a:cubicBezTo>
                  <a:pt x="317" y="80"/>
                  <a:pt x="319" y="76"/>
                  <a:pt x="319" y="70"/>
                </a:cubicBezTo>
                <a:cubicBezTo>
                  <a:pt x="319" y="66"/>
                  <a:pt x="318" y="62"/>
                  <a:pt x="316" y="59"/>
                </a:cubicBezTo>
                <a:cubicBezTo>
                  <a:pt x="313" y="57"/>
                  <a:pt x="308" y="53"/>
                  <a:pt x="300" y="48"/>
                </a:cubicBezTo>
                <a:cubicBezTo>
                  <a:pt x="291" y="43"/>
                  <a:pt x="285" y="38"/>
                  <a:pt x="282" y="35"/>
                </a:cubicBezTo>
                <a:cubicBezTo>
                  <a:pt x="280" y="31"/>
                  <a:pt x="279" y="27"/>
                  <a:pt x="279" y="22"/>
                </a:cubicBezTo>
                <a:cubicBezTo>
                  <a:pt x="279" y="16"/>
                  <a:pt x="281" y="11"/>
                  <a:pt x="286" y="6"/>
                </a:cubicBezTo>
                <a:cubicBezTo>
                  <a:pt x="291" y="2"/>
                  <a:pt x="298" y="0"/>
                  <a:pt x="306" y="0"/>
                </a:cubicBezTo>
                <a:cubicBezTo>
                  <a:pt x="311" y="0"/>
                  <a:pt x="317" y="0"/>
                  <a:pt x="322" y="2"/>
                </a:cubicBezTo>
                <a:cubicBezTo>
                  <a:pt x="322" y="9"/>
                  <a:pt x="322" y="9"/>
                  <a:pt x="322" y="9"/>
                </a:cubicBezTo>
                <a:cubicBezTo>
                  <a:pt x="317" y="6"/>
                  <a:pt x="311" y="5"/>
                  <a:pt x="305" y="5"/>
                </a:cubicBezTo>
                <a:cubicBezTo>
                  <a:pt x="299" y="5"/>
                  <a:pt x="294" y="7"/>
                  <a:pt x="291" y="10"/>
                </a:cubicBezTo>
                <a:cubicBezTo>
                  <a:pt x="287" y="13"/>
                  <a:pt x="285" y="17"/>
                  <a:pt x="285" y="22"/>
                </a:cubicBezTo>
                <a:cubicBezTo>
                  <a:pt x="285" y="26"/>
                  <a:pt x="286" y="30"/>
                  <a:pt x="289" y="33"/>
                </a:cubicBezTo>
                <a:cubicBezTo>
                  <a:pt x="291" y="35"/>
                  <a:pt x="297" y="39"/>
                  <a:pt x="305" y="44"/>
                </a:cubicBezTo>
                <a:cubicBezTo>
                  <a:pt x="313" y="48"/>
                  <a:pt x="319" y="53"/>
                  <a:pt x="321" y="56"/>
                </a:cubicBezTo>
                <a:cubicBezTo>
                  <a:pt x="324" y="60"/>
                  <a:pt x="326" y="64"/>
                  <a:pt x="326" y="69"/>
                </a:cubicBezTo>
                <a:cubicBezTo>
                  <a:pt x="326" y="76"/>
                  <a:pt x="323" y="82"/>
                  <a:pt x="318" y="86"/>
                </a:cubicBezTo>
                <a:cubicBezTo>
                  <a:pt x="314" y="90"/>
                  <a:pt x="307" y="93"/>
                  <a:pt x="298" y="93"/>
                </a:cubicBezTo>
                <a:cubicBezTo>
                  <a:pt x="295" y="93"/>
                  <a:pt x="291" y="92"/>
                  <a:pt x="287" y="91"/>
                </a:cubicBezTo>
                <a:cubicBezTo>
                  <a:pt x="283" y="90"/>
                  <a:pt x="280" y="89"/>
                  <a:pt x="278" y="88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12" name="Freeform 225">
            <a:extLst>
              <a:ext uri="{FF2B5EF4-FFF2-40B4-BE49-F238E27FC236}">
                <a16:creationId xmlns:a16="http://schemas.microsoft.com/office/drawing/2014/main" id="{537513A5-5B79-388E-3755-695871298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7708982" y="4214803"/>
            <a:ext cx="1408983" cy="371217"/>
          </a:xfrm>
          <a:custGeom>
            <a:avLst/>
            <a:gdLst>
              <a:gd name="T0" fmla="*/ 39 w 581"/>
              <a:gd name="T1" fmla="*/ 0 h 153"/>
              <a:gd name="T2" fmla="*/ 0 w 581"/>
              <a:gd name="T3" fmla="*/ 153 h 153"/>
              <a:gd name="T4" fmla="*/ 95 w 581"/>
              <a:gd name="T5" fmla="*/ 131 h 153"/>
              <a:gd name="T6" fmla="*/ 96 w 581"/>
              <a:gd name="T7" fmla="*/ 19 h 153"/>
              <a:gd name="T8" fmla="*/ 35 w 581"/>
              <a:gd name="T9" fmla="*/ 143 h 153"/>
              <a:gd name="T10" fmla="*/ 11 w 581"/>
              <a:gd name="T11" fmla="*/ 9 h 153"/>
              <a:gd name="T12" fmla="*/ 105 w 581"/>
              <a:gd name="T13" fmla="*/ 75 h 153"/>
              <a:gd name="T14" fmla="*/ 184 w 581"/>
              <a:gd name="T15" fmla="*/ 0 h 153"/>
              <a:gd name="T16" fmla="*/ 116 w 581"/>
              <a:gd name="T17" fmla="*/ 153 h 153"/>
              <a:gd name="T18" fmla="*/ 145 w 581"/>
              <a:gd name="T19" fmla="*/ 105 h 153"/>
              <a:gd name="T20" fmla="*/ 229 w 581"/>
              <a:gd name="T21" fmla="*/ 153 h 153"/>
              <a:gd name="T22" fmla="*/ 184 w 581"/>
              <a:gd name="T23" fmla="*/ 0 h 153"/>
              <a:gd name="T24" fmla="*/ 174 w 581"/>
              <a:gd name="T25" fmla="*/ 24 h 153"/>
              <a:gd name="T26" fmla="*/ 178 w 581"/>
              <a:gd name="T27" fmla="*/ 13 h 153"/>
              <a:gd name="T28" fmla="*/ 182 w 581"/>
              <a:gd name="T29" fmla="*/ 25 h 153"/>
              <a:gd name="T30" fmla="*/ 149 w 581"/>
              <a:gd name="T31" fmla="*/ 95 h 153"/>
              <a:gd name="T32" fmla="*/ 271 w 581"/>
              <a:gd name="T33" fmla="*/ 29 h 153"/>
              <a:gd name="T34" fmla="*/ 264 w 581"/>
              <a:gd name="T35" fmla="*/ 19 h 153"/>
              <a:gd name="T36" fmla="*/ 264 w 581"/>
              <a:gd name="T37" fmla="*/ 26 h 153"/>
              <a:gd name="T38" fmla="*/ 254 w 581"/>
              <a:gd name="T39" fmla="*/ 153 h 153"/>
              <a:gd name="T40" fmla="*/ 262 w 581"/>
              <a:gd name="T41" fmla="*/ 0 h 153"/>
              <a:gd name="T42" fmla="*/ 359 w 581"/>
              <a:gd name="T43" fmla="*/ 132 h 153"/>
              <a:gd name="T44" fmla="*/ 359 w 581"/>
              <a:gd name="T45" fmla="*/ 119 h 153"/>
              <a:gd name="T46" fmla="*/ 369 w 581"/>
              <a:gd name="T47" fmla="*/ 0 h 153"/>
              <a:gd name="T48" fmla="*/ 362 w 581"/>
              <a:gd name="T49" fmla="*/ 153 h 153"/>
              <a:gd name="T50" fmla="*/ 409 w 581"/>
              <a:gd name="T51" fmla="*/ 80 h 153"/>
              <a:gd name="T52" fmla="*/ 406 w 581"/>
              <a:gd name="T53" fmla="*/ 76 h 153"/>
              <a:gd name="T54" fmla="*/ 395 w 581"/>
              <a:gd name="T55" fmla="*/ 153 h 153"/>
              <a:gd name="T56" fmla="*/ 406 w 581"/>
              <a:gd name="T57" fmla="*/ 0 h 153"/>
              <a:gd name="T58" fmla="*/ 406 w 581"/>
              <a:gd name="T59" fmla="*/ 72 h 153"/>
              <a:gd name="T60" fmla="*/ 471 w 581"/>
              <a:gd name="T61" fmla="*/ 0 h 153"/>
              <a:gd name="T62" fmla="*/ 418 w 581"/>
              <a:gd name="T63" fmla="*/ 74 h 153"/>
              <a:gd name="T64" fmla="*/ 474 w 581"/>
              <a:gd name="T65" fmla="*/ 153 h 153"/>
              <a:gd name="T66" fmla="*/ 506 w 581"/>
              <a:gd name="T67" fmla="*/ 0 h 153"/>
              <a:gd name="T68" fmla="*/ 578 w 581"/>
              <a:gd name="T69" fmla="*/ 9 h 153"/>
              <a:gd name="T70" fmla="*/ 517 w 581"/>
              <a:gd name="T71" fmla="*/ 71 h 153"/>
              <a:gd name="T72" fmla="*/ 573 w 581"/>
              <a:gd name="T73" fmla="*/ 80 h 153"/>
              <a:gd name="T74" fmla="*/ 517 w 581"/>
              <a:gd name="T75" fmla="*/ 143 h 153"/>
              <a:gd name="T76" fmla="*/ 581 w 581"/>
              <a:gd name="T77" fmla="*/ 153 h 1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581" h="153">
                <a:moveTo>
                  <a:pt x="96" y="19"/>
                </a:moveTo>
                <a:cubicBezTo>
                  <a:pt x="83" y="6"/>
                  <a:pt x="64" y="0"/>
                  <a:pt x="39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53"/>
                  <a:pt x="0" y="153"/>
                  <a:pt x="0" y="153"/>
                </a:cubicBezTo>
                <a:cubicBezTo>
                  <a:pt x="36" y="153"/>
                  <a:pt x="36" y="153"/>
                  <a:pt x="36" y="153"/>
                </a:cubicBezTo>
                <a:cubicBezTo>
                  <a:pt x="61" y="153"/>
                  <a:pt x="81" y="146"/>
                  <a:pt x="95" y="131"/>
                </a:cubicBezTo>
                <a:cubicBezTo>
                  <a:pt x="109" y="116"/>
                  <a:pt x="116" y="97"/>
                  <a:pt x="116" y="74"/>
                </a:cubicBezTo>
                <a:cubicBezTo>
                  <a:pt x="116" y="50"/>
                  <a:pt x="110" y="31"/>
                  <a:pt x="96" y="19"/>
                </a:cubicBezTo>
                <a:close/>
                <a:moveTo>
                  <a:pt x="87" y="126"/>
                </a:moveTo>
                <a:cubicBezTo>
                  <a:pt x="75" y="137"/>
                  <a:pt x="57" y="143"/>
                  <a:pt x="35" y="143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9"/>
                  <a:pt x="11" y="9"/>
                  <a:pt x="11" y="9"/>
                </a:cubicBezTo>
                <a:cubicBezTo>
                  <a:pt x="37" y="9"/>
                  <a:pt x="37" y="9"/>
                  <a:pt x="37" y="9"/>
                </a:cubicBezTo>
                <a:cubicBezTo>
                  <a:pt x="83" y="9"/>
                  <a:pt x="105" y="31"/>
                  <a:pt x="105" y="75"/>
                </a:cubicBezTo>
                <a:cubicBezTo>
                  <a:pt x="105" y="97"/>
                  <a:pt x="99" y="114"/>
                  <a:pt x="87" y="126"/>
                </a:cubicBezTo>
                <a:close/>
                <a:moveTo>
                  <a:pt x="184" y="0"/>
                </a:moveTo>
                <a:cubicBezTo>
                  <a:pt x="174" y="0"/>
                  <a:pt x="174" y="0"/>
                  <a:pt x="174" y="0"/>
                </a:cubicBezTo>
                <a:cubicBezTo>
                  <a:pt x="116" y="153"/>
                  <a:pt x="116" y="153"/>
                  <a:pt x="116" y="153"/>
                </a:cubicBezTo>
                <a:cubicBezTo>
                  <a:pt x="127" y="153"/>
                  <a:pt x="127" y="153"/>
                  <a:pt x="127" y="153"/>
                </a:cubicBezTo>
                <a:cubicBezTo>
                  <a:pt x="145" y="105"/>
                  <a:pt x="145" y="105"/>
                  <a:pt x="145" y="105"/>
                </a:cubicBezTo>
                <a:cubicBezTo>
                  <a:pt x="211" y="105"/>
                  <a:pt x="211" y="105"/>
                  <a:pt x="211" y="105"/>
                </a:cubicBezTo>
                <a:cubicBezTo>
                  <a:pt x="229" y="153"/>
                  <a:pt x="229" y="153"/>
                  <a:pt x="229" y="153"/>
                </a:cubicBezTo>
                <a:cubicBezTo>
                  <a:pt x="241" y="153"/>
                  <a:pt x="241" y="153"/>
                  <a:pt x="241" y="153"/>
                </a:cubicBezTo>
                <a:lnTo>
                  <a:pt x="184" y="0"/>
                </a:lnTo>
                <a:close/>
                <a:moveTo>
                  <a:pt x="149" y="95"/>
                </a:moveTo>
                <a:cubicBezTo>
                  <a:pt x="174" y="24"/>
                  <a:pt x="174" y="24"/>
                  <a:pt x="174" y="24"/>
                </a:cubicBezTo>
                <a:cubicBezTo>
                  <a:pt x="176" y="22"/>
                  <a:pt x="177" y="18"/>
                  <a:pt x="178" y="13"/>
                </a:cubicBezTo>
                <a:cubicBezTo>
                  <a:pt x="178" y="13"/>
                  <a:pt x="178" y="13"/>
                  <a:pt x="178" y="13"/>
                </a:cubicBezTo>
                <a:cubicBezTo>
                  <a:pt x="179" y="15"/>
                  <a:pt x="179" y="17"/>
                  <a:pt x="180" y="18"/>
                </a:cubicBezTo>
                <a:cubicBezTo>
                  <a:pt x="180" y="20"/>
                  <a:pt x="181" y="23"/>
                  <a:pt x="182" y="25"/>
                </a:cubicBezTo>
                <a:cubicBezTo>
                  <a:pt x="208" y="95"/>
                  <a:pt x="208" y="95"/>
                  <a:pt x="208" y="95"/>
                </a:cubicBezTo>
                <a:lnTo>
                  <a:pt x="149" y="95"/>
                </a:lnTo>
                <a:close/>
                <a:moveTo>
                  <a:pt x="362" y="153"/>
                </a:moveTo>
                <a:cubicBezTo>
                  <a:pt x="271" y="29"/>
                  <a:pt x="271" y="29"/>
                  <a:pt x="271" y="29"/>
                </a:cubicBezTo>
                <a:cubicBezTo>
                  <a:pt x="269" y="27"/>
                  <a:pt x="267" y="24"/>
                  <a:pt x="266" y="22"/>
                </a:cubicBezTo>
                <a:cubicBezTo>
                  <a:pt x="264" y="19"/>
                  <a:pt x="264" y="19"/>
                  <a:pt x="264" y="19"/>
                </a:cubicBezTo>
                <a:cubicBezTo>
                  <a:pt x="264" y="19"/>
                  <a:pt x="264" y="19"/>
                  <a:pt x="264" y="19"/>
                </a:cubicBezTo>
                <a:cubicBezTo>
                  <a:pt x="264" y="21"/>
                  <a:pt x="264" y="24"/>
                  <a:pt x="264" y="26"/>
                </a:cubicBezTo>
                <a:cubicBezTo>
                  <a:pt x="264" y="153"/>
                  <a:pt x="264" y="153"/>
                  <a:pt x="264" y="153"/>
                </a:cubicBezTo>
                <a:cubicBezTo>
                  <a:pt x="254" y="153"/>
                  <a:pt x="254" y="153"/>
                  <a:pt x="254" y="153"/>
                </a:cubicBezTo>
                <a:cubicBezTo>
                  <a:pt x="254" y="0"/>
                  <a:pt x="254" y="0"/>
                  <a:pt x="254" y="0"/>
                </a:cubicBezTo>
                <a:cubicBezTo>
                  <a:pt x="262" y="0"/>
                  <a:pt x="262" y="0"/>
                  <a:pt x="262" y="0"/>
                </a:cubicBezTo>
                <a:cubicBezTo>
                  <a:pt x="352" y="122"/>
                  <a:pt x="352" y="122"/>
                  <a:pt x="352" y="122"/>
                </a:cubicBezTo>
                <a:cubicBezTo>
                  <a:pt x="354" y="125"/>
                  <a:pt x="356" y="128"/>
                  <a:pt x="359" y="132"/>
                </a:cubicBezTo>
                <a:cubicBezTo>
                  <a:pt x="359" y="132"/>
                  <a:pt x="359" y="132"/>
                  <a:pt x="359" y="132"/>
                </a:cubicBezTo>
                <a:cubicBezTo>
                  <a:pt x="359" y="127"/>
                  <a:pt x="359" y="123"/>
                  <a:pt x="359" y="119"/>
                </a:cubicBezTo>
                <a:cubicBezTo>
                  <a:pt x="359" y="0"/>
                  <a:pt x="359" y="0"/>
                  <a:pt x="359" y="0"/>
                </a:cubicBezTo>
                <a:cubicBezTo>
                  <a:pt x="369" y="0"/>
                  <a:pt x="369" y="0"/>
                  <a:pt x="369" y="0"/>
                </a:cubicBezTo>
                <a:cubicBezTo>
                  <a:pt x="369" y="153"/>
                  <a:pt x="369" y="153"/>
                  <a:pt x="369" y="153"/>
                </a:cubicBezTo>
                <a:lnTo>
                  <a:pt x="362" y="153"/>
                </a:lnTo>
                <a:close/>
                <a:moveTo>
                  <a:pt x="474" y="153"/>
                </a:moveTo>
                <a:cubicBezTo>
                  <a:pt x="409" y="80"/>
                  <a:pt x="409" y="80"/>
                  <a:pt x="409" y="80"/>
                </a:cubicBezTo>
                <a:cubicBezTo>
                  <a:pt x="408" y="78"/>
                  <a:pt x="407" y="77"/>
                  <a:pt x="406" y="76"/>
                </a:cubicBezTo>
                <a:cubicBezTo>
                  <a:pt x="406" y="76"/>
                  <a:pt x="406" y="76"/>
                  <a:pt x="406" y="76"/>
                </a:cubicBezTo>
                <a:cubicBezTo>
                  <a:pt x="406" y="153"/>
                  <a:pt x="406" y="153"/>
                  <a:pt x="406" y="153"/>
                </a:cubicBezTo>
                <a:cubicBezTo>
                  <a:pt x="395" y="153"/>
                  <a:pt x="395" y="153"/>
                  <a:pt x="395" y="153"/>
                </a:cubicBezTo>
                <a:cubicBezTo>
                  <a:pt x="395" y="0"/>
                  <a:pt x="395" y="0"/>
                  <a:pt x="395" y="0"/>
                </a:cubicBezTo>
                <a:cubicBezTo>
                  <a:pt x="406" y="0"/>
                  <a:pt x="406" y="0"/>
                  <a:pt x="406" y="0"/>
                </a:cubicBezTo>
                <a:cubicBezTo>
                  <a:pt x="406" y="72"/>
                  <a:pt x="406" y="72"/>
                  <a:pt x="406" y="72"/>
                </a:cubicBezTo>
                <a:cubicBezTo>
                  <a:pt x="406" y="72"/>
                  <a:pt x="406" y="72"/>
                  <a:pt x="406" y="72"/>
                </a:cubicBezTo>
                <a:cubicBezTo>
                  <a:pt x="407" y="70"/>
                  <a:pt x="408" y="69"/>
                  <a:pt x="409" y="68"/>
                </a:cubicBezTo>
                <a:cubicBezTo>
                  <a:pt x="471" y="0"/>
                  <a:pt x="471" y="0"/>
                  <a:pt x="471" y="0"/>
                </a:cubicBezTo>
                <a:cubicBezTo>
                  <a:pt x="485" y="0"/>
                  <a:pt x="485" y="0"/>
                  <a:pt x="485" y="0"/>
                </a:cubicBezTo>
                <a:cubicBezTo>
                  <a:pt x="418" y="74"/>
                  <a:pt x="418" y="74"/>
                  <a:pt x="418" y="74"/>
                </a:cubicBezTo>
                <a:cubicBezTo>
                  <a:pt x="489" y="153"/>
                  <a:pt x="489" y="153"/>
                  <a:pt x="489" y="153"/>
                </a:cubicBezTo>
                <a:lnTo>
                  <a:pt x="474" y="153"/>
                </a:lnTo>
                <a:close/>
                <a:moveTo>
                  <a:pt x="506" y="153"/>
                </a:moveTo>
                <a:cubicBezTo>
                  <a:pt x="506" y="0"/>
                  <a:pt x="506" y="0"/>
                  <a:pt x="506" y="0"/>
                </a:cubicBezTo>
                <a:cubicBezTo>
                  <a:pt x="578" y="0"/>
                  <a:pt x="578" y="0"/>
                  <a:pt x="578" y="0"/>
                </a:cubicBezTo>
                <a:cubicBezTo>
                  <a:pt x="578" y="9"/>
                  <a:pt x="578" y="9"/>
                  <a:pt x="578" y="9"/>
                </a:cubicBezTo>
                <a:cubicBezTo>
                  <a:pt x="517" y="9"/>
                  <a:pt x="517" y="9"/>
                  <a:pt x="517" y="9"/>
                </a:cubicBezTo>
                <a:cubicBezTo>
                  <a:pt x="517" y="71"/>
                  <a:pt x="517" y="71"/>
                  <a:pt x="517" y="71"/>
                </a:cubicBezTo>
                <a:cubicBezTo>
                  <a:pt x="573" y="71"/>
                  <a:pt x="573" y="71"/>
                  <a:pt x="573" y="71"/>
                </a:cubicBezTo>
                <a:cubicBezTo>
                  <a:pt x="573" y="80"/>
                  <a:pt x="573" y="80"/>
                  <a:pt x="573" y="80"/>
                </a:cubicBezTo>
                <a:cubicBezTo>
                  <a:pt x="517" y="80"/>
                  <a:pt x="517" y="80"/>
                  <a:pt x="517" y="80"/>
                </a:cubicBezTo>
                <a:cubicBezTo>
                  <a:pt x="517" y="143"/>
                  <a:pt x="517" y="143"/>
                  <a:pt x="517" y="143"/>
                </a:cubicBezTo>
                <a:cubicBezTo>
                  <a:pt x="581" y="143"/>
                  <a:pt x="581" y="143"/>
                  <a:pt x="581" y="143"/>
                </a:cubicBezTo>
                <a:cubicBezTo>
                  <a:pt x="581" y="153"/>
                  <a:pt x="581" y="153"/>
                  <a:pt x="581" y="153"/>
                </a:cubicBezTo>
                <a:lnTo>
                  <a:pt x="506" y="15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13" name="Freeform 226">
            <a:extLst>
              <a:ext uri="{FF2B5EF4-FFF2-40B4-BE49-F238E27FC236}">
                <a16:creationId xmlns:a16="http://schemas.microsoft.com/office/drawing/2014/main" id="{4BB90241-96A9-CA75-EB8C-897EC9AFC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5951530" y="2362867"/>
            <a:ext cx="629355" cy="292843"/>
          </a:xfrm>
          <a:custGeom>
            <a:avLst/>
            <a:gdLst>
              <a:gd name="T0" fmla="*/ 34 w 207"/>
              <a:gd name="T1" fmla="*/ 6 h 96"/>
              <a:gd name="T2" fmla="*/ 34 w 207"/>
              <a:gd name="T3" fmla="*/ 96 h 96"/>
              <a:gd name="T4" fmla="*/ 27 w 207"/>
              <a:gd name="T5" fmla="*/ 96 h 96"/>
              <a:gd name="T6" fmla="*/ 27 w 207"/>
              <a:gd name="T7" fmla="*/ 6 h 96"/>
              <a:gd name="T8" fmla="*/ 0 w 207"/>
              <a:gd name="T9" fmla="*/ 6 h 96"/>
              <a:gd name="T10" fmla="*/ 0 w 207"/>
              <a:gd name="T11" fmla="*/ 0 h 96"/>
              <a:gd name="T12" fmla="*/ 62 w 207"/>
              <a:gd name="T13" fmla="*/ 0 h 96"/>
              <a:gd name="T14" fmla="*/ 62 w 207"/>
              <a:gd name="T15" fmla="*/ 6 h 96"/>
              <a:gd name="T16" fmla="*/ 34 w 207"/>
              <a:gd name="T17" fmla="*/ 6 h 96"/>
              <a:gd name="T18" fmla="*/ 97 w 207"/>
              <a:gd name="T19" fmla="*/ 0 h 96"/>
              <a:gd name="T20" fmla="*/ 90 w 207"/>
              <a:gd name="T21" fmla="*/ 0 h 96"/>
              <a:gd name="T22" fmla="*/ 54 w 207"/>
              <a:gd name="T23" fmla="*/ 96 h 96"/>
              <a:gd name="T24" fmla="*/ 61 w 207"/>
              <a:gd name="T25" fmla="*/ 96 h 96"/>
              <a:gd name="T26" fmla="*/ 72 w 207"/>
              <a:gd name="T27" fmla="*/ 66 h 96"/>
              <a:gd name="T28" fmla="*/ 114 w 207"/>
              <a:gd name="T29" fmla="*/ 66 h 96"/>
              <a:gd name="T30" fmla="*/ 125 w 207"/>
              <a:gd name="T31" fmla="*/ 96 h 96"/>
              <a:gd name="T32" fmla="*/ 132 w 207"/>
              <a:gd name="T33" fmla="*/ 96 h 96"/>
              <a:gd name="T34" fmla="*/ 97 w 207"/>
              <a:gd name="T35" fmla="*/ 0 h 96"/>
              <a:gd name="T36" fmla="*/ 75 w 207"/>
              <a:gd name="T37" fmla="*/ 60 h 96"/>
              <a:gd name="T38" fmla="*/ 91 w 207"/>
              <a:gd name="T39" fmla="*/ 16 h 96"/>
              <a:gd name="T40" fmla="*/ 93 w 207"/>
              <a:gd name="T41" fmla="*/ 9 h 96"/>
              <a:gd name="T42" fmla="*/ 93 w 207"/>
              <a:gd name="T43" fmla="*/ 9 h 96"/>
              <a:gd name="T44" fmla="*/ 94 w 207"/>
              <a:gd name="T45" fmla="*/ 12 h 96"/>
              <a:gd name="T46" fmla="*/ 95 w 207"/>
              <a:gd name="T47" fmla="*/ 16 h 96"/>
              <a:gd name="T48" fmla="*/ 112 w 207"/>
              <a:gd name="T49" fmla="*/ 60 h 96"/>
              <a:gd name="T50" fmla="*/ 75 w 207"/>
              <a:gd name="T51" fmla="*/ 60 h 96"/>
              <a:gd name="T52" fmla="*/ 198 w 207"/>
              <a:gd name="T53" fmla="*/ 96 h 96"/>
              <a:gd name="T54" fmla="*/ 157 w 207"/>
              <a:gd name="T55" fmla="*/ 50 h 96"/>
              <a:gd name="T56" fmla="*/ 156 w 207"/>
              <a:gd name="T57" fmla="*/ 48 h 96"/>
              <a:gd name="T58" fmla="*/ 155 w 207"/>
              <a:gd name="T59" fmla="*/ 48 h 96"/>
              <a:gd name="T60" fmla="*/ 155 w 207"/>
              <a:gd name="T61" fmla="*/ 96 h 96"/>
              <a:gd name="T62" fmla="*/ 149 w 207"/>
              <a:gd name="T63" fmla="*/ 96 h 96"/>
              <a:gd name="T64" fmla="*/ 149 w 207"/>
              <a:gd name="T65" fmla="*/ 0 h 96"/>
              <a:gd name="T66" fmla="*/ 155 w 207"/>
              <a:gd name="T67" fmla="*/ 0 h 96"/>
              <a:gd name="T68" fmla="*/ 155 w 207"/>
              <a:gd name="T69" fmla="*/ 45 h 96"/>
              <a:gd name="T70" fmla="*/ 156 w 207"/>
              <a:gd name="T71" fmla="*/ 45 h 96"/>
              <a:gd name="T72" fmla="*/ 157 w 207"/>
              <a:gd name="T73" fmla="*/ 43 h 96"/>
              <a:gd name="T74" fmla="*/ 196 w 207"/>
              <a:gd name="T75" fmla="*/ 0 h 96"/>
              <a:gd name="T76" fmla="*/ 205 w 207"/>
              <a:gd name="T77" fmla="*/ 0 h 96"/>
              <a:gd name="T78" fmla="*/ 163 w 207"/>
              <a:gd name="T79" fmla="*/ 47 h 96"/>
              <a:gd name="T80" fmla="*/ 207 w 207"/>
              <a:gd name="T81" fmla="*/ 96 h 96"/>
              <a:gd name="T82" fmla="*/ 198 w 207"/>
              <a:gd name="T83" fmla="*/ 96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207" h="96">
                <a:moveTo>
                  <a:pt x="34" y="6"/>
                </a:moveTo>
                <a:cubicBezTo>
                  <a:pt x="34" y="96"/>
                  <a:pt x="34" y="96"/>
                  <a:pt x="34" y="96"/>
                </a:cubicBezTo>
                <a:cubicBezTo>
                  <a:pt x="27" y="96"/>
                  <a:pt x="27" y="96"/>
                  <a:pt x="27" y="96"/>
                </a:cubicBezTo>
                <a:cubicBezTo>
                  <a:pt x="27" y="6"/>
                  <a:pt x="27" y="6"/>
                  <a:pt x="27" y="6"/>
                </a:cubicBezTo>
                <a:cubicBezTo>
                  <a:pt x="0" y="6"/>
                  <a:pt x="0" y="6"/>
                  <a:pt x="0" y="6"/>
                </a:cubicBezTo>
                <a:cubicBezTo>
                  <a:pt x="0" y="0"/>
                  <a:pt x="0" y="0"/>
                  <a:pt x="0" y="0"/>
                </a:cubicBezTo>
                <a:cubicBezTo>
                  <a:pt x="62" y="0"/>
                  <a:pt x="62" y="0"/>
                  <a:pt x="62" y="0"/>
                </a:cubicBezTo>
                <a:cubicBezTo>
                  <a:pt x="62" y="6"/>
                  <a:pt x="62" y="6"/>
                  <a:pt x="62" y="6"/>
                </a:cubicBezTo>
                <a:lnTo>
                  <a:pt x="34" y="6"/>
                </a:lnTo>
                <a:close/>
                <a:moveTo>
                  <a:pt x="97" y="0"/>
                </a:moveTo>
                <a:cubicBezTo>
                  <a:pt x="90" y="0"/>
                  <a:pt x="90" y="0"/>
                  <a:pt x="90" y="0"/>
                </a:cubicBezTo>
                <a:cubicBezTo>
                  <a:pt x="54" y="96"/>
                  <a:pt x="54" y="96"/>
                  <a:pt x="54" y="96"/>
                </a:cubicBezTo>
                <a:cubicBezTo>
                  <a:pt x="61" y="96"/>
                  <a:pt x="61" y="96"/>
                  <a:pt x="61" y="96"/>
                </a:cubicBezTo>
                <a:cubicBezTo>
                  <a:pt x="72" y="66"/>
                  <a:pt x="72" y="66"/>
                  <a:pt x="72" y="66"/>
                </a:cubicBezTo>
                <a:cubicBezTo>
                  <a:pt x="114" y="66"/>
                  <a:pt x="114" y="66"/>
                  <a:pt x="114" y="66"/>
                </a:cubicBezTo>
                <a:cubicBezTo>
                  <a:pt x="125" y="96"/>
                  <a:pt x="125" y="96"/>
                  <a:pt x="125" y="96"/>
                </a:cubicBezTo>
                <a:cubicBezTo>
                  <a:pt x="132" y="96"/>
                  <a:pt x="132" y="96"/>
                  <a:pt x="132" y="96"/>
                </a:cubicBezTo>
                <a:lnTo>
                  <a:pt x="97" y="0"/>
                </a:lnTo>
                <a:close/>
                <a:moveTo>
                  <a:pt x="75" y="60"/>
                </a:moveTo>
                <a:cubicBezTo>
                  <a:pt x="91" y="16"/>
                  <a:pt x="91" y="16"/>
                  <a:pt x="91" y="16"/>
                </a:cubicBezTo>
                <a:cubicBezTo>
                  <a:pt x="92" y="14"/>
                  <a:pt x="92" y="12"/>
                  <a:pt x="93" y="9"/>
                </a:cubicBezTo>
                <a:cubicBezTo>
                  <a:pt x="93" y="9"/>
                  <a:pt x="93" y="9"/>
                  <a:pt x="93" y="9"/>
                </a:cubicBezTo>
                <a:cubicBezTo>
                  <a:pt x="94" y="10"/>
                  <a:pt x="94" y="11"/>
                  <a:pt x="94" y="12"/>
                </a:cubicBezTo>
                <a:cubicBezTo>
                  <a:pt x="95" y="13"/>
                  <a:pt x="95" y="15"/>
                  <a:pt x="95" y="16"/>
                </a:cubicBezTo>
                <a:cubicBezTo>
                  <a:pt x="112" y="60"/>
                  <a:pt x="112" y="60"/>
                  <a:pt x="112" y="60"/>
                </a:cubicBezTo>
                <a:lnTo>
                  <a:pt x="75" y="60"/>
                </a:lnTo>
                <a:close/>
                <a:moveTo>
                  <a:pt x="198" y="96"/>
                </a:moveTo>
                <a:cubicBezTo>
                  <a:pt x="157" y="50"/>
                  <a:pt x="157" y="50"/>
                  <a:pt x="157" y="50"/>
                </a:cubicBezTo>
                <a:cubicBezTo>
                  <a:pt x="156" y="49"/>
                  <a:pt x="156" y="49"/>
                  <a:pt x="156" y="48"/>
                </a:cubicBezTo>
                <a:cubicBezTo>
                  <a:pt x="155" y="48"/>
                  <a:pt x="155" y="48"/>
                  <a:pt x="155" y="48"/>
                </a:cubicBezTo>
                <a:cubicBezTo>
                  <a:pt x="155" y="96"/>
                  <a:pt x="155" y="96"/>
                  <a:pt x="155" y="96"/>
                </a:cubicBezTo>
                <a:cubicBezTo>
                  <a:pt x="149" y="96"/>
                  <a:pt x="149" y="96"/>
                  <a:pt x="149" y="96"/>
                </a:cubicBezTo>
                <a:cubicBezTo>
                  <a:pt x="149" y="0"/>
                  <a:pt x="149" y="0"/>
                  <a:pt x="149" y="0"/>
                </a:cubicBezTo>
                <a:cubicBezTo>
                  <a:pt x="155" y="0"/>
                  <a:pt x="155" y="0"/>
                  <a:pt x="155" y="0"/>
                </a:cubicBezTo>
                <a:cubicBezTo>
                  <a:pt x="155" y="45"/>
                  <a:pt x="155" y="45"/>
                  <a:pt x="155" y="45"/>
                </a:cubicBezTo>
                <a:cubicBezTo>
                  <a:pt x="156" y="45"/>
                  <a:pt x="156" y="45"/>
                  <a:pt x="156" y="45"/>
                </a:cubicBezTo>
                <a:cubicBezTo>
                  <a:pt x="156" y="45"/>
                  <a:pt x="157" y="44"/>
                  <a:pt x="157" y="43"/>
                </a:cubicBezTo>
                <a:cubicBezTo>
                  <a:pt x="196" y="0"/>
                  <a:pt x="196" y="0"/>
                  <a:pt x="196" y="0"/>
                </a:cubicBezTo>
                <a:cubicBezTo>
                  <a:pt x="205" y="0"/>
                  <a:pt x="205" y="0"/>
                  <a:pt x="205" y="0"/>
                </a:cubicBezTo>
                <a:cubicBezTo>
                  <a:pt x="163" y="47"/>
                  <a:pt x="163" y="47"/>
                  <a:pt x="163" y="47"/>
                </a:cubicBezTo>
                <a:cubicBezTo>
                  <a:pt x="207" y="96"/>
                  <a:pt x="207" y="96"/>
                  <a:pt x="207" y="96"/>
                </a:cubicBezTo>
                <a:lnTo>
                  <a:pt x="198" y="9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14" name="Freeform 227">
            <a:extLst>
              <a:ext uri="{FF2B5EF4-FFF2-40B4-BE49-F238E27FC236}">
                <a16:creationId xmlns:a16="http://schemas.microsoft.com/office/drawing/2014/main" id="{A0E1C460-37C4-59DB-2813-9EAAEB6E78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514730" y="1804137"/>
            <a:ext cx="1557973" cy="222200"/>
          </a:xfrm>
          <a:custGeom>
            <a:avLst/>
            <a:gdLst>
              <a:gd name="T0" fmla="*/ 4 w 513"/>
              <a:gd name="T1" fmla="*/ 61 h 73"/>
              <a:gd name="T2" fmla="*/ 19 w 513"/>
              <a:gd name="T3" fmla="*/ 65 h 73"/>
              <a:gd name="T4" fmla="*/ 33 w 513"/>
              <a:gd name="T5" fmla="*/ 49 h 73"/>
              <a:gd name="T6" fmla="*/ 17 w 513"/>
              <a:gd name="T7" fmla="*/ 39 h 73"/>
              <a:gd name="T8" fmla="*/ 1 w 513"/>
              <a:gd name="T9" fmla="*/ 26 h 73"/>
              <a:gd name="T10" fmla="*/ 8 w 513"/>
              <a:gd name="T11" fmla="*/ 5 h 73"/>
              <a:gd name="T12" fmla="*/ 39 w 513"/>
              <a:gd name="T13" fmla="*/ 3 h 73"/>
              <a:gd name="T14" fmla="*/ 18 w 513"/>
              <a:gd name="T15" fmla="*/ 8 h 73"/>
              <a:gd name="T16" fmla="*/ 9 w 513"/>
              <a:gd name="T17" fmla="*/ 18 h 73"/>
              <a:gd name="T18" fmla="*/ 17 w 513"/>
              <a:gd name="T19" fmla="*/ 29 h 73"/>
              <a:gd name="T20" fmla="*/ 37 w 513"/>
              <a:gd name="T21" fmla="*/ 41 h 73"/>
              <a:gd name="T22" fmla="*/ 40 w 513"/>
              <a:gd name="T23" fmla="*/ 62 h 73"/>
              <a:gd name="T24" fmla="*/ 17 w 513"/>
              <a:gd name="T25" fmla="*/ 73 h 73"/>
              <a:gd name="T26" fmla="*/ 4 w 513"/>
              <a:gd name="T27" fmla="*/ 70 h 73"/>
              <a:gd name="T28" fmla="*/ 75 w 513"/>
              <a:gd name="T29" fmla="*/ 1 h 73"/>
              <a:gd name="T30" fmla="*/ 64 w 513"/>
              <a:gd name="T31" fmla="*/ 52 h 73"/>
              <a:gd name="T32" fmla="*/ 111 w 513"/>
              <a:gd name="T33" fmla="*/ 71 h 73"/>
              <a:gd name="T34" fmla="*/ 78 w 513"/>
              <a:gd name="T35" fmla="*/ 14 h 73"/>
              <a:gd name="T36" fmla="*/ 80 w 513"/>
              <a:gd name="T37" fmla="*/ 14 h 73"/>
              <a:gd name="T38" fmla="*/ 157 w 513"/>
              <a:gd name="T39" fmla="*/ 71 h 73"/>
              <a:gd name="T40" fmla="*/ 129 w 513"/>
              <a:gd name="T41" fmla="*/ 1 h 73"/>
              <a:gd name="T42" fmla="*/ 157 w 513"/>
              <a:gd name="T43" fmla="*/ 71 h 73"/>
              <a:gd name="T44" fmla="*/ 231 w 513"/>
              <a:gd name="T45" fmla="*/ 24 h 73"/>
              <a:gd name="T46" fmla="*/ 230 w 513"/>
              <a:gd name="T47" fmla="*/ 18 h 73"/>
              <a:gd name="T48" fmla="*/ 178 w 513"/>
              <a:gd name="T49" fmla="*/ 18 h 73"/>
              <a:gd name="T50" fmla="*/ 176 w 513"/>
              <a:gd name="T51" fmla="*/ 24 h 73"/>
              <a:gd name="T52" fmla="*/ 168 w 513"/>
              <a:gd name="T53" fmla="*/ 1 h 73"/>
              <a:gd name="T54" fmla="*/ 204 w 513"/>
              <a:gd name="T55" fmla="*/ 59 h 73"/>
              <a:gd name="T56" fmla="*/ 229 w 513"/>
              <a:gd name="T57" fmla="*/ 1 h 73"/>
              <a:gd name="T58" fmla="*/ 285 w 513"/>
              <a:gd name="T59" fmla="*/ 1 h 73"/>
              <a:gd name="T60" fmla="*/ 259 w 513"/>
              <a:gd name="T61" fmla="*/ 71 h 73"/>
              <a:gd name="T62" fmla="*/ 303 w 513"/>
              <a:gd name="T63" fmla="*/ 71 h 73"/>
              <a:gd name="T64" fmla="*/ 269 w 513"/>
              <a:gd name="T65" fmla="*/ 44 h 73"/>
              <a:gd name="T66" fmla="*/ 281 w 513"/>
              <a:gd name="T67" fmla="*/ 10 h 73"/>
              <a:gd name="T68" fmla="*/ 269 w 513"/>
              <a:gd name="T69" fmla="*/ 44 h 73"/>
              <a:gd name="T70" fmla="*/ 336 w 513"/>
              <a:gd name="T71" fmla="*/ 71 h 73"/>
              <a:gd name="T72" fmla="*/ 308 w 513"/>
              <a:gd name="T73" fmla="*/ 9 h 73"/>
              <a:gd name="T74" fmla="*/ 357 w 513"/>
              <a:gd name="T75" fmla="*/ 9 h 73"/>
              <a:gd name="T76" fmla="*/ 395 w 513"/>
              <a:gd name="T77" fmla="*/ 1 h 73"/>
              <a:gd name="T78" fmla="*/ 403 w 513"/>
              <a:gd name="T79" fmla="*/ 45 h 73"/>
              <a:gd name="T80" fmla="*/ 438 w 513"/>
              <a:gd name="T81" fmla="*/ 22 h 73"/>
              <a:gd name="T82" fmla="*/ 412 w 513"/>
              <a:gd name="T83" fmla="*/ 37 h 73"/>
              <a:gd name="T84" fmla="*/ 413 w 513"/>
              <a:gd name="T85" fmla="*/ 9 h 73"/>
              <a:gd name="T86" fmla="*/ 504 w 513"/>
              <a:gd name="T87" fmla="*/ 10 h 73"/>
              <a:gd name="T88" fmla="*/ 446 w 513"/>
              <a:gd name="T89" fmla="*/ 37 h 73"/>
              <a:gd name="T90" fmla="*/ 504 w 513"/>
              <a:gd name="T91" fmla="*/ 63 h 73"/>
              <a:gd name="T92" fmla="*/ 497 w 513"/>
              <a:gd name="T93" fmla="*/ 58 h 73"/>
              <a:gd name="T94" fmla="*/ 455 w 513"/>
              <a:gd name="T95" fmla="*/ 36 h 73"/>
              <a:gd name="T96" fmla="*/ 498 w 513"/>
              <a:gd name="T97" fmla="*/ 15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513" h="73">
                <a:moveTo>
                  <a:pt x="0" y="69"/>
                </a:moveTo>
                <a:cubicBezTo>
                  <a:pt x="0" y="59"/>
                  <a:pt x="0" y="59"/>
                  <a:pt x="0" y="59"/>
                </a:cubicBezTo>
                <a:cubicBezTo>
                  <a:pt x="1" y="60"/>
                  <a:pt x="2" y="61"/>
                  <a:pt x="4" y="61"/>
                </a:cubicBezTo>
                <a:cubicBezTo>
                  <a:pt x="5" y="62"/>
                  <a:pt x="7" y="63"/>
                  <a:pt x="9" y="63"/>
                </a:cubicBezTo>
                <a:cubicBezTo>
                  <a:pt x="11" y="64"/>
                  <a:pt x="12" y="64"/>
                  <a:pt x="14" y="65"/>
                </a:cubicBezTo>
                <a:cubicBezTo>
                  <a:pt x="16" y="65"/>
                  <a:pt x="17" y="65"/>
                  <a:pt x="19" y="65"/>
                </a:cubicBezTo>
                <a:cubicBezTo>
                  <a:pt x="24" y="65"/>
                  <a:pt x="28" y="64"/>
                  <a:pt x="30" y="62"/>
                </a:cubicBezTo>
                <a:cubicBezTo>
                  <a:pt x="33" y="60"/>
                  <a:pt x="34" y="58"/>
                  <a:pt x="34" y="54"/>
                </a:cubicBezTo>
                <a:cubicBezTo>
                  <a:pt x="34" y="52"/>
                  <a:pt x="33" y="51"/>
                  <a:pt x="33" y="49"/>
                </a:cubicBezTo>
                <a:cubicBezTo>
                  <a:pt x="32" y="48"/>
                  <a:pt x="31" y="47"/>
                  <a:pt x="29" y="45"/>
                </a:cubicBezTo>
                <a:cubicBezTo>
                  <a:pt x="28" y="44"/>
                  <a:pt x="26" y="43"/>
                  <a:pt x="24" y="42"/>
                </a:cubicBezTo>
                <a:cubicBezTo>
                  <a:pt x="22" y="41"/>
                  <a:pt x="20" y="40"/>
                  <a:pt x="17" y="39"/>
                </a:cubicBezTo>
                <a:cubicBezTo>
                  <a:pt x="15" y="38"/>
                  <a:pt x="13" y="36"/>
                  <a:pt x="11" y="35"/>
                </a:cubicBezTo>
                <a:cubicBezTo>
                  <a:pt x="8" y="34"/>
                  <a:pt x="7" y="32"/>
                  <a:pt x="5" y="31"/>
                </a:cubicBezTo>
                <a:cubicBezTo>
                  <a:pt x="3" y="29"/>
                  <a:pt x="2" y="28"/>
                  <a:pt x="1" y="26"/>
                </a:cubicBezTo>
                <a:cubicBezTo>
                  <a:pt x="0" y="24"/>
                  <a:pt x="0" y="21"/>
                  <a:pt x="0" y="19"/>
                </a:cubicBezTo>
                <a:cubicBezTo>
                  <a:pt x="0" y="16"/>
                  <a:pt x="1" y="13"/>
                  <a:pt x="2" y="11"/>
                </a:cubicBezTo>
                <a:cubicBezTo>
                  <a:pt x="4" y="8"/>
                  <a:pt x="5" y="6"/>
                  <a:pt x="8" y="5"/>
                </a:cubicBezTo>
                <a:cubicBezTo>
                  <a:pt x="10" y="3"/>
                  <a:pt x="13" y="2"/>
                  <a:pt x="15" y="1"/>
                </a:cubicBezTo>
                <a:cubicBezTo>
                  <a:pt x="18" y="1"/>
                  <a:pt x="21" y="0"/>
                  <a:pt x="24" y="0"/>
                </a:cubicBezTo>
                <a:cubicBezTo>
                  <a:pt x="31" y="0"/>
                  <a:pt x="36" y="1"/>
                  <a:pt x="39" y="3"/>
                </a:cubicBezTo>
                <a:cubicBezTo>
                  <a:pt x="39" y="12"/>
                  <a:pt x="39" y="12"/>
                  <a:pt x="39" y="12"/>
                </a:cubicBezTo>
                <a:cubicBezTo>
                  <a:pt x="35" y="9"/>
                  <a:pt x="30" y="8"/>
                  <a:pt x="24" y="8"/>
                </a:cubicBezTo>
                <a:cubicBezTo>
                  <a:pt x="22" y="8"/>
                  <a:pt x="20" y="8"/>
                  <a:pt x="18" y="8"/>
                </a:cubicBezTo>
                <a:cubicBezTo>
                  <a:pt x="16" y="8"/>
                  <a:pt x="15" y="9"/>
                  <a:pt x="13" y="10"/>
                </a:cubicBezTo>
                <a:cubicBezTo>
                  <a:pt x="12" y="11"/>
                  <a:pt x="11" y="12"/>
                  <a:pt x="10" y="13"/>
                </a:cubicBezTo>
                <a:cubicBezTo>
                  <a:pt x="9" y="15"/>
                  <a:pt x="9" y="16"/>
                  <a:pt x="9" y="18"/>
                </a:cubicBezTo>
                <a:cubicBezTo>
                  <a:pt x="9" y="20"/>
                  <a:pt x="9" y="21"/>
                  <a:pt x="10" y="23"/>
                </a:cubicBezTo>
                <a:cubicBezTo>
                  <a:pt x="10" y="24"/>
                  <a:pt x="11" y="25"/>
                  <a:pt x="13" y="26"/>
                </a:cubicBezTo>
                <a:cubicBezTo>
                  <a:pt x="14" y="27"/>
                  <a:pt x="15" y="28"/>
                  <a:pt x="17" y="29"/>
                </a:cubicBezTo>
                <a:cubicBezTo>
                  <a:pt x="19" y="30"/>
                  <a:pt x="21" y="32"/>
                  <a:pt x="24" y="33"/>
                </a:cubicBezTo>
                <a:cubicBezTo>
                  <a:pt x="26" y="34"/>
                  <a:pt x="29" y="35"/>
                  <a:pt x="31" y="37"/>
                </a:cubicBezTo>
                <a:cubicBezTo>
                  <a:pt x="33" y="38"/>
                  <a:pt x="35" y="40"/>
                  <a:pt x="37" y="41"/>
                </a:cubicBezTo>
                <a:cubicBezTo>
                  <a:pt x="39" y="43"/>
                  <a:pt x="40" y="45"/>
                  <a:pt x="41" y="47"/>
                </a:cubicBezTo>
                <a:cubicBezTo>
                  <a:pt x="42" y="49"/>
                  <a:pt x="42" y="51"/>
                  <a:pt x="42" y="54"/>
                </a:cubicBezTo>
                <a:cubicBezTo>
                  <a:pt x="42" y="57"/>
                  <a:pt x="42" y="60"/>
                  <a:pt x="40" y="62"/>
                </a:cubicBezTo>
                <a:cubicBezTo>
                  <a:pt x="39" y="65"/>
                  <a:pt x="37" y="67"/>
                  <a:pt x="35" y="68"/>
                </a:cubicBezTo>
                <a:cubicBezTo>
                  <a:pt x="33" y="70"/>
                  <a:pt x="30" y="71"/>
                  <a:pt x="27" y="72"/>
                </a:cubicBezTo>
                <a:cubicBezTo>
                  <a:pt x="24" y="72"/>
                  <a:pt x="21" y="73"/>
                  <a:pt x="17" y="73"/>
                </a:cubicBezTo>
                <a:cubicBezTo>
                  <a:pt x="16" y="73"/>
                  <a:pt x="15" y="72"/>
                  <a:pt x="13" y="72"/>
                </a:cubicBezTo>
                <a:cubicBezTo>
                  <a:pt x="12" y="72"/>
                  <a:pt x="10" y="72"/>
                  <a:pt x="8" y="71"/>
                </a:cubicBezTo>
                <a:cubicBezTo>
                  <a:pt x="7" y="71"/>
                  <a:pt x="5" y="71"/>
                  <a:pt x="4" y="70"/>
                </a:cubicBezTo>
                <a:cubicBezTo>
                  <a:pt x="2" y="70"/>
                  <a:pt x="1" y="69"/>
                  <a:pt x="0" y="69"/>
                </a:cubicBezTo>
                <a:close/>
                <a:moveTo>
                  <a:pt x="84" y="1"/>
                </a:moveTo>
                <a:cubicBezTo>
                  <a:pt x="75" y="1"/>
                  <a:pt x="75" y="1"/>
                  <a:pt x="75" y="1"/>
                </a:cubicBezTo>
                <a:cubicBezTo>
                  <a:pt x="48" y="71"/>
                  <a:pt x="48" y="71"/>
                  <a:pt x="48" y="71"/>
                </a:cubicBezTo>
                <a:cubicBezTo>
                  <a:pt x="57" y="71"/>
                  <a:pt x="57" y="71"/>
                  <a:pt x="57" y="71"/>
                </a:cubicBezTo>
                <a:cubicBezTo>
                  <a:pt x="64" y="52"/>
                  <a:pt x="64" y="52"/>
                  <a:pt x="64" y="52"/>
                </a:cubicBezTo>
                <a:cubicBezTo>
                  <a:pt x="94" y="52"/>
                  <a:pt x="94" y="52"/>
                  <a:pt x="94" y="52"/>
                </a:cubicBezTo>
                <a:cubicBezTo>
                  <a:pt x="101" y="71"/>
                  <a:pt x="101" y="71"/>
                  <a:pt x="101" y="71"/>
                </a:cubicBezTo>
                <a:cubicBezTo>
                  <a:pt x="111" y="71"/>
                  <a:pt x="111" y="71"/>
                  <a:pt x="111" y="71"/>
                </a:cubicBezTo>
                <a:lnTo>
                  <a:pt x="84" y="1"/>
                </a:lnTo>
                <a:close/>
                <a:moveTo>
                  <a:pt x="67" y="44"/>
                </a:moveTo>
                <a:cubicBezTo>
                  <a:pt x="78" y="14"/>
                  <a:pt x="78" y="14"/>
                  <a:pt x="78" y="14"/>
                </a:cubicBezTo>
                <a:cubicBezTo>
                  <a:pt x="78" y="13"/>
                  <a:pt x="79" y="12"/>
                  <a:pt x="79" y="10"/>
                </a:cubicBezTo>
                <a:cubicBezTo>
                  <a:pt x="79" y="10"/>
                  <a:pt x="79" y="10"/>
                  <a:pt x="79" y="10"/>
                </a:cubicBezTo>
                <a:cubicBezTo>
                  <a:pt x="80" y="12"/>
                  <a:pt x="80" y="14"/>
                  <a:pt x="80" y="14"/>
                </a:cubicBezTo>
                <a:cubicBezTo>
                  <a:pt x="91" y="44"/>
                  <a:pt x="91" y="44"/>
                  <a:pt x="91" y="44"/>
                </a:cubicBezTo>
                <a:lnTo>
                  <a:pt x="67" y="44"/>
                </a:lnTo>
                <a:close/>
                <a:moveTo>
                  <a:pt x="157" y="71"/>
                </a:moveTo>
                <a:cubicBezTo>
                  <a:pt x="121" y="71"/>
                  <a:pt x="121" y="71"/>
                  <a:pt x="121" y="71"/>
                </a:cubicBezTo>
                <a:cubicBezTo>
                  <a:pt x="121" y="1"/>
                  <a:pt x="121" y="1"/>
                  <a:pt x="121" y="1"/>
                </a:cubicBezTo>
                <a:cubicBezTo>
                  <a:pt x="129" y="1"/>
                  <a:pt x="129" y="1"/>
                  <a:pt x="129" y="1"/>
                </a:cubicBezTo>
                <a:cubicBezTo>
                  <a:pt x="129" y="64"/>
                  <a:pt x="129" y="64"/>
                  <a:pt x="129" y="64"/>
                </a:cubicBezTo>
                <a:cubicBezTo>
                  <a:pt x="157" y="64"/>
                  <a:pt x="157" y="64"/>
                  <a:pt x="157" y="64"/>
                </a:cubicBezTo>
                <a:lnTo>
                  <a:pt x="157" y="71"/>
                </a:lnTo>
                <a:close/>
                <a:moveTo>
                  <a:pt x="239" y="71"/>
                </a:moveTo>
                <a:cubicBezTo>
                  <a:pt x="231" y="71"/>
                  <a:pt x="231" y="71"/>
                  <a:pt x="231" y="71"/>
                </a:cubicBezTo>
                <a:cubicBezTo>
                  <a:pt x="231" y="24"/>
                  <a:pt x="231" y="24"/>
                  <a:pt x="231" y="24"/>
                </a:cubicBezTo>
                <a:cubicBezTo>
                  <a:pt x="231" y="21"/>
                  <a:pt x="231" y="16"/>
                  <a:pt x="232" y="11"/>
                </a:cubicBezTo>
                <a:cubicBezTo>
                  <a:pt x="232" y="11"/>
                  <a:pt x="232" y="11"/>
                  <a:pt x="232" y="11"/>
                </a:cubicBezTo>
                <a:cubicBezTo>
                  <a:pt x="231" y="14"/>
                  <a:pt x="230" y="16"/>
                  <a:pt x="230" y="18"/>
                </a:cubicBezTo>
                <a:cubicBezTo>
                  <a:pt x="206" y="71"/>
                  <a:pt x="206" y="71"/>
                  <a:pt x="206" y="71"/>
                </a:cubicBezTo>
                <a:cubicBezTo>
                  <a:pt x="202" y="71"/>
                  <a:pt x="202" y="71"/>
                  <a:pt x="202" y="71"/>
                </a:cubicBezTo>
                <a:cubicBezTo>
                  <a:pt x="178" y="18"/>
                  <a:pt x="178" y="18"/>
                  <a:pt x="178" y="18"/>
                </a:cubicBezTo>
                <a:cubicBezTo>
                  <a:pt x="177" y="16"/>
                  <a:pt x="176" y="14"/>
                  <a:pt x="176" y="11"/>
                </a:cubicBezTo>
                <a:cubicBezTo>
                  <a:pt x="176" y="11"/>
                  <a:pt x="176" y="11"/>
                  <a:pt x="176" y="11"/>
                </a:cubicBezTo>
                <a:cubicBezTo>
                  <a:pt x="176" y="14"/>
                  <a:pt x="176" y="18"/>
                  <a:pt x="176" y="24"/>
                </a:cubicBezTo>
                <a:cubicBezTo>
                  <a:pt x="176" y="71"/>
                  <a:pt x="176" y="71"/>
                  <a:pt x="176" y="71"/>
                </a:cubicBezTo>
                <a:cubicBezTo>
                  <a:pt x="168" y="71"/>
                  <a:pt x="168" y="71"/>
                  <a:pt x="168" y="71"/>
                </a:cubicBezTo>
                <a:cubicBezTo>
                  <a:pt x="168" y="1"/>
                  <a:pt x="168" y="1"/>
                  <a:pt x="168" y="1"/>
                </a:cubicBezTo>
                <a:cubicBezTo>
                  <a:pt x="179" y="1"/>
                  <a:pt x="179" y="1"/>
                  <a:pt x="179" y="1"/>
                </a:cubicBezTo>
                <a:cubicBezTo>
                  <a:pt x="200" y="50"/>
                  <a:pt x="200" y="50"/>
                  <a:pt x="200" y="50"/>
                </a:cubicBezTo>
                <a:cubicBezTo>
                  <a:pt x="202" y="54"/>
                  <a:pt x="203" y="57"/>
                  <a:pt x="204" y="59"/>
                </a:cubicBezTo>
                <a:cubicBezTo>
                  <a:pt x="204" y="59"/>
                  <a:pt x="204" y="59"/>
                  <a:pt x="204" y="59"/>
                </a:cubicBezTo>
                <a:cubicBezTo>
                  <a:pt x="205" y="55"/>
                  <a:pt x="206" y="52"/>
                  <a:pt x="207" y="50"/>
                </a:cubicBezTo>
                <a:cubicBezTo>
                  <a:pt x="229" y="1"/>
                  <a:pt x="229" y="1"/>
                  <a:pt x="229" y="1"/>
                </a:cubicBezTo>
                <a:cubicBezTo>
                  <a:pt x="239" y="1"/>
                  <a:pt x="239" y="1"/>
                  <a:pt x="239" y="1"/>
                </a:cubicBezTo>
                <a:lnTo>
                  <a:pt x="239" y="71"/>
                </a:lnTo>
                <a:close/>
                <a:moveTo>
                  <a:pt x="285" y="1"/>
                </a:moveTo>
                <a:cubicBezTo>
                  <a:pt x="277" y="1"/>
                  <a:pt x="277" y="1"/>
                  <a:pt x="277" y="1"/>
                </a:cubicBezTo>
                <a:cubicBezTo>
                  <a:pt x="250" y="71"/>
                  <a:pt x="250" y="71"/>
                  <a:pt x="250" y="71"/>
                </a:cubicBezTo>
                <a:cubicBezTo>
                  <a:pt x="259" y="71"/>
                  <a:pt x="259" y="71"/>
                  <a:pt x="259" y="71"/>
                </a:cubicBezTo>
                <a:cubicBezTo>
                  <a:pt x="266" y="52"/>
                  <a:pt x="266" y="52"/>
                  <a:pt x="266" y="52"/>
                </a:cubicBezTo>
                <a:cubicBezTo>
                  <a:pt x="296" y="52"/>
                  <a:pt x="296" y="52"/>
                  <a:pt x="296" y="52"/>
                </a:cubicBezTo>
                <a:cubicBezTo>
                  <a:pt x="303" y="71"/>
                  <a:pt x="303" y="71"/>
                  <a:pt x="303" y="71"/>
                </a:cubicBezTo>
                <a:cubicBezTo>
                  <a:pt x="312" y="71"/>
                  <a:pt x="312" y="71"/>
                  <a:pt x="312" y="71"/>
                </a:cubicBezTo>
                <a:lnTo>
                  <a:pt x="285" y="1"/>
                </a:lnTo>
                <a:close/>
                <a:moveTo>
                  <a:pt x="269" y="44"/>
                </a:moveTo>
                <a:cubicBezTo>
                  <a:pt x="279" y="14"/>
                  <a:pt x="279" y="14"/>
                  <a:pt x="279" y="14"/>
                </a:cubicBezTo>
                <a:cubicBezTo>
                  <a:pt x="280" y="13"/>
                  <a:pt x="280" y="12"/>
                  <a:pt x="281" y="10"/>
                </a:cubicBezTo>
                <a:cubicBezTo>
                  <a:pt x="281" y="10"/>
                  <a:pt x="281" y="10"/>
                  <a:pt x="281" y="10"/>
                </a:cubicBezTo>
                <a:cubicBezTo>
                  <a:pt x="281" y="12"/>
                  <a:pt x="282" y="14"/>
                  <a:pt x="282" y="14"/>
                </a:cubicBezTo>
                <a:cubicBezTo>
                  <a:pt x="293" y="44"/>
                  <a:pt x="293" y="44"/>
                  <a:pt x="293" y="44"/>
                </a:cubicBezTo>
                <a:lnTo>
                  <a:pt x="269" y="44"/>
                </a:lnTo>
                <a:close/>
                <a:moveTo>
                  <a:pt x="357" y="9"/>
                </a:moveTo>
                <a:cubicBezTo>
                  <a:pt x="336" y="9"/>
                  <a:pt x="336" y="9"/>
                  <a:pt x="336" y="9"/>
                </a:cubicBezTo>
                <a:cubicBezTo>
                  <a:pt x="336" y="71"/>
                  <a:pt x="336" y="71"/>
                  <a:pt x="336" y="71"/>
                </a:cubicBezTo>
                <a:cubicBezTo>
                  <a:pt x="328" y="71"/>
                  <a:pt x="328" y="71"/>
                  <a:pt x="328" y="71"/>
                </a:cubicBezTo>
                <a:cubicBezTo>
                  <a:pt x="328" y="9"/>
                  <a:pt x="328" y="9"/>
                  <a:pt x="328" y="9"/>
                </a:cubicBezTo>
                <a:cubicBezTo>
                  <a:pt x="308" y="9"/>
                  <a:pt x="308" y="9"/>
                  <a:pt x="308" y="9"/>
                </a:cubicBezTo>
                <a:cubicBezTo>
                  <a:pt x="308" y="1"/>
                  <a:pt x="308" y="1"/>
                  <a:pt x="308" y="1"/>
                </a:cubicBezTo>
                <a:cubicBezTo>
                  <a:pt x="357" y="1"/>
                  <a:pt x="357" y="1"/>
                  <a:pt x="357" y="1"/>
                </a:cubicBezTo>
                <a:lnTo>
                  <a:pt x="357" y="9"/>
                </a:lnTo>
                <a:close/>
                <a:moveTo>
                  <a:pt x="432" y="7"/>
                </a:moveTo>
                <a:cubicBezTo>
                  <a:pt x="428" y="3"/>
                  <a:pt x="422" y="1"/>
                  <a:pt x="414" y="1"/>
                </a:cubicBezTo>
                <a:cubicBezTo>
                  <a:pt x="395" y="1"/>
                  <a:pt x="395" y="1"/>
                  <a:pt x="395" y="1"/>
                </a:cubicBezTo>
                <a:cubicBezTo>
                  <a:pt x="395" y="71"/>
                  <a:pt x="395" y="71"/>
                  <a:pt x="395" y="71"/>
                </a:cubicBezTo>
                <a:cubicBezTo>
                  <a:pt x="403" y="71"/>
                  <a:pt x="403" y="71"/>
                  <a:pt x="403" y="71"/>
                </a:cubicBezTo>
                <a:cubicBezTo>
                  <a:pt x="403" y="45"/>
                  <a:pt x="403" y="45"/>
                  <a:pt x="403" y="45"/>
                </a:cubicBezTo>
                <a:cubicBezTo>
                  <a:pt x="412" y="45"/>
                  <a:pt x="412" y="45"/>
                  <a:pt x="412" y="45"/>
                </a:cubicBezTo>
                <a:cubicBezTo>
                  <a:pt x="420" y="45"/>
                  <a:pt x="426" y="43"/>
                  <a:pt x="431" y="39"/>
                </a:cubicBezTo>
                <a:cubicBezTo>
                  <a:pt x="436" y="34"/>
                  <a:pt x="438" y="29"/>
                  <a:pt x="438" y="22"/>
                </a:cubicBezTo>
                <a:cubicBezTo>
                  <a:pt x="438" y="16"/>
                  <a:pt x="436" y="10"/>
                  <a:pt x="432" y="7"/>
                </a:cubicBezTo>
                <a:close/>
                <a:moveTo>
                  <a:pt x="425" y="34"/>
                </a:moveTo>
                <a:cubicBezTo>
                  <a:pt x="422" y="36"/>
                  <a:pt x="417" y="37"/>
                  <a:pt x="412" y="37"/>
                </a:cubicBezTo>
                <a:cubicBezTo>
                  <a:pt x="403" y="37"/>
                  <a:pt x="403" y="37"/>
                  <a:pt x="403" y="37"/>
                </a:cubicBezTo>
                <a:cubicBezTo>
                  <a:pt x="403" y="9"/>
                  <a:pt x="403" y="9"/>
                  <a:pt x="403" y="9"/>
                </a:cubicBezTo>
                <a:cubicBezTo>
                  <a:pt x="413" y="9"/>
                  <a:pt x="413" y="9"/>
                  <a:pt x="413" y="9"/>
                </a:cubicBezTo>
                <a:cubicBezTo>
                  <a:pt x="424" y="9"/>
                  <a:pt x="429" y="13"/>
                  <a:pt x="429" y="23"/>
                </a:cubicBezTo>
                <a:cubicBezTo>
                  <a:pt x="429" y="27"/>
                  <a:pt x="428" y="31"/>
                  <a:pt x="425" y="34"/>
                </a:cubicBezTo>
                <a:close/>
                <a:moveTo>
                  <a:pt x="504" y="10"/>
                </a:moveTo>
                <a:cubicBezTo>
                  <a:pt x="498" y="3"/>
                  <a:pt x="490" y="0"/>
                  <a:pt x="480" y="0"/>
                </a:cubicBezTo>
                <a:cubicBezTo>
                  <a:pt x="470" y="0"/>
                  <a:pt x="462" y="3"/>
                  <a:pt x="456" y="10"/>
                </a:cubicBezTo>
                <a:cubicBezTo>
                  <a:pt x="450" y="17"/>
                  <a:pt x="446" y="26"/>
                  <a:pt x="446" y="37"/>
                </a:cubicBezTo>
                <a:cubicBezTo>
                  <a:pt x="446" y="48"/>
                  <a:pt x="449" y="56"/>
                  <a:pt x="455" y="63"/>
                </a:cubicBezTo>
                <a:cubicBezTo>
                  <a:pt x="461" y="69"/>
                  <a:pt x="469" y="73"/>
                  <a:pt x="479" y="73"/>
                </a:cubicBezTo>
                <a:cubicBezTo>
                  <a:pt x="489" y="73"/>
                  <a:pt x="498" y="69"/>
                  <a:pt x="504" y="63"/>
                </a:cubicBezTo>
                <a:cubicBezTo>
                  <a:pt x="510" y="56"/>
                  <a:pt x="513" y="47"/>
                  <a:pt x="513" y="35"/>
                </a:cubicBezTo>
                <a:cubicBezTo>
                  <a:pt x="513" y="25"/>
                  <a:pt x="510" y="16"/>
                  <a:pt x="504" y="10"/>
                </a:cubicBezTo>
                <a:close/>
                <a:moveTo>
                  <a:pt x="497" y="58"/>
                </a:moveTo>
                <a:cubicBezTo>
                  <a:pt x="493" y="63"/>
                  <a:pt x="487" y="65"/>
                  <a:pt x="479" y="65"/>
                </a:cubicBezTo>
                <a:cubicBezTo>
                  <a:pt x="472" y="65"/>
                  <a:pt x="466" y="63"/>
                  <a:pt x="462" y="57"/>
                </a:cubicBezTo>
                <a:cubicBezTo>
                  <a:pt x="457" y="52"/>
                  <a:pt x="455" y="45"/>
                  <a:pt x="455" y="36"/>
                </a:cubicBezTo>
                <a:cubicBezTo>
                  <a:pt x="455" y="28"/>
                  <a:pt x="457" y="21"/>
                  <a:pt x="462" y="16"/>
                </a:cubicBezTo>
                <a:cubicBezTo>
                  <a:pt x="467" y="10"/>
                  <a:pt x="473" y="8"/>
                  <a:pt x="480" y="8"/>
                </a:cubicBezTo>
                <a:cubicBezTo>
                  <a:pt x="487" y="8"/>
                  <a:pt x="493" y="10"/>
                  <a:pt x="498" y="15"/>
                </a:cubicBezTo>
                <a:cubicBezTo>
                  <a:pt x="502" y="20"/>
                  <a:pt x="504" y="27"/>
                  <a:pt x="504" y="37"/>
                </a:cubicBezTo>
                <a:cubicBezTo>
                  <a:pt x="504" y="46"/>
                  <a:pt x="502" y="53"/>
                  <a:pt x="497" y="5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15" name="Freeform 229">
            <a:extLst>
              <a:ext uri="{FF2B5EF4-FFF2-40B4-BE49-F238E27FC236}">
                <a16:creationId xmlns:a16="http://schemas.microsoft.com/office/drawing/2014/main" id="{F4F39099-A586-679A-CEA8-D08F6D8DFE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 rot="16200000">
            <a:off x="9594955" y="3334053"/>
            <a:ext cx="162367" cy="1082779"/>
          </a:xfrm>
          <a:custGeom>
            <a:avLst/>
            <a:gdLst>
              <a:gd name="T0" fmla="*/ 0 w 69"/>
              <a:gd name="T1" fmla="*/ 33 h 459"/>
              <a:gd name="T2" fmla="*/ 33 w 69"/>
              <a:gd name="T3" fmla="*/ 0 h 459"/>
              <a:gd name="T4" fmla="*/ 69 w 69"/>
              <a:gd name="T5" fmla="*/ 35 h 459"/>
              <a:gd name="T6" fmla="*/ 52 w 69"/>
              <a:gd name="T7" fmla="*/ 52 h 459"/>
              <a:gd name="T8" fmla="*/ 50 w 69"/>
              <a:gd name="T9" fmla="*/ 21 h 459"/>
              <a:gd name="T10" fmla="*/ 19 w 69"/>
              <a:gd name="T11" fmla="*/ 21 h 459"/>
              <a:gd name="T12" fmla="*/ 17 w 69"/>
              <a:gd name="T13" fmla="*/ 52 h 459"/>
              <a:gd name="T14" fmla="*/ 1 w 69"/>
              <a:gd name="T15" fmla="*/ 121 h 459"/>
              <a:gd name="T16" fmla="*/ 55 w 69"/>
              <a:gd name="T17" fmla="*/ 106 h 459"/>
              <a:gd name="T18" fmla="*/ 1 w 69"/>
              <a:gd name="T19" fmla="*/ 78 h 459"/>
              <a:gd name="T20" fmla="*/ 68 w 69"/>
              <a:gd name="T21" fmla="*/ 63 h 459"/>
              <a:gd name="T22" fmla="*/ 1 w 69"/>
              <a:gd name="T23" fmla="*/ 121 h 459"/>
              <a:gd name="T24" fmla="*/ 1 w 69"/>
              <a:gd name="T25" fmla="*/ 146 h 459"/>
              <a:gd name="T26" fmla="*/ 16 w 69"/>
              <a:gd name="T27" fmla="*/ 174 h 459"/>
              <a:gd name="T28" fmla="*/ 1 w 69"/>
              <a:gd name="T29" fmla="*/ 195 h 459"/>
              <a:gd name="T30" fmla="*/ 68 w 69"/>
              <a:gd name="T31" fmla="*/ 154 h 459"/>
              <a:gd name="T32" fmla="*/ 56 w 69"/>
              <a:gd name="T33" fmla="*/ 162 h 459"/>
              <a:gd name="T34" fmla="*/ 27 w 69"/>
              <a:gd name="T35" fmla="*/ 171 h 459"/>
              <a:gd name="T36" fmla="*/ 50 w 69"/>
              <a:gd name="T37" fmla="*/ 161 h 459"/>
              <a:gd name="T38" fmla="*/ 3 w 69"/>
              <a:gd name="T39" fmla="*/ 250 h 459"/>
              <a:gd name="T40" fmla="*/ 9 w 69"/>
              <a:gd name="T41" fmla="*/ 207 h 459"/>
              <a:gd name="T42" fmla="*/ 59 w 69"/>
              <a:gd name="T43" fmla="*/ 208 h 459"/>
              <a:gd name="T44" fmla="*/ 67 w 69"/>
              <a:gd name="T45" fmla="*/ 250 h 459"/>
              <a:gd name="T46" fmla="*/ 56 w 69"/>
              <a:gd name="T47" fmla="*/ 235 h 459"/>
              <a:gd name="T48" fmla="*/ 34 w 69"/>
              <a:gd name="T49" fmla="*/ 214 h 459"/>
              <a:gd name="T50" fmla="*/ 13 w 69"/>
              <a:gd name="T51" fmla="*/ 234 h 459"/>
              <a:gd name="T52" fmla="*/ 3 w 69"/>
              <a:gd name="T53" fmla="*/ 250 h 459"/>
              <a:gd name="T54" fmla="*/ 1 w 69"/>
              <a:gd name="T55" fmla="*/ 308 h 459"/>
              <a:gd name="T56" fmla="*/ 49 w 69"/>
              <a:gd name="T57" fmla="*/ 308 h 459"/>
              <a:gd name="T58" fmla="*/ 43 w 69"/>
              <a:gd name="T59" fmla="*/ 305 h 459"/>
              <a:gd name="T60" fmla="*/ 1 w 69"/>
              <a:gd name="T61" fmla="*/ 262 h 459"/>
              <a:gd name="T62" fmla="*/ 68 w 69"/>
              <a:gd name="T63" fmla="*/ 276 h 459"/>
              <a:gd name="T64" fmla="*/ 22 w 69"/>
              <a:gd name="T65" fmla="*/ 276 h 459"/>
              <a:gd name="T66" fmla="*/ 27 w 69"/>
              <a:gd name="T67" fmla="*/ 280 h 459"/>
              <a:gd name="T68" fmla="*/ 68 w 69"/>
              <a:gd name="T69" fmla="*/ 322 h 459"/>
              <a:gd name="T70" fmla="*/ 1 w 69"/>
              <a:gd name="T71" fmla="*/ 337 h 459"/>
              <a:gd name="T72" fmla="*/ 7 w 69"/>
              <a:gd name="T73" fmla="*/ 382 h 459"/>
              <a:gd name="T74" fmla="*/ 36 w 69"/>
              <a:gd name="T75" fmla="*/ 382 h 459"/>
              <a:gd name="T76" fmla="*/ 41 w 69"/>
              <a:gd name="T77" fmla="*/ 352 h 459"/>
              <a:gd name="T78" fmla="*/ 56 w 69"/>
              <a:gd name="T79" fmla="*/ 380 h 459"/>
              <a:gd name="T80" fmla="*/ 68 w 69"/>
              <a:gd name="T81" fmla="*/ 337 h 459"/>
              <a:gd name="T82" fmla="*/ 30 w 69"/>
              <a:gd name="T83" fmla="*/ 362 h 459"/>
              <a:gd name="T84" fmla="*/ 12 w 69"/>
              <a:gd name="T85" fmla="*/ 361 h 459"/>
              <a:gd name="T86" fmla="*/ 30 w 69"/>
              <a:gd name="T87" fmla="*/ 352 h 459"/>
              <a:gd name="T88" fmla="*/ 59 w 69"/>
              <a:gd name="T89" fmla="*/ 403 h 459"/>
              <a:gd name="T90" fmla="*/ 9 w 69"/>
              <a:gd name="T91" fmla="*/ 403 h 459"/>
              <a:gd name="T92" fmla="*/ 10 w 69"/>
              <a:gd name="T93" fmla="*/ 450 h 459"/>
              <a:gd name="T94" fmla="*/ 60 w 69"/>
              <a:gd name="T95" fmla="*/ 450 h 459"/>
              <a:gd name="T96" fmla="*/ 59 w 69"/>
              <a:gd name="T97" fmla="*/ 403 h 459"/>
              <a:gd name="T98" fmla="*/ 34 w 69"/>
              <a:gd name="T99" fmla="*/ 443 h 459"/>
              <a:gd name="T100" fmla="*/ 13 w 69"/>
              <a:gd name="T101" fmla="*/ 426 h 459"/>
              <a:gd name="T102" fmla="*/ 34 w 69"/>
              <a:gd name="T103" fmla="*/ 409 h 459"/>
              <a:gd name="T104" fmla="*/ 56 w 69"/>
              <a:gd name="T105" fmla="*/ 427 h 4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69" h="459">
                <a:moveTo>
                  <a:pt x="3" y="52"/>
                </a:moveTo>
                <a:cubicBezTo>
                  <a:pt x="1" y="47"/>
                  <a:pt x="0" y="41"/>
                  <a:pt x="0" y="33"/>
                </a:cubicBezTo>
                <a:cubicBezTo>
                  <a:pt x="0" y="22"/>
                  <a:pt x="3" y="14"/>
                  <a:pt x="9" y="9"/>
                </a:cubicBezTo>
                <a:cubicBezTo>
                  <a:pt x="15" y="3"/>
                  <a:pt x="23" y="0"/>
                  <a:pt x="33" y="0"/>
                </a:cubicBezTo>
                <a:cubicBezTo>
                  <a:pt x="44" y="0"/>
                  <a:pt x="52" y="3"/>
                  <a:pt x="59" y="10"/>
                </a:cubicBezTo>
                <a:cubicBezTo>
                  <a:pt x="66" y="16"/>
                  <a:pt x="69" y="25"/>
                  <a:pt x="69" y="35"/>
                </a:cubicBezTo>
                <a:cubicBezTo>
                  <a:pt x="69" y="42"/>
                  <a:pt x="68" y="47"/>
                  <a:pt x="67" y="52"/>
                </a:cubicBezTo>
                <a:cubicBezTo>
                  <a:pt x="52" y="52"/>
                  <a:pt x="52" y="52"/>
                  <a:pt x="52" y="52"/>
                </a:cubicBezTo>
                <a:cubicBezTo>
                  <a:pt x="55" y="47"/>
                  <a:pt x="56" y="42"/>
                  <a:pt x="56" y="37"/>
                </a:cubicBezTo>
                <a:cubicBezTo>
                  <a:pt x="56" y="30"/>
                  <a:pt x="54" y="25"/>
                  <a:pt x="50" y="21"/>
                </a:cubicBezTo>
                <a:cubicBezTo>
                  <a:pt x="46" y="18"/>
                  <a:pt x="41" y="16"/>
                  <a:pt x="34" y="16"/>
                </a:cubicBezTo>
                <a:cubicBezTo>
                  <a:pt x="28" y="16"/>
                  <a:pt x="22" y="17"/>
                  <a:pt x="19" y="21"/>
                </a:cubicBezTo>
                <a:cubicBezTo>
                  <a:pt x="15" y="25"/>
                  <a:pt x="13" y="30"/>
                  <a:pt x="13" y="36"/>
                </a:cubicBezTo>
                <a:cubicBezTo>
                  <a:pt x="13" y="42"/>
                  <a:pt x="14" y="47"/>
                  <a:pt x="17" y="52"/>
                </a:cubicBezTo>
                <a:lnTo>
                  <a:pt x="3" y="52"/>
                </a:lnTo>
                <a:close/>
                <a:moveTo>
                  <a:pt x="1" y="121"/>
                </a:moveTo>
                <a:cubicBezTo>
                  <a:pt x="1" y="106"/>
                  <a:pt x="1" y="106"/>
                  <a:pt x="1" y="106"/>
                </a:cubicBezTo>
                <a:cubicBezTo>
                  <a:pt x="55" y="106"/>
                  <a:pt x="55" y="106"/>
                  <a:pt x="55" y="106"/>
                </a:cubicBezTo>
                <a:cubicBezTo>
                  <a:pt x="55" y="78"/>
                  <a:pt x="55" y="78"/>
                  <a:pt x="55" y="78"/>
                </a:cubicBezTo>
                <a:cubicBezTo>
                  <a:pt x="1" y="78"/>
                  <a:pt x="1" y="78"/>
                  <a:pt x="1" y="78"/>
                </a:cubicBezTo>
                <a:cubicBezTo>
                  <a:pt x="1" y="63"/>
                  <a:pt x="1" y="63"/>
                  <a:pt x="1" y="63"/>
                </a:cubicBezTo>
                <a:cubicBezTo>
                  <a:pt x="68" y="63"/>
                  <a:pt x="68" y="63"/>
                  <a:pt x="68" y="63"/>
                </a:cubicBezTo>
                <a:cubicBezTo>
                  <a:pt x="68" y="121"/>
                  <a:pt x="68" y="121"/>
                  <a:pt x="68" y="121"/>
                </a:cubicBezTo>
                <a:lnTo>
                  <a:pt x="1" y="121"/>
                </a:lnTo>
                <a:close/>
                <a:moveTo>
                  <a:pt x="1" y="129"/>
                </a:moveTo>
                <a:cubicBezTo>
                  <a:pt x="1" y="146"/>
                  <a:pt x="1" y="146"/>
                  <a:pt x="1" y="146"/>
                </a:cubicBezTo>
                <a:cubicBezTo>
                  <a:pt x="16" y="150"/>
                  <a:pt x="16" y="150"/>
                  <a:pt x="16" y="150"/>
                </a:cubicBezTo>
                <a:cubicBezTo>
                  <a:pt x="16" y="174"/>
                  <a:pt x="16" y="174"/>
                  <a:pt x="16" y="174"/>
                </a:cubicBezTo>
                <a:cubicBezTo>
                  <a:pt x="1" y="179"/>
                  <a:pt x="1" y="179"/>
                  <a:pt x="1" y="179"/>
                </a:cubicBezTo>
                <a:cubicBezTo>
                  <a:pt x="1" y="195"/>
                  <a:pt x="1" y="195"/>
                  <a:pt x="1" y="195"/>
                </a:cubicBezTo>
                <a:cubicBezTo>
                  <a:pt x="68" y="171"/>
                  <a:pt x="68" y="171"/>
                  <a:pt x="68" y="171"/>
                </a:cubicBezTo>
                <a:cubicBezTo>
                  <a:pt x="68" y="154"/>
                  <a:pt x="68" y="154"/>
                  <a:pt x="68" y="154"/>
                </a:cubicBezTo>
                <a:lnTo>
                  <a:pt x="1" y="129"/>
                </a:lnTo>
                <a:close/>
                <a:moveTo>
                  <a:pt x="56" y="162"/>
                </a:moveTo>
                <a:cubicBezTo>
                  <a:pt x="54" y="162"/>
                  <a:pt x="52" y="163"/>
                  <a:pt x="50" y="163"/>
                </a:cubicBezTo>
                <a:cubicBezTo>
                  <a:pt x="27" y="171"/>
                  <a:pt x="27" y="171"/>
                  <a:pt x="27" y="171"/>
                </a:cubicBezTo>
                <a:cubicBezTo>
                  <a:pt x="27" y="153"/>
                  <a:pt x="27" y="153"/>
                  <a:pt x="27" y="153"/>
                </a:cubicBezTo>
                <a:cubicBezTo>
                  <a:pt x="50" y="161"/>
                  <a:pt x="50" y="161"/>
                  <a:pt x="50" y="161"/>
                </a:cubicBezTo>
                <a:cubicBezTo>
                  <a:pt x="52" y="161"/>
                  <a:pt x="54" y="162"/>
                  <a:pt x="56" y="162"/>
                </a:cubicBezTo>
                <a:close/>
                <a:moveTo>
                  <a:pt x="3" y="250"/>
                </a:moveTo>
                <a:cubicBezTo>
                  <a:pt x="1" y="246"/>
                  <a:pt x="0" y="239"/>
                  <a:pt x="0" y="231"/>
                </a:cubicBezTo>
                <a:cubicBezTo>
                  <a:pt x="0" y="221"/>
                  <a:pt x="3" y="213"/>
                  <a:pt x="9" y="207"/>
                </a:cubicBezTo>
                <a:cubicBezTo>
                  <a:pt x="15" y="201"/>
                  <a:pt x="23" y="198"/>
                  <a:pt x="33" y="198"/>
                </a:cubicBezTo>
                <a:cubicBezTo>
                  <a:pt x="44" y="198"/>
                  <a:pt x="52" y="202"/>
                  <a:pt x="59" y="208"/>
                </a:cubicBezTo>
                <a:cubicBezTo>
                  <a:pt x="66" y="215"/>
                  <a:pt x="69" y="223"/>
                  <a:pt x="69" y="234"/>
                </a:cubicBezTo>
                <a:cubicBezTo>
                  <a:pt x="69" y="240"/>
                  <a:pt x="68" y="246"/>
                  <a:pt x="67" y="250"/>
                </a:cubicBezTo>
                <a:cubicBezTo>
                  <a:pt x="52" y="250"/>
                  <a:pt x="52" y="250"/>
                  <a:pt x="52" y="250"/>
                </a:cubicBezTo>
                <a:cubicBezTo>
                  <a:pt x="55" y="246"/>
                  <a:pt x="56" y="241"/>
                  <a:pt x="56" y="235"/>
                </a:cubicBezTo>
                <a:cubicBezTo>
                  <a:pt x="56" y="229"/>
                  <a:pt x="54" y="224"/>
                  <a:pt x="50" y="220"/>
                </a:cubicBezTo>
                <a:cubicBezTo>
                  <a:pt x="46" y="216"/>
                  <a:pt x="41" y="214"/>
                  <a:pt x="34" y="214"/>
                </a:cubicBezTo>
                <a:cubicBezTo>
                  <a:pt x="28" y="214"/>
                  <a:pt x="22" y="216"/>
                  <a:pt x="19" y="220"/>
                </a:cubicBezTo>
                <a:cubicBezTo>
                  <a:pt x="15" y="223"/>
                  <a:pt x="13" y="228"/>
                  <a:pt x="13" y="234"/>
                </a:cubicBezTo>
                <a:cubicBezTo>
                  <a:pt x="13" y="240"/>
                  <a:pt x="14" y="246"/>
                  <a:pt x="17" y="250"/>
                </a:cubicBezTo>
                <a:lnTo>
                  <a:pt x="3" y="250"/>
                </a:lnTo>
                <a:close/>
                <a:moveTo>
                  <a:pt x="1" y="322"/>
                </a:moveTo>
                <a:cubicBezTo>
                  <a:pt x="1" y="308"/>
                  <a:pt x="1" y="308"/>
                  <a:pt x="1" y="308"/>
                </a:cubicBezTo>
                <a:cubicBezTo>
                  <a:pt x="38" y="308"/>
                  <a:pt x="38" y="308"/>
                  <a:pt x="38" y="308"/>
                </a:cubicBezTo>
                <a:cubicBezTo>
                  <a:pt x="42" y="308"/>
                  <a:pt x="46" y="308"/>
                  <a:pt x="49" y="308"/>
                </a:cubicBezTo>
                <a:cubicBezTo>
                  <a:pt x="49" y="308"/>
                  <a:pt x="49" y="308"/>
                  <a:pt x="49" y="308"/>
                </a:cubicBezTo>
                <a:cubicBezTo>
                  <a:pt x="47" y="307"/>
                  <a:pt x="45" y="306"/>
                  <a:pt x="43" y="305"/>
                </a:cubicBezTo>
                <a:cubicBezTo>
                  <a:pt x="1" y="277"/>
                  <a:pt x="1" y="277"/>
                  <a:pt x="1" y="277"/>
                </a:cubicBezTo>
                <a:cubicBezTo>
                  <a:pt x="1" y="262"/>
                  <a:pt x="1" y="262"/>
                  <a:pt x="1" y="262"/>
                </a:cubicBezTo>
                <a:cubicBezTo>
                  <a:pt x="68" y="262"/>
                  <a:pt x="68" y="262"/>
                  <a:pt x="68" y="262"/>
                </a:cubicBezTo>
                <a:cubicBezTo>
                  <a:pt x="68" y="276"/>
                  <a:pt x="68" y="276"/>
                  <a:pt x="68" y="276"/>
                </a:cubicBezTo>
                <a:cubicBezTo>
                  <a:pt x="31" y="276"/>
                  <a:pt x="31" y="276"/>
                  <a:pt x="31" y="276"/>
                </a:cubicBezTo>
                <a:cubicBezTo>
                  <a:pt x="26" y="276"/>
                  <a:pt x="23" y="276"/>
                  <a:pt x="22" y="276"/>
                </a:cubicBezTo>
                <a:cubicBezTo>
                  <a:pt x="22" y="276"/>
                  <a:pt x="22" y="276"/>
                  <a:pt x="22" y="276"/>
                </a:cubicBezTo>
                <a:cubicBezTo>
                  <a:pt x="22" y="276"/>
                  <a:pt x="24" y="277"/>
                  <a:pt x="27" y="280"/>
                </a:cubicBezTo>
                <a:cubicBezTo>
                  <a:pt x="68" y="306"/>
                  <a:pt x="68" y="306"/>
                  <a:pt x="68" y="306"/>
                </a:cubicBezTo>
                <a:cubicBezTo>
                  <a:pt x="68" y="322"/>
                  <a:pt x="68" y="322"/>
                  <a:pt x="68" y="322"/>
                </a:cubicBezTo>
                <a:lnTo>
                  <a:pt x="1" y="322"/>
                </a:lnTo>
                <a:close/>
                <a:moveTo>
                  <a:pt x="1" y="337"/>
                </a:moveTo>
                <a:cubicBezTo>
                  <a:pt x="1" y="364"/>
                  <a:pt x="1" y="364"/>
                  <a:pt x="1" y="364"/>
                </a:cubicBezTo>
                <a:cubicBezTo>
                  <a:pt x="1" y="372"/>
                  <a:pt x="3" y="377"/>
                  <a:pt x="7" y="382"/>
                </a:cubicBezTo>
                <a:cubicBezTo>
                  <a:pt x="10" y="386"/>
                  <a:pt x="16" y="388"/>
                  <a:pt x="22" y="388"/>
                </a:cubicBezTo>
                <a:cubicBezTo>
                  <a:pt x="28" y="388"/>
                  <a:pt x="33" y="386"/>
                  <a:pt x="36" y="382"/>
                </a:cubicBezTo>
                <a:cubicBezTo>
                  <a:pt x="39" y="378"/>
                  <a:pt x="41" y="373"/>
                  <a:pt x="41" y="365"/>
                </a:cubicBezTo>
                <a:cubicBezTo>
                  <a:pt x="41" y="352"/>
                  <a:pt x="41" y="352"/>
                  <a:pt x="41" y="352"/>
                </a:cubicBezTo>
                <a:cubicBezTo>
                  <a:pt x="56" y="352"/>
                  <a:pt x="56" y="352"/>
                  <a:pt x="56" y="352"/>
                </a:cubicBezTo>
                <a:cubicBezTo>
                  <a:pt x="56" y="380"/>
                  <a:pt x="56" y="380"/>
                  <a:pt x="56" y="380"/>
                </a:cubicBezTo>
                <a:cubicBezTo>
                  <a:pt x="68" y="380"/>
                  <a:pt x="68" y="380"/>
                  <a:pt x="68" y="380"/>
                </a:cubicBezTo>
                <a:cubicBezTo>
                  <a:pt x="68" y="337"/>
                  <a:pt x="68" y="337"/>
                  <a:pt x="68" y="337"/>
                </a:cubicBezTo>
                <a:lnTo>
                  <a:pt x="1" y="337"/>
                </a:lnTo>
                <a:close/>
                <a:moveTo>
                  <a:pt x="30" y="362"/>
                </a:moveTo>
                <a:cubicBezTo>
                  <a:pt x="30" y="368"/>
                  <a:pt x="27" y="372"/>
                  <a:pt x="21" y="372"/>
                </a:cubicBezTo>
                <a:cubicBezTo>
                  <a:pt x="15" y="372"/>
                  <a:pt x="12" y="368"/>
                  <a:pt x="12" y="361"/>
                </a:cubicBezTo>
                <a:cubicBezTo>
                  <a:pt x="12" y="352"/>
                  <a:pt x="12" y="352"/>
                  <a:pt x="12" y="352"/>
                </a:cubicBezTo>
                <a:cubicBezTo>
                  <a:pt x="30" y="352"/>
                  <a:pt x="30" y="352"/>
                  <a:pt x="30" y="352"/>
                </a:cubicBezTo>
                <a:lnTo>
                  <a:pt x="30" y="362"/>
                </a:lnTo>
                <a:close/>
                <a:moveTo>
                  <a:pt x="59" y="403"/>
                </a:moveTo>
                <a:cubicBezTo>
                  <a:pt x="53" y="397"/>
                  <a:pt x="44" y="394"/>
                  <a:pt x="34" y="394"/>
                </a:cubicBezTo>
                <a:cubicBezTo>
                  <a:pt x="24" y="394"/>
                  <a:pt x="15" y="397"/>
                  <a:pt x="9" y="403"/>
                </a:cubicBezTo>
                <a:cubicBezTo>
                  <a:pt x="3" y="409"/>
                  <a:pt x="0" y="416"/>
                  <a:pt x="0" y="426"/>
                </a:cubicBezTo>
                <a:cubicBezTo>
                  <a:pt x="0" y="436"/>
                  <a:pt x="3" y="444"/>
                  <a:pt x="10" y="450"/>
                </a:cubicBezTo>
                <a:cubicBezTo>
                  <a:pt x="16" y="456"/>
                  <a:pt x="24" y="459"/>
                  <a:pt x="35" y="459"/>
                </a:cubicBezTo>
                <a:cubicBezTo>
                  <a:pt x="45" y="459"/>
                  <a:pt x="53" y="456"/>
                  <a:pt x="60" y="450"/>
                </a:cubicBezTo>
                <a:cubicBezTo>
                  <a:pt x="66" y="444"/>
                  <a:pt x="69" y="437"/>
                  <a:pt x="69" y="427"/>
                </a:cubicBezTo>
                <a:cubicBezTo>
                  <a:pt x="69" y="417"/>
                  <a:pt x="66" y="409"/>
                  <a:pt x="59" y="403"/>
                </a:cubicBezTo>
                <a:close/>
                <a:moveTo>
                  <a:pt x="50" y="439"/>
                </a:moveTo>
                <a:cubicBezTo>
                  <a:pt x="46" y="442"/>
                  <a:pt x="41" y="443"/>
                  <a:pt x="34" y="443"/>
                </a:cubicBezTo>
                <a:cubicBezTo>
                  <a:pt x="27" y="443"/>
                  <a:pt x="22" y="442"/>
                  <a:pt x="19" y="439"/>
                </a:cubicBezTo>
                <a:cubicBezTo>
                  <a:pt x="15" y="436"/>
                  <a:pt x="13" y="432"/>
                  <a:pt x="13" y="426"/>
                </a:cubicBezTo>
                <a:cubicBezTo>
                  <a:pt x="13" y="421"/>
                  <a:pt x="15" y="417"/>
                  <a:pt x="19" y="414"/>
                </a:cubicBezTo>
                <a:cubicBezTo>
                  <a:pt x="23" y="411"/>
                  <a:pt x="28" y="409"/>
                  <a:pt x="34" y="409"/>
                </a:cubicBezTo>
                <a:cubicBezTo>
                  <a:pt x="41" y="409"/>
                  <a:pt x="46" y="411"/>
                  <a:pt x="50" y="414"/>
                </a:cubicBezTo>
                <a:cubicBezTo>
                  <a:pt x="54" y="417"/>
                  <a:pt x="56" y="421"/>
                  <a:pt x="56" y="427"/>
                </a:cubicBezTo>
                <a:cubicBezTo>
                  <a:pt x="56" y="432"/>
                  <a:pt x="54" y="436"/>
                  <a:pt x="50" y="43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16" name="Freeform 230">
            <a:extLst>
              <a:ext uri="{FF2B5EF4-FFF2-40B4-BE49-F238E27FC236}">
                <a16:creationId xmlns:a16="http://schemas.microsoft.com/office/drawing/2014/main" id="{99EEA745-9A4E-64E7-483C-BA11CE1123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9116212" y="1833507"/>
            <a:ext cx="1045498" cy="495776"/>
          </a:xfrm>
          <a:custGeom>
            <a:avLst/>
            <a:gdLst>
              <a:gd name="T0" fmla="*/ 38 w 344"/>
              <a:gd name="T1" fmla="*/ 56 h 163"/>
              <a:gd name="T2" fmla="*/ 50 w 344"/>
              <a:gd name="T3" fmla="*/ 114 h 163"/>
              <a:gd name="T4" fmla="*/ 20 w 344"/>
              <a:gd name="T5" fmla="*/ 136 h 163"/>
              <a:gd name="T6" fmla="*/ 0 w 344"/>
              <a:gd name="T7" fmla="*/ 54 h 163"/>
              <a:gd name="T8" fmla="*/ 38 w 344"/>
              <a:gd name="T9" fmla="*/ 29 h 163"/>
              <a:gd name="T10" fmla="*/ 16 w 344"/>
              <a:gd name="T11" fmla="*/ 7 h 163"/>
              <a:gd name="T12" fmla="*/ 93 w 344"/>
              <a:gd name="T13" fmla="*/ 23 h 163"/>
              <a:gd name="T14" fmla="*/ 76 w 344"/>
              <a:gd name="T15" fmla="*/ 14 h 163"/>
              <a:gd name="T16" fmla="*/ 45 w 344"/>
              <a:gd name="T17" fmla="*/ 97 h 163"/>
              <a:gd name="T18" fmla="*/ 61 w 344"/>
              <a:gd name="T19" fmla="*/ 136 h 163"/>
              <a:gd name="T20" fmla="*/ 94 w 344"/>
              <a:gd name="T21" fmla="*/ 107 h 163"/>
              <a:gd name="T22" fmla="*/ 71 w 344"/>
              <a:gd name="T23" fmla="*/ 150 h 163"/>
              <a:gd name="T24" fmla="*/ 94 w 344"/>
              <a:gd name="T25" fmla="*/ 161 h 163"/>
              <a:gd name="T26" fmla="*/ 107 w 344"/>
              <a:gd name="T27" fmla="*/ 23 h 163"/>
              <a:gd name="T28" fmla="*/ 94 w 344"/>
              <a:gd name="T29" fmla="*/ 98 h 163"/>
              <a:gd name="T30" fmla="*/ 94 w 344"/>
              <a:gd name="T31" fmla="*/ 73 h 163"/>
              <a:gd name="T32" fmla="*/ 94 w 344"/>
              <a:gd name="T33" fmla="*/ 47 h 163"/>
              <a:gd name="T34" fmla="*/ 137 w 344"/>
              <a:gd name="T35" fmla="*/ 2 h 163"/>
              <a:gd name="T36" fmla="*/ 146 w 344"/>
              <a:gd name="T37" fmla="*/ 46 h 163"/>
              <a:gd name="T38" fmla="*/ 163 w 344"/>
              <a:gd name="T39" fmla="*/ 52 h 163"/>
              <a:gd name="T40" fmla="*/ 132 w 344"/>
              <a:gd name="T41" fmla="*/ 162 h 163"/>
              <a:gd name="T42" fmla="*/ 113 w 344"/>
              <a:gd name="T43" fmla="*/ 145 h 163"/>
              <a:gd name="T44" fmla="*/ 126 w 344"/>
              <a:gd name="T45" fmla="*/ 52 h 163"/>
              <a:gd name="T46" fmla="*/ 123 w 344"/>
              <a:gd name="T47" fmla="*/ 85 h 163"/>
              <a:gd name="T48" fmla="*/ 122 w 344"/>
              <a:gd name="T49" fmla="*/ 110 h 163"/>
              <a:gd name="T50" fmla="*/ 113 w 344"/>
              <a:gd name="T51" fmla="*/ 70 h 163"/>
              <a:gd name="T52" fmla="*/ 217 w 344"/>
              <a:gd name="T53" fmla="*/ 56 h 163"/>
              <a:gd name="T54" fmla="*/ 229 w 344"/>
              <a:gd name="T55" fmla="*/ 114 h 163"/>
              <a:gd name="T56" fmla="*/ 199 w 344"/>
              <a:gd name="T57" fmla="*/ 136 h 163"/>
              <a:gd name="T58" fmla="*/ 179 w 344"/>
              <a:gd name="T59" fmla="*/ 54 h 163"/>
              <a:gd name="T60" fmla="*/ 217 w 344"/>
              <a:gd name="T61" fmla="*/ 29 h 163"/>
              <a:gd name="T62" fmla="*/ 195 w 344"/>
              <a:gd name="T63" fmla="*/ 7 h 163"/>
              <a:gd name="T64" fmla="*/ 272 w 344"/>
              <a:gd name="T65" fmla="*/ 23 h 163"/>
              <a:gd name="T66" fmla="*/ 255 w 344"/>
              <a:gd name="T67" fmla="*/ 14 h 163"/>
              <a:gd name="T68" fmla="*/ 224 w 344"/>
              <a:gd name="T69" fmla="*/ 97 h 163"/>
              <a:gd name="T70" fmla="*/ 240 w 344"/>
              <a:gd name="T71" fmla="*/ 136 h 163"/>
              <a:gd name="T72" fmla="*/ 273 w 344"/>
              <a:gd name="T73" fmla="*/ 107 h 163"/>
              <a:gd name="T74" fmla="*/ 250 w 344"/>
              <a:gd name="T75" fmla="*/ 150 h 163"/>
              <a:gd name="T76" fmla="*/ 273 w 344"/>
              <a:gd name="T77" fmla="*/ 161 h 163"/>
              <a:gd name="T78" fmla="*/ 286 w 344"/>
              <a:gd name="T79" fmla="*/ 23 h 163"/>
              <a:gd name="T80" fmla="*/ 273 w 344"/>
              <a:gd name="T81" fmla="*/ 98 h 163"/>
              <a:gd name="T82" fmla="*/ 273 w 344"/>
              <a:gd name="T83" fmla="*/ 73 h 163"/>
              <a:gd name="T84" fmla="*/ 273 w 344"/>
              <a:gd name="T85" fmla="*/ 47 h 163"/>
              <a:gd name="T86" fmla="*/ 316 w 344"/>
              <a:gd name="T87" fmla="*/ 2 h 163"/>
              <a:gd name="T88" fmla="*/ 325 w 344"/>
              <a:gd name="T89" fmla="*/ 46 h 163"/>
              <a:gd name="T90" fmla="*/ 342 w 344"/>
              <a:gd name="T91" fmla="*/ 52 h 163"/>
              <a:gd name="T92" fmla="*/ 311 w 344"/>
              <a:gd name="T93" fmla="*/ 162 h 163"/>
              <a:gd name="T94" fmla="*/ 292 w 344"/>
              <a:gd name="T95" fmla="*/ 145 h 163"/>
              <a:gd name="T96" fmla="*/ 305 w 344"/>
              <a:gd name="T97" fmla="*/ 52 h 163"/>
              <a:gd name="T98" fmla="*/ 302 w 344"/>
              <a:gd name="T99" fmla="*/ 85 h 163"/>
              <a:gd name="T100" fmla="*/ 301 w 344"/>
              <a:gd name="T101" fmla="*/ 110 h 163"/>
              <a:gd name="T102" fmla="*/ 292 w 344"/>
              <a:gd name="T103" fmla="*/ 70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344" h="163">
                <a:moveTo>
                  <a:pt x="0" y="54"/>
                </a:moveTo>
                <a:cubicBezTo>
                  <a:pt x="5" y="56"/>
                  <a:pt x="11" y="56"/>
                  <a:pt x="20" y="56"/>
                </a:cubicBezTo>
                <a:cubicBezTo>
                  <a:pt x="22" y="56"/>
                  <a:pt x="22" y="56"/>
                  <a:pt x="22" y="56"/>
                </a:cubicBezTo>
                <a:cubicBezTo>
                  <a:pt x="29" y="48"/>
                  <a:pt x="29" y="48"/>
                  <a:pt x="29" y="48"/>
                </a:cubicBezTo>
                <a:cubicBezTo>
                  <a:pt x="33" y="51"/>
                  <a:pt x="36" y="54"/>
                  <a:pt x="38" y="56"/>
                </a:cubicBezTo>
                <a:cubicBezTo>
                  <a:pt x="38" y="57"/>
                  <a:pt x="39" y="58"/>
                  <a:pt x="39" y="58"/>
                </a:cubicBezTo>
                <a:cubicBezTo>
                  <a:pt x="39" y="59"/>
                  <a:pt x="36" y="61"/>
                  <a:pt x="31" y="64"/>
                </a:cubicBezTo>
                <a:cubicBezTo>
                  <a:pt x="31" y="130"/>
                  <a:pt x="31" y="130"/>
                  <a:pt x="31" y="130"/>
                </a:cubicBezTo>
                <a:cubicBezTo>
                  <a:pt x="33" y="128"/>
                  <a:pt x="35" y="127"/>
                  <a:pt x="37" y="126"/>
                </a:cubicBezTo>
                <a:cubicBezTo>
                  <a:pt x="42" y="121"/>
                  <a:pt x="47" y="118"/>
                  <a:pt x="50" y="114"/>
                </a:cubicBezTo>
                <a:cubicBezTo>
                  <a:pt x="51" y="117"/>
                  <a:pt x="51" y="117"/>
                  <a:pt x="51" y="117"/>
                </a:cubicBezTo>
                <a:cubicBezTo>
                  <a:pt x="49" y="121"/>
                  <a:pt x="46" y="125"/>
                  <a:pt x="43" y="128"/>
                </a:cubicBezTo>
                <a:cubicBezTo>
                  <a:pt x="40" y="133"/>
                  <a:pt x="37" y="137"/>
                  <a:pt x="33" y="141"/>
                </a:cubicBezTo>
                <a:cubicBezTo>
                  <a:pt x="33" y="146"/>
                  <a:pt x="32" y="149"/>
                  <a:pt x="31" y="149"/>
                </a:cubicBezTo>
                <a:cubicBezTo>
                  <a:pt x="30" y="149"/>
                  <a:pt x="27" y="145"/>
                  <a:pt x="20" y="136"/>
                </a:cubicBezTo>
                <a:cubicBezTo>
                  <a:pt x="22" y="136"/>
                  <a:pt x="23" y="135"/>
                  <a:pt x="24" y="134"/>
                </a:cubicBezTo>
                <a:cubicBezTo>
                  <a:pt x="24" y="61"/>
                  <a:pt x="24" y="61"/>
                  <a:pt x="24" y="61"/>
                </a:cubicBezTo>
                <a:cubicBezTo>
                  <a:pt x="20" y="61"/>
                  <a:pt x="20" y="61"/>
                  <a:pt x="20" y="61"/>
                </a:cubicBezTo>
                <a:cubicBezTo>
                  <a:pt x="11" y="61"/>
                  <a:pt x="5" y="61"/>
                  <a:pt x="3" y="62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lose/>
                <a:moveTo>
                  <a:pt x="18" y="5"/>
                </a:moveTo>
                <a:cubicBezTo>
                  <a:pt x="23" y="7"/>
                  <a:pt x="27" y="11"/>
                  <a:pt x="30" y="15"/>
                </a:cubicBezTo>
                <a:cubicBezTo>
                  <a:pt x="33" y="18"/>
                  <a:pt x="35" y="20"/>
                  <a:pt x="36" y="23"/>
                </a:cubicBezTo>
                <a:cubicBezTo>
                  <a:pt x="37" y="25"/>
                  <a:pt x="38" y="27"/>
                  <a:pt x="38" y="29"/>
                </a:cubicBezTo>
                <a:cubicBezTo>
                  <a:pt x="38" y="33"/>
                  <a:pt x="36" y="34"/>
                  <a:pt x="33" y="34"/>
                </a:cubicBezTo>
                <a:cubicBezTo>
                  <a:pt x="32" y="34"/>
                  <a:pt x="31" y="34"/>
                  <a:pt x="31" y="34"/>
                </a:cubicBezTo>
                <a:cubicBezTo>
                  <a:pt x="31" y="33"/>
                  <a:pt x="30" y="32"/>
                  <a:pt x="29" y="29"/>
                </a:cubicBezTo>
                <a:cubicBezTo>
                  <a:pt x="27" y="25"/>
                  <a:pt x="26" y="20"/>
                  <a:pt x="24" y="17"/>
                </a:cubicBezTo>
                <a:cubicBezTo>
                  <a:pt x="22" y="14"/>
                  <a:pt x="19" y="11"/>
                  <a:pt x="16" y="7"/>
                </a:cubicBezTo>
                <a:cubicBezTo>
                  <a:pt x="18" y="5"/>
                  <a:pt x="18" y="5"/>
                  <a:pt x="18" y="5"/>
                </a:cubicBezTo>
                <a:cubicBezTo>
                  <a:pt x="18" y="5"/>
                  <a:pt x="18" y="5"/>
                  <a:pt x="18" y="5"/>
                </a:cubicBezTo>
                <a:close/>
                <a:moveTo>
                  <a:pt x="107" y="23"/>
                </a:moveTo>
                <a:cubicBezTo>
                  <a:pt x="106" y="20"/>
                  <a:pt x="103" y="18"/>
                  <a:pt x="98" y="16"/>
                </a:cubicBezTo>
                <a:cubicBezTo>
                  <a:pt x="98" y="16"/>
                  <a:pt x="98" y="16"/>
                  <a:pt x="93" y="23"/>
                </a:cubicBezTo>
                <a:cubicBezTo>
                  <a:pt x="93" y="23"/>
                  <a:pt x="93" y="23"/>
                  <a:pt x="76" y="23"/>
                </a:cubicBezTo>
                <a:cubicBezTo>
                  <a:pt x="80" y="19"/>
                  <a:pt x="83" y="14"/>
                  <a:pt x="85" y="9"/>
                </a:cubicBezTo>
                <a:cubicBezTo>
                  <a:pt x="90" y="9"/>
                  <a:pt x="94" y="9"/>
                  <a:pt x="94" y="7"/>
                </a:cubicBezTo>
                <a:cubicBezTo>
                  <a:pt x="94" y="5"/>
                  <a:pt x="88" y="3"/>
                  <a:pt x="77" y="0"/>
                </a:cubicBezTo>
                <a:cubicBezTo>
                  <a:pt x="77" y="6"/>
                  <a:pt x="76" y="10"/>
                  <a:pt x="76" y="14"/>
                </a:cubicBezTo>
                <a:cubicBezTo>
                  <a:pt x="75" y="16"/>
                  <a:pt x="74" y="20"/>
                  <a:pt x="73" y="23"/>
                </a:cubicBezTo>
                <a:cubicBezTo>
                  <a:pt x="73" y="23"/>
                  <a:pt x="73" y="23"/>
                  <a:pt x="70" y="23"/>
                </a:cubicBezTo>
                <a:cubicBezTo>
                  <a:pt x="70" y="23"/>
                  <a:pt x="70" y="23"/>
                  <a:pt x="60" y="18"/>
                </a:cubicBezTo>
                <a:cubicBezTo>
                  <a:pt x="60" y="18"/>
                  <a:pt x="60" y="18"/>
                  <a:pt x="60" y="98"/>
                </a:cubicBezTo>
                <a:cubicBezTo>
                  <a:pt x="54" y="98"/>
                  <a:pt x="49" y="98"/>
                  <a:pt x="45" y="97"/>
                </a:cubicBezTo>
                <a:cubicBezTo>
                  <a:pt x="45" y="97"/>
                  <a:pt x="45" y="97"/>
                  <a:pt x="48" y="105"/>
                </a:cubicBezTo>
                <a:cubicBezTo>
                  <a:pt x="50" y="104"/>
                  <a:pt x="56" y="104"/>
                  <a:pt x="65" y="104"/>
                </a:cubicBezTo>
                <a:cubicBezTo>
                  <a:pt x="65" y="104"/>
                  <a:pt x="65" y="104"/>
                  <a:pt x="87" y="104"/>
                </a:cubicBezTo>
                <a:cubicBezTo>
                  <a:pt x="83" y="111"/>
                  <a:pt x="79" y="116"/>
                  <a:pt x="75" y="122"/>
                </a:cubicBezTo>
                <a:cubicBezTo>
                  <a:pt x="71" y="127"/>
                  <a:pt x="66" y="132"/>
                  <a:pt x="61" y="136"/>
                </a:cubicBezTo>
                <a:cubicBezTo>
                  <a:pt x="56" y="142"/>
                  <a:pt x="49" y="148"/>
                  <a:pt x="40" y="154"/>
                </a:cubicBezTo>
                <a:cubicBezTo>
                  <a:pt x="40" y="154"/>
                  <a:pt x="40" y="154"/>
                  <a:pt x="42" y="156"/>
                </a:cubicBezTo>
                <a:cubicBezTo>
                  <a:pt x="51" y="151"/>
                  <a:pt x="60" y="145"/>
                  <a:pt x="66" y="141"/>
                </a:cubicBezTo>
                <a:cubicBezTo>
                  <a:pt x="72" y="135"/>
                  <a:pt x="78" y="129"/>
                  <a:pt x="84" y="123"/>
                </a:cubicBezTo>
                <a:cubicBezTo>
                  <a:pt x="87" y="119"/>
                  <a:pt x="91" y="113"/>
                  <a:pt x="94" y="107"/>
                </a:cubicBezTo>
                <a:cubicBezTo>
                  <a:pt x="94" y="107"/>
                  <a:pt x="94" y="107"/>
                  <a:pt x="94" y="143"/>
                </a:cubicBezTo>
                <a:cubicBezTo>
                  <a:pt x="94" y="145"/>
                  <a:pt x="94" y="148"/>
                  <a:pt x="92" y="148"/>
                </a:cubicBezTo>
                <a:cubicBezTo>
                  <a:pt x="92" y="149"/>
                  <a:pt x="89" y="149"/>
                  <a:pt x="87" y="149"/>
                </a:cubicBezTo>
                <a:cubicBezTo>
                  <a:pt x="82" y="149"/>
                  <a:pt x="77" y="148"/>
                  <a:pt x="71" y="146"/>
                </a:cubicBezTo>
                <a:cubicBezTo>
                  <a:pt x="71" y="146"/>
                  <a:pt x="71" y="146"/>
                  <a:pt x="71" y="150"/>
                </a:cubicBezTo>
                <a:cubicBezTo>
                  <a:pt x="75" y="151"/>
                  <a:pt x="78" y="152"/>
                  <a:pt x="81" y="153"/>
                </a:cubicBezTo>
                <a:cubicBezTo>
                  <a:pt x="83" y="154"/>
                  <a:pt x="85" y="155"/>
                  <a:pt x="87" y="156"/>
                </a:cubicBezTo>
                <a:cubicBezTo>
                  <a:pt x="87" y="157"/>
                  <a:pt x="87" y="158"/>
                  <a:pt x="87" y="159"/>
                </a:cubicBezTo>
                <a:cubicBezTo>
                  <a:pt x="87" y="159"/>
                  <a:pt x="87" y="159"/>
                  <a:pt x="88" y="163"/>
                </a:cubicBezTo>
                <a:cubicBezTo>
                  <a:pt x="89" y="163"/>
                  <a:pt x="92" y="162"/>
                  <a:pt x="94" y="161"/>
                </a:cubicBezTo>
                <a:cubicBezTo>
                  <a:pt x="96" y="159"/>
                  <a:pt x="98" y="158"/>
                  <a:pt x="99" y="156"/>
                </a:cubicBezTo>
                <a:cubicBezTo>
                  <a:pt x="101" y="154"/>
                  <a:pt x="102" y="151"/>
                  <a:pt x="102" y="147"/>
                </a:cubicBezTo>
                <a:cubicBezTo>
                  <a:pt x="102" y="147"/>
                  <a:pt x="102" y="147"/>
                  <a:pt x="102" y="31"/>
                </a:cubicBezTo>
                <a:cubicBezTo>
                  <a:pt x="107" y="28"/>
                  <a:pt x="109" y="26"/>
                  <a:pt x="109" y="25"/>
                </a:cubicBezTo>
                <a:cubicBezTo>
                  <a:pt x="109" y="25"/>
                  <a:pt x="109" y="24"/>
                  <a:pt x="107" y="23"/>
                </a:cubicBezTo>
                <a:close/>
                <a:moveTo>
                  <a:pt x="94" y="98"/>
                </a:moveTo>
                <a:cubicBezTo>
                  <a:pt x="94" y="98"/>
                  <a:pt x="94" y="98"/>
                  <a:pt x="68" y="98"/>
                </a:cubicBezTo>
                <a:cubicBezTo>
                  <a:pt x="68" y="78"/>
                  <a:pt x="68" y="78"/>
                  <a:pt x="68" y="78"/>
                </a:cubicBezTo>
                <a:cubicBezTo>
                  <a:pt x="68" y="78"/>
                  <a:pt x="68" y="78"/>
                  <a:pt x="94" y="78"/>
                </a:cubicBezTo>
                <a:cubicBezTo>
                  <a:pt x="94" y="78"/>
                  <a:pt x="94" y="78"/>
                  <a:pt x="94" y="98"/>
                </a:cubicBezTo>
                <a:close/>
                <a:moveTo>
                  <a:pt x="94" y="73"/>
                </a:moveTo>
                <a:cubicBezTo>
                  <a:pt x="94" y="73"/>
                  <a:pt x="94" y="73"/>
                  <a:pt x="68" y="73"/>
                </a:cubicBezTo>
                <a:cubicBezTo>
                  <a:pt x="68" y="52"/>
                  <a:pt x="68" y="52"/>
                  <a:pt x="68" y="52"/>
                </a:cubicBezTo>
                <a:cubicBezTo>
                  <a:pt x="68" y="52"/>
                  <a:pt x="68" y="52"/>
                  <a:pt x="94" y="52"/>
                </a:cubicBezTo>
                <a:cubicBezTo>
                  <a:pt x="94" y="52"/>
                  <a:pt x="94" y="52"/>
                  <a:pt x="94" y="73"/>
                </a:cubicBezTo>
                <a:close/>
                <a:moveTo>
                  <a:pt x="94" y="47"/>
                </a:moveTo>
                <a:cubicBezTo>
                  <a:pt x="94" y="47"/>
                  <a:pt x="94" y="47"/>
                  <a:pt x="68" y="47"/>
                </a:cubicBezTo>
                <a:cubicBezTo>
                  <a:pt x="68" y="28"/>
                  <a:pt x="68" y="28"/>
                  <a:pt x="68" y="28"/>
                </a:cubicBezTo>
                <a:cubicBezTo>
                  <a:pt x="68" y="28"/>
                  <a:pt x="68" y="28"/>
                  <a:pt x="94" y="28"/>
                </a:cubicBezTo>
                <a:cubicBezTo>
                  <a:pt x="94" y="28"/>
                  <a:pt x="94" y="28"/>
                  <a:pt x="94" y="47"/>
                </a:cubicBezTo>
                <a:close/>
                <a:moveTo>
                  <a:pt x="105" y="44"/>
                </a:moveTo>
                <a:cubicBezTo>
                  <a:pt x="110" y="45"/>
                  <a:pt x="117" y="46"/>
                  <a:pt x="126" y="46"/>
                </a:cubicBezTo>
                <a:cubicBezTo>
                  <a:pt x="138" y="46"/>
                  <a:pt x="138" y="46"/>
                  <a:pt x="138" y="46"/>
                </a:cubicBezTo>
                <a:cubicBezTo>
                  <a:pt x="138" y="16"/>
                  <a:pt x="138" y="16"/>
                  <a:pt x="138" y="16"/>
                </a:cubicBezTo>
                <a:cubicBezTo>
                  <a:pt x="138" y="9"/>
                  <a:pt x="137" y="5"/>
                  <a:pt x="137" y="2"/>
                </a:cubicBezTo>
                <a:cubicBezTo>
                  <a:pt x="143" y="3"/>
                  <a:pt x="149" y="5"/>
                  <a:pt x="154" y="7"/>
                </a:cubicBezTo>
                <a:cubicBezTo>
                  <a:pt x="155" y="7"/>
                  <a:pt x="156" y="7"/>
                  <a:pt x="156" y="8"/>
                </a:cubicBezTo>
                <a:cubicBezTo>
                  <a:pt x="156" y="9"/>
                  <a:pt x="155" y="10"/>
                  <a:pt x="154" y="11"/>
                </a:cubicBezTo>
                <a:cubicBezTo>
                  <a:pt x="151" y="12"/>
                  <a:pt x="149" y="12"/>
                  <a:pt x="146" y="13"/>
                </a:cubicBezTo>
                <a:cubicBezTo>
                  <a:pt x="146" y="46"/>
                  <a:pt x="146" y="46"/>
                  <a:pt x="146" y="46"/>
                </a:cubicBezTo>
                <a:cubicBezTo>
                  <a:pt x="147" y="46"/>
                  <a:pt x="147" y="46"/>
                  <a:pt x="147" y="46"/>
                </a:cubicBezTo>
                <a:cubicBezTo>
                  <a:pt x="154" y="38"/>
                  <a:pt x="154" y="38"/>
                  <a:pt x="154" y="38"/>
                </a:cubicBezTo>
                <a:cubicBezTo>
                  <a:pt x="158" y="41"/>
                  <a:pt x="161" y="44"/>
                  <a:pt x="164" y="47"/>
                </a:cubicBezTo>
                <a:cubicBezTo>
                  <a:pt x="165" y="47"/>
                  <a:pt x="165" y="47"/>
                  <a:pt x="165" y="48"/>
                </a:cubicBezTo>
                <a:cubicBezTo>
                  <a:pt x="165" y="50"/>
                  <a:pt x="165" y="52"/>
                  <a:pt x="163" y="52"/>
                </a:cubicBezTo>
                <a:cubicBezTo>
                  <a:pt x="146" y="52"/>
                  <a:pt x="146" y="52"/>
                  <a:pt x="146" y="52"/>
                </a:cubicBezTo>
                <a:cubicBezTo>
                  <a:pt x="146" y="146"/>
                  <a:pt x="146" y="146"/>
                  <a:pt x="146" y="146"/>
                </a:cubicBezTo>
                <a:cubicBezTo>
                  <a:pt x="146" y="150"/>
                  <a:pt x="145" y="153"/>
                  <a:pt x="143" y="155"/>
                </a:cubicBezTo>
                <a:cubicBezTo>
                  <a:pt x="142" y="157"/>
                  <a:pt x="141" y="159"/>
                  <a:pt x="138" y="160"/>
                </a:cubicBezTo>
                <a:cubicBezTo>
                  <a:pt x="136" y="161"/>
                  <a:pt x="134" y="162"/>
                  <a:pt x="132" y="162"/>
                </a:cubicBezTo>
                <a:cubicBezTo>
                  <a:pt x="132" y="159"/>
                  <a:pt x="132" y="159"/>
                  <a:pt x="132" y="159"/>
                </a:cubicBezTo>
                <a:cubicBezTo>
                  <a:pt x="132" y="157"/>
                  <a:pt x="131" y="156"/>
                  <a:pt x="130" y="156"/>
                </a:cubicBezTo>
                <a:cubicBezTo>
                  <a:pt x="130" y="154"/>
                  <a:pt x="127" y="153"/>
                  <a:pt x="124" y="152"/>
                </a:cubicBezTo>
                <a:cubicBezTo>
                  <a:pt x="121" y="151"/>
                  <a:pt x="117" y="150"/>
                  <a:pt x="113" y="150"/>
                </a:cubicBezTo>
                <a:cubicBezTo>
                  <a:pt x="113" y="145"/>
                  <a:pt x="113" y="145"/>
                  <a:pt x="113" y="145"/>
                </a:cubicBezTo>
                <a:cubicBezTo>
                  <a:pt x="119" y="148"/>
                  <a:pt x="125" y="148"/>
                  <a:pt x="131" y="148"/>
                </a:cubicBezTo>
                <a:cubicBezTo>
                  <a:pt x="134" y="148"/>
                  <a:pt x="135" y="148"/>
                  <a:pt x="136" y="148"/>
                </a:cubicBezTo>
                <a:cubicBezTo>
                  <a:pt x="137" y="147"/>
                  <a:pt x="138" y="145"/>
                  <a:pt x="138" y="142"/>
                </a:cubicBezTo>
                <a:cubicBezTo>
                  <a:pt x="138" y="52"/>
                  <a:pt x="138" y="52"/>
                  <a:pt x="138" y="52"/>
                </a:cubicBezTo>
                <a:cubicBezTo>
                  <a:pt x="126" y="52"/>
                  <a:pt x="126" y="52"/>
                  <a:pt x="126" y="52"/>
                </a:cubicBezTo>
                <a:cubicBezTo>
                  <a:pt x="118" y="52"/>
                  <a:pt x="112" y="52"/>
                  <a:pt x="109" y="52"/>
                </a:cubicBezTo>
                <a:cubicBezTo>
                  <a:pt x="105" y="44"/>
                  <a:pt x="105" y="44"/>
                  <a:pt x="105" y="44"/>
                </a:cubicBezTo>
                <a:cubicBezTo>
                  <a:pt x="105" y="44"/>
                  <a:pt x="105" y="44"/>
                  <a:pt x="105" y="44"/>
                </a:cubicBezTo>
                <a:close/>
                <a:moveTo>
                  <a:pt x="113" y="70"/>
                </a:moveTo>
                <a:cubicBezTo>
                  <a:pt x="117" y="75"/>
                  <a:pt x="121" y="80"/>
                  <a:pt x="123" y="85"/>
                </a:cubicBezTo>
                <a:cubicBezTo>
                  <a:pt x="125" y="88"/>
                  <a:pt x="127" y="92"/>
                  <a:pt x="127" y="96"/>
                </a:cubicBezTo>
                <a:cubicBezTo>
                  <a:pt x="129" y="99"/>
                  <a:pt x="130" y="101"/>
                  <a:pt x="130" y="104"/>
                </a:cubicBezTo>
                <a:cubicBezTo>
                  <a:pt x="130" y="105"/>
                  <a:pt x="129" y="107"/>
                  <a:pt x="128" y="108"/>
                </a:cubicBezTo>
                <a:cubicBezTo>
                  <a:pt x="127" y="110"/>
                  <a:pt x="126" y="110"/>
                  <a:pt x="125" y="110"/>
                </a:cubicBezTo>
                <a:cubicBezTo>
                  <a:pt x="124" y="110"/>
                  <a:pt x="123" y="110"/>
                  <a:pt x="122" y="110"/>
                </a:cubicBezTo>
                <a:cubicBezTo>
                  <a:pt x="121" y="108"/>
                  <a:pt x="121" y="107"/>
                  <a:pt x="121" y="105"/>
                </a:cubicBezTo>
                <a:cubicBezTo>
                  <a:pt x="120" y="97"/>
                  <a:pt x="119" y="91"/>
                  <a:pt x="118" y="87"/>
                </a:cubicBezTo>
                <a:cubicBezTo>
                  <a:pt x="116" y="83"/>
                  <a:pt x="114" y="78"/>
                  <a:pt x="111" y="72"/>
                </a:cubicBezTo>
                <a:cubicBezTo>
                  <a:pt x="113" y="70"/>
                  <a:pt x="113" y="70"/>
                  <a:pt x="113" y="70"/>
                </a:cubicBezTo>
                <a:cubicBezTo>
                  <a:pt x="113" y="70"/>
                  <a:pt x="113" y="70"/>
                  <a:pt x="113" y="70"/>
                </a:cubicBezTo>
                <a:close/>
                <a:moveTo>
                  <a:pt x="179" y="54"/>
                </a:moveTo>
                <a:cubicBezTo>
                  <a:pt x="184" y="56"/>
                  <a:pt x="190" y="56"/>
                  <a:pt x="199" y="56"/>
                </a:cubicBezTo>
                <a:cubicBezTo>
                  <a:pt x="201" y="56"/>
                  <a:pt x="201" y="56"/>
                  <a:pt x="201" y="56"/>
                </a:cubicBezTo>
                <a:cubicBezTo>
                  <a:pt x="208" y="48"/>
                  <a:pt x="208" y="48"/>
                  <a:pt x="208" y="48"/>
                </a:cubicBezTo>
                <a:cubicBezTo>
                  <a:pt x="212" y="51"/>
                  <a:pt x="215" y="54"/>
                  <a:pt x="217" y="56"/>
                </a:cubicBezTo>
                <a:cubicBezTo>
                  <a:pt x="217" y="57"/>
                  <a:pt x="218" y="58"/>
                  <a:pt x="218" y="58"/>
                </a:cubicBezTo>
                <a:cubicBezTo>
                  <a:pt x="218" y="59"/>
                  <a:pt x="215" y="61"/>
                  <a:pt x="210" y="64"/>
                </a:cubicBezTo>
                <a:cubicBezTo>
                  <a:pt x="210" y="130"/>
                  <a:pt x="210" y="130"/>
                  <a:pt x="210" y="130"/>
                </a:cubicBezTo>
                <a:cubicBezTo>
                  <a:pt x="213" y="128"/>
                  <a:pt x="214" y="127"/>
                  <a:pt x="215" y="126"/>
                </a:cubicBezTo>
                <a:cubicBezTo>
                  <a:pt x="222" y="121"/>
                  <a:pt x="226" y="118"/>
                  <a:pt x="229" y="114"/>
                </a:cubicBezTo>
                <a:cubicBezTo>
                  <a:pt x="230" y="117"/>
                  <a:pt x="230" y="117"/>
                  <a:pt x="230" y="117"/>
                </a:cubicBezTo>
                <a:cubicBezTo>
                  <a:pt x="228" y="121"/>
                  <a:pt x="225" y="125"/>
                  <a:pt x="222" y="128"/>
                </a:cubicBezTo>
                <a:cubicBezTo>
                  <a:pt x="219" y="133"/>
                  <a:pt x="215" y="137"/>
                  <a:pt x="212" y="141"/>
                </a:cubicBezTo>
                <a:cubicBezTo>
                  <a:pt x="212" y="146"/>
                  <a:pt x="211" y="149"/>
                  <a:pt x="210" y="149"/>
                </a:cubicBezTo>
                <a:cubicBezTo>
                  <a:pt x="209" y="149"/>
                  <a:pt x="206" y="145"/>
                  <a:pt x="199" y="136"/>
                </a:cubicBezTo>
                <a:cubicBezTo>
                  <a:pt x="201" y="136"/>
                  <a:pt x="202" y="135"/>
                  <a:pt x="203" y="134"/>
                </a:cubicBezTo>
                <a:cubicBezTo>
                  <a:pt x="203" y="61"/>
                  <a:pt x="203" y="61"/>
                  <a:pt x="203" y="61"/>
                </a:cubicBezTo>
                <a:cubicBezTo>
                  <a:pt x="199" y="61"/>
                  <a:pt x="199" y="61"/>
                  <a:pt x="199" y="61"/>
                </a:cubicBezTo>
                <a:cubicBezTo>
                  <a:pt x="190" y="61"/>
                  <a:pt x="184" y="61"/>
                  <a:pt x="182" y="62"/>
                </a:cubicBezTo>
                <a:cubicBezTo>
                  <a:pt x="179" y="54"/>
                  <a:pt x="179" y="54"/>
                  <a:pt x="179" y="54"/>
                </a:cubicBezTo>
                <a:cubicBezTo>
                  <a:pt x="179" y="54"/>
                  <a:pt x="179" y="54"/>
                  <a:pt x="179" y="54"/>
                </a:cubicBezTo>
                <a:close/>
                <a:moveTo>
                  <a:pt x="197" y="5"/>
                </a:moveTo>
                <a:cubicBezTo>
                  <a:pt x="202" y="7"/>
                  <a:pt x="206" y="11"/>
                  <a:pt x="209" y="15"/>
                </a:cubicBezTo>
                <a:cubicBezTo>
                  <a:pt x="212" y="18"/>
                  <a:pt x="214" y="20"/>
                  <a:pt x="215" y="23"/>
                </a:cubicBezTo>
                <a:cubicBezTo>
                  <a:pt x="216" y="25"/>
                  <a:pt x="217" y="27"/>
                  <a:pt x="217" y="29"/>
                </a:cubicBezTo>
                <a:cubicBezTo>
                  <a:pt x="217" y="33"/>
                  <a:pt x="215" y="34"/>
                  <a:pt x="212" y="34"/>
                </a:cubicBezTo>
                <a:cubicBezTo>
                  <a:pt x="211" y="34"/>
                  <a:pt x="210" y="34"/>
                  <a:pt x="210" y="34"/>
                </a:cubicBezTo>
                <a:cubicBezTo>
                  <a:pt x="209" y="33"/>
                  <a:pt x="209" y="32"/>
                  <a:pt x="208" y="29"/>
                </a:cubicBezTo>
                <a:cubicBezTo>
                  <a:pt x="206" y="25"/>
                  <a:pt x="205" y="20"/>
                  <a:pt x="203" y="17"/>
                </a:cubicBezTo>
                <a:cubicBezTo>
                  <a:pt x="201" y="14"/>
                  <a:pt x="198" y="11"/>
                  <a:pt x="195" y="7"/>
                </a:cubicBezTo>
                <a:cubicBezTo>
                  <a:pt x="197" y="5"/>
                  <a:pt x="197" y="5"/>
                  <a:pt x="197" y="5"/>
                </a:cubicBezTo>
                <a:cubicBezTo>
                  <a:pt x="197" y="5"/>
                  <a:pt x="197" y="5"/>
                  <a:pt x="197" y="5"/>
                </a:cubicBezTo>
                <a:close/>
                <a:moveTo>
                  <a:pt x="286" y="23"/>
                </a:moveTo>
                <a:cubicBezTo>
                  <a:pt x="285" y="20"/>
                  <a:pt x="282" y="18"/>
                  <a:pt x="277" y="16"/>
                </a:cubicBezTo>
                <a:cubicBezTo>
                  <a:pt x="277" y="16"/>
                  <a:pt x="277" y="16"/>
                  <a:pt x="272" y="23"/>
                </a:cubicBezTo>
                <a:cubicBezTo>
                  <a:pt x="272" y="23"/>
                  <a:pt x="272" y="23"/>
                  <a:pt x="255" y="23"/>
                </a:cubicBezTo>
                <a:cubicBezTo>
                  <a:pt x="259" y="19"/>
                  <a:pt x="261" y="14"/>
                  <a:pt x="263" y="9"/>
                </a:cubicBezTo>
                <a:cubicBezTo>
                  <a:pt x="269" y="9"/>
                  <a:pt x="273" y="9"/>
                  <a:pt x="273" y="7"/>
                </a:cubicBezTo>
                <a:cubicBezTo>
                  <a:pt x="273" y="5"/>
                  <a:pt x="267" y="3"/>
                  <a:pt x="256" y="0"/>
                </a:cubicBezTo>
                <a:cubicBezTo>
                  <a:pt x="256" y="6"/>
                  <a:pt x="255" y="10"/>
                  <a:pt x="255" y="14"/>
                </a:cubicBezTo>
                <a:cubicBezTo>
                  <a:pt x="254" y="16"/>
                  <a:pt x="253" y="20"/>
                  <a:pt x="251" y="23"/>
                </a:cubicBezTo>
                <a:cubicBezTo>
                  <a:pt x="251" y="23"/>
                  <a:pt x="251" y="23"/>
                  <a:pt x="249" y="23"/>
                </a:cubicBezTo>
                <a:cubicBezTo>
                  <a:pt x="249" y="23"/>
                  <a:pt x="249" y="23"/>
                  <a:pt x="239" y="18"/>
                </a:cubicBezTo>
                <a:cubicBezTo>
                  <a:pt x="239" y="18"/>
                  <a:pt x="239" y="18"/>
                  <a:pt x="239" y="98"/>
                </a:cubicBezTo>
                <a:cubicBezTo>
                  <a:pt x="233" y="98"/>
                  <a:pt x="228" y="98"/>
                  <a:pt x="224" y="97"/>
                </a:cubicBezTo>
                <a:cubicBezTo>
                  <a:pt x="224" y="97"/>
                  <a:pt x="224" y="97"/>
                  <a:pt x="227" y="105"/>
                </a:cubicBezTo>
                <a:cubicBezTo>
                  <a:pt x="229" y="104"/>
                  <a:pt x="235" y="104"/>
                  <a:pt x="244" y="104"/>
                </a:cubicBezTo>
                <a:cubicBezTo>
                  <a:pt x="244" y="104"/>
                  <a:pt x="244" y="104"/>
                  <a:pt x="266" y="104"/>
                </a:cubicBezTo>
                <a:cubicBezTo>
                  <a:pt x="262" y="111"/>
                  <a:pt x="258" y="116"/>
                  <a:pt x="254" y="122"/>
                </a:cubicBezTo>
                <a:cubicBezTo>
                  <a:pt x="250" y="127"/>
                  <a:pt x="245" y="132"/>
                  <a:pt x="240" y="136"/>
                </a:cubicBezTo>
                <a:cubicBezTo>
                  <a:pt x="235" y="142"/>
                  <a:pt x="228" y="148"/>
                  <a:pt x="219" y="154"/>
                </a:cubicBezTo>
                <a:cubicBezTo>
                  <a:pt x="219" y="154"/>
                  <a:pt x="219" y="154"/>
                  <a:pt x="221" y="156"/>
                </a:cubicBezTo>
                <a:cubicBezTo>
                  <a:pt x="230" y="151"/>
                  <a:pt x="239" y="145"/>
                  <a:pt x="245" y="141"/>
                </a:cubicBezTo>
                <a:cubicBezTo>
                  <a:pt x="251" y="135"/>
                  <a:pt x="257" y="129"/>
                  <a:pt x="262" y="123"/>
                </a:cubicBezTo>
                <a:cubicBezTo>
                  <a:pt x="266" y="119"/>
                  <a:pt x="270" y="113"/>
                  <a:pt x="273" y="107"/>
                </a:cubicBezTo>
                <a:cubicBezTo>
                  <a:pt x="273" y="107"/>
                  <a:pt x="273" y="107"/>
                  <a:pt x="273" y="143"/>
                </a:cubicBezTo>
                <a:cubicBezTo>
                  <a:pt x="273" y="145"/>
                  <a:pt x="273" y="148"/>
                  <a:pt x="271" y="148"/>
                </a:cubicBezTo>
                <a:cubicBezTo>
                  <a:pt x="271" y="149"/>
                  <a:pt x="268" y="149"/>
                  <a:pt x="266" y="149"/>
                </a:cubicBezTo>
                <a:cubicBezTo>
                  <a:pt x="261" y="149"/>
                  <a:pt x="255" y="148"/>
                  <a:pt x="250" y="146"/>
                </a:cubicBezTo>
                <a:cubicBezTo>
                  <a:pt x="250" y="146"/>
                  <a:pt x="250" y="146"/>
                  <a:pt x="250" y="150"/>
                </a:cubicBezTo>
                <a:cubicBezTo>
                  <a:pt x="254" y="151"/>
                  <a:pt x="257" y="152"/>
                  <a:pt x="260" y="153"/>
                </a:cubicBezTo>
                <a:cubicBezTo>
                  <a:pt x="262" y="154"/>
                  <a:pt x="264" y="155"/>
                  <a:pt x="266" y="156"/>
                </a:cubicBezTo>
                <a:cubicBezTo>
                  <a:pt x="266" y="157"/>
                  <a:pt x="266" y="158"/>
                  <a:pt x="266" y="159"/>
                </a:cubicBezTo>
                <a:cubicBezTo>
                  <a:pt x="266" y="159"/>
                  <a:pt x="266" y="159"/>
                  <a:pt x="267" y="163"/>
                </a:cubicBezTo>
                <a:cubicBezTo>
                  <a:pt x="268" y="163"/>
                  <a:pt x="271" y="162"/>
                  <a:pt x="273" y="161"/>
                </a:cubicBezTo>
                <a:cubicBezTo>
                  <a:pt x="275" y="159"/>
                  <a:pt x="277" y="158"/>
                  <a:pt x="278" y="156"/>
                </a:cubicBezTo>
                <a:cubicBezTo>
                  <a:pt x="280" y="154"/>
                  <a:pt x="281" y="151"/>
                  <a:pt x="281" y="147"/>
                </a:cubicBezTo>
                <a:cubicBezTo>
                  <a:pt x="281" y="147"/>
                  <a:pt x="281" y="147"/>
                  <a:pt x="281" y="31"/>
                </a:cubicBezTo>
                <a:cubicBezTo>
                  <a:pt x="286" y="28"/>
                  <a:pt x="288" y="26"/>
                  <a:pt x="288" y="25"/>
                </a:cubicBezTo>
                <a:cubicBezTo>
                  <a:pt x="288" y="25"/>
                  <a:pt x="288" y="24"/>
                  <a:pt x="286" y="23"/>
                </a:cubicBezTo>
                <a:close/>
                <a:moveTo>
                  <a:pt x="273" y="98"/>
                </a:moveTo>
                <a:cubicBezTo>
                  <a:pt x="273" y="98"/>
                  <a:pt x="273" y="98"/>
                  <a:pt x="247" y="98"/>
                </a:cubicBezTo>
                <a:cubicBezTo>
                  <a:pt x="247" y="78"/>
                  <a:pt x="247" y="78"/>
                  <a:pt x="247" y="78"/>
                </a:cubicBezTo>
                <a:cubicBezTo>
                  <a:pt x="247" y="78"/>
                  <a:pt x="247" y="78"/>
                  <a:pt x="273" y="78"/>
                </a:cubicBezTo>
                <a:cubicBezTo>
                  <a:pt x="273" y="78"/>
                  <a:pt x="273" y="78"/>
                  <a:pt x="273" y="98"/>
                </a:cubicBezTo>
                <a:close/>
                <a:moveTo>
                  <a:pt x="273" y="73"/>
                </a:moveTo>
                <a:cubicBezTo>
                  <a:pt x="273" y="73"/>
                  <a:pt x="273" y="73"/>
                  <a:pt x="247" y="73"/>
                </a:cubicBezTo>
                <a:cubicBezTo>
                  <a:pt x="247" y="52"/>
                  <a:pt x="247" y="52"/>
                  <a:pt x="247" y="52"/>
                </a:cubicBezTo>
                <a:cubicBezTo>
                  <a:pt x="247" y="52"/>
                  <a:pt x="247" y="52"/>
                  <a:pt x="273" y="52"/>
                </a:cubicBezTo>
                <a:cubicBezTo>
                  <a:pt x="273" y="52"/>
                  <a:pt x="273" y="52"/>
                  <a:pt x="273" y="73"/>
                </a:cubicBezTo>
                <a:close/>
                <a:moveTo>
                  <a:pt x="273" y="47"/>
                </a:moveTo>
                <a:cubicBezTo>
                  <a:pt x="273" y="47"/>
                  <a:pt x="273" y="47"/>
                  <a:pt x="247" y="47"/>
                </a:cubicBezTo>
                <a:cubicBezTo>
                  <a:pt x="247" y="28"/>
                  <a:pt x="247" y="28"/>
                  <a:pt x="247" y="28"/>
                </a:cubicBezTo>
                <a:cubicBezTo>
                  <a:pt x="247" y="28"/>
                  <a:pt x="247" y="28"/>
                  <a:pt x="273" y="28"/>
                </a:cubicBezTo>
                <a:cubicBezTo>
                  <a:pt x="273" y="28"/>
                  <a:pt x="273" y="28"/>
                  <a:pt x="273" y="47"/>
                </a:cubicBezTo>
                <a:close/>
                <a:moveTo>
                  <a:pt x="284" y="44"/>
                </a:moveTo>
                <a:cubicBezTo>
                  <a:pt x="289" y="45"/>
                  <a:pt x="296" y="46"/>
                  <a:pt x="305" y="46"/>
                </a:cubicBezTo>
                <a:cubicBezTo>
                  <a:pt x="317" y="46"/>
                  <a:pt x="317" y="46"/>
                  <a:pt x="317" y="46"/>
                </a:cubicBezTo>
                <a:cubicBezTo>
                  <a:pt x="317" y="16"/>
                  <a:pt x="317" y="16"/>
                  <a:pt x="317" y="16"/>
                </a:cubicBezTo>
                <a:cubicBezTo>
                  <a:pt x="317" y="9"/>
                  <a:pt x="316" y="5"/>
                  <a:pt x="316" y="2"/>
                </a:cubicBezTo>
                <a:cubicBezTo>
                  <a:pt x="322" y="3"/>
                  <a:pt x="328" y="5"/>
                  <a:pt x="333" y="7"/>
                </a:cubicBezTo>
                <a:cubicBezTo>
                  <a:pt x="334" y="7"/>
                  <a:pt x="335" y="7"/>
                  <a:pt x="335" y="8"/>
                </a:cubicBezTo>
                <a:cubicBezTo>
                  <a:pt x="335" y="9"/>
                  <a:pt x="334" y="10"/>
                  <a:pt x="333" y="11"/>
                </a:cubicBezTo>
                <a:cubicBezTo>
                  <a:pt x="330" y="12"/>
                  <a:pt x="328" y="12"/>
                  <a:pt x="325" y="13"/>
                </a:cubicBezTo>
                <a:cubicBezTo>
                  <a:pt x="325" y="46"/>
                  <a:pt x="325" y="46"/>
                  <a:pt x="325" y="46"/>
                </a:cubicBezTo>
                <a:cubicBezTo>
                  <a:pt x="326" y="46"/>
                  <a:pt x="326" y="46"/>
                  <a:pt x="326" y="46"/>
                </a:cubicBezTo>
                <a:cubicBezTo>
                  <a:pt x="333" y="38"/>
                  <a:pt x="333" y="38"/>
                  <a:pt x="333" y="38"/>
                </a:cubicBezTo>
                <a:cubicBezTo>
                  <a:pt x="336" y="41"/>
                  <a:pt x="340" y="44"/>
                  <a:pt x="343" y="47"/>
                </a:cubicBezTo>
                <a:cubicBezTo>
                  <a:pt x="344" y="47"/>
                  <a:pt x="344" y="47"/>
                  <a:pt x="344" y="48"/>
                </a:cubicBezTo>
                <a:cubicBezTo>
                  <a:pt x="344" y="50"/>
                  <a:pt x="344" y="52"/>
                  <a:pt x="342" y="52"/>
                </a:cubicBezTo>
                <a:cubicBezTo>
                  <a:pt x="325" y="52"/>
                  <a:pt x="325" y="52"/>
                  <a:pt x="325" y="52"/>
                </a:cubicBezTo>
                <a:cubicBezTo>
                  <a:pt x="325" y="146"/>
                  <a:pt x="325" y="146"/>
                  <a:pt x="325" y="146"/>
                </a:cubicBezTo>
                <a:cubicBezTo>
                  <a:pt x="325" y="150"/>
                  <a:pt x="324" y="153"/>
                  <a:pt x="322" y="155"/>
                </a:cubicBezTo>
                <a:cubicBezTo>
                  <a:pt x="321" y="157"/>
                  <a:pt x="320" y="159"/>
                  <a:pt x="317" y="160"/>
                </a:cubicBezTo>
                <a:cubicBezTo>
                  <a:pt x="315" y="161"/>
                  <a:pt x="313" y="162"/>
                  <a:pt x="311" y="162"/>
                </a:cubicBezTo>
                <a:cubicBezTo>
                  <a:pt x="311" y="159"/>
                  <a:pt x="311" y="159"/>
                  <a:pt x="311" y="159"/>
                </a:cubicBezTo>
                <a:cubicBezTo>
                  <a:pt x="311" y="157"/>
                  <a:pt x="310" y="156"/>
                  <a:pt x="309" y="156"/>
                </a:cubicBezTo>
                <a:cubicBezTo>
                  <a:pt x="308" y="154"/>
                  <a:pt x="306" y="153"/>
                  <a:pt x="303" y="152"/>
                </a:cubicBezTo>
                <a:cubicBezTo>
                  <a:pt x="300" y="151"/>
                  <a:pt x="296" y="150"/>
                  <a:pt x="292" y="150"/>
                </a:cubicBezTo>
                <a:cubicBezTo>
                  <a:pt x="292" y="145"/>
                  <a:pt x="292" y="145"/>
                  <a:pt x="292" y="145"/>
                </a:cubicBezTo>
                <a:cubicBezTo>
                  <a:pt x="298" y="148"/>
                  <a:pt x="304" y="148"/>
                  <a:pt x="309" y="148"/>
                </a:cubicBezTo>
                <a:cubicBezTo>
                  <a:pt x="313" y="148"/>
                  <a:pt x="314" y="148"/>
                  <a:pt x="315" y="148"/>
                </a:cubicBezTo>
                <a:cubicBezTo>
                  <a:pt x="316" y="147"/>
                  <a:pt x="317" y="145"/>
                  <a:pt x="317" y="142"/>
                </a:cubicBezTo>
                <a:cubicBezTo>
                  <a:pt x="317" y="52"/>
                  <a:pt x="317" y="52"/>
                  <a:pt x="317" y="52"/>
                </a:cubicBezTo>
                <a:cubicBezTo>
                  <a:pt x="305" y="52"/>
                  <a:pt x="305" y="52"/>
                  <a:pt x="305" y="52"/>
                </a:cubicBezTo>
                <a:cubicBezTo>
                  <a:pt x="297" y="52"/>
                  <a:pt x="291" y="52"/>
                  <a:pt x="288" y="52"/>
                </a:cubicBezTo>
                <a:cubicBezTo>
                  <a:pt x="284" y="44"/>
                  <a:pt x="284" y="44"/>
                  <a:pt x="284" y="44"/>
                </a:cubicBezTo>
                <a:cubicBezTo>
                  <a:pt x="284" y="44"/>
                  <a:pt x="284" y="44"/>
                  <a:pt x="284" y="44"/>
                </a:cubicBezTo>
                <a:close/>
                <a:moveTo>
                  <a:pt x="292" y="70"/>
                </a:moveTo>
                <a:cubicBezTo>
                  <a:pt x="296" y="75"/>
                  <a:pt x="300" y="80"/>
                  <a:pt x="302" y="85"/>
                </a:cubicBezTo>
                <a:cubicBezTo>
                  <a:pt x="304" y="88"/>
                  <a:pt x="306" y="92"/>
                  <a:pt x="306" y="96"/>
                </a:cubicBezTo>
                <a:cubicBezTo>
                  <a:pt x="308" y="99"/>
                  <a:pt x="308" y="101"/>
                  <a:pt x="308" y="104"/>
                </a:cubicBezTo>
                <a:cubicBezTo>
                  <a:pt x="308" y="105"/>
                  <a:pt x="308" y="107"/>
                  <a:pt x="307" y="108"/>
                </a:cubicBezTo>
                <a:cubicBezTo>
                  <a:pt x="306" y="110"/>
                  <a:pt x="305" y="110"/>
                  <a:pt x="304" y="110"/>
                </a:cubicBezTo>
                <a:cubicBezTo>
                  <a:pt x="303" y="110"/>
                  <a:pt x="302" y="110"/>
                  <a:pt x="301" y="110"/>
                </a:cubicBezTo>
                <a:cubicBezTo>
                  <a:pt x="300" y="108"/>
                  <a:pt x="300" y="107"/>
                  <a:pt x="300" y="105"/>
                </a:cubicBezTo>
                <a:cubicBezTo>
                  <a:pt x="299" y="97"/>
                  <a:pt x="298" y="91"/>
                  <a:pt x="297" y="87"/>
                </a:cubicBezTo>
                <a:cubicBezTo>
                  <a:pt x="295" y="83"/>
                  <a:pt x="293" y="78"/>
                  <a:pt x="290" y="72"/>
                </a:cubicBezTo>
                <a:cubicBezTo>
                  <a:pt x="292" y="70"/>
                  <a:pt x="292" y="70"/>
                  <a:pt x="292" y="70"/>
                </a:cubicBezTo>
                <a:cubicBezTo>
                  <a:pt x="292" y="70"/>
                  <a:pt x="292" y="70"/>
                  <a:pt x="292" y="7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17" name="Freeform 231">
            <a:extLst>
              <a:ext uri="{FF2B5EF4-FFF2-40B4-BE49-F238E27FC236}">
                <a16:creationId xmlns:a16="http://schemas.microsoft.com/office/drawing/2014/main" id="{4524B98C-5EF6-8A22-476C-0646DE994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9134749" y="2706701"/>
            <a:ext cx="1791752" cy="319999"/>
          </a:xfrm>
          <a:custGeom>
            <a:avLst/>
            <a:gdLst>
              <a:gd name="T0" fmla="*/ 22 w 632"/>
              <a:gd name="T1" fmla="*/ 21 h 113"/>
              <a:gd name="T2" fmla="*/ 50 w 632"/>
              <a:gd name="T3" fmla="*/ 21 h 113"/>
              <a:gd name="T4" fmla="*/ 99 w 632"/>
              <a:gd name="T5" fmla="*/ 15 h 113"/>
              <a:gd name="T6" fmla="*/ 97 w 632"/>
              <a:gd name="T7" fmla="*/ 49 h 113"/>
              <a:gd name="T8" fmla="*/ 101 w 632"/>
              <a:gd name="T9" fmla="*/ 84 h 113"/>
              <a:gd name="T10" fmla="*/ 118 w 632"/>
              <a:gd name="T11" fmla="*/ 82 h 113"/>
              <a:gd name="T12" fmla="*/ 145 w 632"/>
              <a:gd name="T13" fmla="*/ 82 h 113"/>
              <a:gd name="T14" fmla="*/ 140 w 632"/>
              <a:gd name="T15" fmla="*/ 59 h 113"/>
              <a:gd name="T16" fmla="*/ 115 w 632"/>
              <a:gd name="T17" fmla="*/ 40 h 113"/>
              <a:gd name="T18" fmla="*/ 129 w 632"/>
              <a:gd name="T19" fmla="*/ 15 h 113"/>
              <a:gd name="T20" fmla="*/ 138 w 632"/>
              <a:gd name="T21" fmla="*/ 20 h 113"/>
              <a:gd name="T22" fmla="*/ 121 w 632"/>
              <a:gd name="T23" fmla="*/ 32 h 113"/>
              <a:gd name="T24" fmla="*/ 138 w 632"/>
              <a:gd name="T25" fmla="*/ 50 h 113"/>
              <a:gd name="T26" fmla="*/ 157 w 632"/>
              <a:gd name="T27" fmla="*/ 71 h 113"/>
              <a:gd name="T28" fmla="*/ 132 w 632"/>
              <a:gd name="T29" fmla="*/ 91 h 113"/>
              <a:gd name="T30" fmla="*/ 114 w 632"/>
              <a:gd name="T31" fmla="*/ 87 h 113"/>
              <a:gd name="T32" fmla="*/ 129 w 632"/>
              <a:gd name="T33" fmla="*/ 113 h 113"/>
              <a:gd name="T34" fmla="*/ 134 w 632"/>
              <a:gd name="T35" fmla="*/ 100 h 113"/>
              <a:gd name="T36" fmla="*/ 136 w 632"/>
              <a:gd name="T37" fmla="*/ 90 h 113"/>
              <a:gd name="T38" fmla="*/ 172 w 632"/>
              <a:gd name="T39" fmla="*/ 90 h 113"/>
              <a:gd name="T40" fmla="*/ 179 w 632"/>
              <a:gd name="T41" fmla="*/ 21 h 113"/>
              <a:gd name="T42" fmla="*/ 179 w 632"/>
              <a:gd name="T43" fmla="*/ 55 h 113"/>
              <a:gd name="T44" fmla="*/ 172 w 632"/>
              <a:gd name="T45" fmla="*/ 90 h 113"/>
              <a:gd name="T46" fmla="*/ 233 w 632"/>
              <a:gd name="T47" fmla="*/ 53 h 113"/>
              <a:gd name="T48" fmla="*/ 233 w 632"/>
              <a:gd name="T49" fmla="*/ 15 h 113"/>
              <a:gd name="T50" fmla="*/ 235 w 632"/>
              <a:gd name="T51" fmla="*/ 48 h 113"/>
              <a:gd name="T52" fmla="*/ 275 w 632"/>
              <a:gd name="T53" fmla="*/ 90 h 113"/>
              <a:gd name="T54" fmla="*/ 293 w 632"/>
              <a:gd name="T55" fmla="*/ 53 h 113"/>
              <a:gd name="T56" fmla="*/ 286 w 632"/>
              <a:gd name="T57" fmla="*/ 15 h 113"/>
              <a:gd name="T58" fmla="*/ 294 w 632"/>
              <a:gd name="T59" fmla="*/ 49 h 113"/>
              <a:gd name="T60" fmla="*/ 300 w 632"/>
              <a:gd name="T61" fmla="*/ 51 h 113"/>
              <a:gd name="T62" fmla="*/ 371 w 632"/>
              <a:gd name="T63" fmla="*/ 91 h 113"/>
              <a:gd name="T64" fmla="*/ 351 w 632"/>
              <a:gd name="T65" fmla="*/ 60 h 113"/>
              <a:gd name="T66" fmla="*/ 392 w 632"/>
              <a:gd name="T67" fmla="*/ 15 h 113"/>
              <a:gd name="T68" fmla="*/ 361 w 632"/>
              <a:gd name="T69" fmla="*/ 8 h 113"/>
              <a:gd name="T70" fmla="*/ 360 w 632"/>
              <a:gd name="T71" fmla="*/ 1 h 113"/>
              <a:gd name="T72" fmla="*/ 367 w 632"/>
              <a:gd name="T73" fmla="*/ 2 h 113"/>
              <a:gd name="T74" fmla="*/ 382 w 632"/>
              <a:gd name="T75" fmla="*/ 9 h 113"/>
              <a:gd name="T76" fmla="*/ 381 w 632"/>
              <a:gd name="T77" fmla="*/ 0 h 113"/>
              <a:gd name="T78" fmla="*/ 382 w 632"/>
              <a:gd name="T79" fmla="*/ 9 h 113"/>
              <a:gd name="T80" fmla="*/ 446 w 632"/>
              <a:gd name="T81" fmla="*/ 57 h 113"/>
              <a:gd name="T82" fmla="*/ 456 w 632"/>
              <a:gd name="T83" fmla="*/ 48 h 113"/>
              <a:gd name="T84" fmla="*/ 454 w 632"/>
              <a:gd name="T85" fmla="*/ 20 h 113"/>
              <a:gd name="T86" fmla="*/ 417 w 632"/>
              <a:gd name="T87" fmla="*/ 90 h 113"/>
              <a:gd name="T88" fmla="*/ 437 w 632"/>
              <a:gd name="T89" fmla="*/ 58 h 113"/>
              <a:gd name="T90" fmla="*/ 458 w 632"/>
              <a:gd name="T91" fmla="*/ 90 h 113"/>
              <a:gd name="T92" fmla="*/ 424 w 632"/>
              <a:gd name="T93" fmla="*/ 51 h 113"/>
              <a:gd name="T94" fmla="*/ 454 w 632"/>
              <a:gd name="T95" fmla="*/ 35 h 113"/>
              <a:gd name="T96" fmla="*/ 437 w 632"/>
              <a:gd name="T97" fmla="*/ 51 h 113"/>
              <a:gd name="T98" fmla="*/ 486 w 632"/>
              <a:gd name="T99" fmla="*/ 84 h 113"/>
              <a:gd name="T100" fmla="*/ 529 w 632"/>
              <a:gd name="T101" fmla="*/ 90 h 113"/>
              <a:gd name="T102" fmla="*/ 536 w 632"/>
              <a:gd name="T103" fmla="*/ 21 h 113"/>
              <a:gd name="T104" fmla="*/ 536 w 632"/>
              <a:gd name="T105" fmla="*/ 55 h 113"/>
              <a:gd name="T106" fmla="*/ 529 w 632"/>
              <a:gd name="T107" fmla="*/ 90 h 113"/>
              <a:gd name="T108" fmla="*/ 613 w 632"/>
              <a:gd name="T109" fmla="*/ 57 h 113"/>
              <a:gd name="T110" fmla="*/ 622 w 632"/>
              <a:gd name="T111" fmla="*/ 48 h 113"/>
              <a:gd name="T112" fmla="*/ 620 w 632"/>
              <a:gd name="T113" fmla="*/ 20 h 113"/>
              <a:gd name="T114" fmla="*/ 583 w 632"/>
              <a:gd name="T115" fmla="*/ 90 h 113"/>
              <a:gd name="T116" fmla="*/ 603 w 632"/>
              <a:gd name="T117" fmla="*/ 58 h 113"/>
              <a:gd name="T118" fmla="*/ 624 w 632"/>
              <a:gd name="T119" fmla="*/ 90 h 113"/>
              <a:gd name="T120" fmla="*/ 590 w 632"/>
              <a:gd name="T121" fmla="*/ 51 h 113"/>
              <a:gd name="T122" fmla="*/ 620 w 632"/>
              <a:gd name="T123" fmla="*/ 35 h 113"/>
              <a:gd name="T124" fmla="*/ 603 w 632"/>
              <a:gd name="T125" fmla="*/ 51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632" h="113">
                <a:moveTo>
                  <a:pt x="29" y="21"/>
                </a:moveTo>
                <a:cubicBezTo>
                  <a:pt x="29" y="90"/>
                  <a:pt x="29" y="90"/>
                  <a:pt x="29" y="90"/>
                </a:cubicBezTo>
                <a:cubicBezTo>
                  <a:pt x="22" y="90"/>
                  <a:pt x="22" y="90"/>
                  <a:pt x="22" y="90"/>
                </a:cubicBezTo>
                <a:cubicBezTo>
                  <a:pt x="22" y="21"/>
                  <a:pt x="22" y="21"/>
                  <a:pt x="22" y="21"/>
                </a:cubicBezTo>
                <a:cubicBezTo>
                  <a:pt x="0" y="21"/>
                  <a:pt x="0" y="21"/>
                  <a:pt x="0" y="21"/>
                </a:cubicBezTo>
                <a:cubicBezTo>
                  <a:pt x="0" y="15"/>
                  <a:pt x="0" y="15"/>
                  <a:pt x="0" y="15"/>
                </a:cubicBezTo>
                <a:cubicBezTo>
                  <a:pt x="50" y="15"/>
                  <a:pt x="50" y="15"/>
                  <a:pt x="50" y="15"/>
                </a:cubicBezTo>
                <a:cubicBezTo>
                  <a:pt x="50" y="21"/>
                  <a:pt x="50" y="21"/>
                  <a:pt x="50" y="21"/>
                </a:cubicBezTo>
                <a:lnTo>
                  <a:pt x="29" y="21"/>
                </a:lnTo>
                <a:close/>
                <a:moveTo>
                  <a:pt x="63" y="90"/>
                </a:moveTo>
                <a:cubicBezTo>
                  <a:pt x="63" y="15"/>
                  <a:pt x="63" y="15"/>
                  <a:pt x="63" y="15"/>
                </a:cubicBezTo>
                <a:cubicBezTo>
                  <a:pt x="99" y="15"/>
                  <a:pt x="99" y="15"/>
                  <a:pt x="99" y="15"/>
                </a:cubicBezTo>
                <a:cubicBezTo>
                  <a:pt x="99" y="21"/>
                  <a:pt x="99" y="21"/>
                  <a:pt x="99" y="21"/>
                </a:cubicBezTo>
                <a:cubicBezTo>
                  <a:pt x="70" y="21"/>
                  <a:pt x="70" y="21"/>
                  <a:pt x="70" y="21"/>
                </a:cubicBezTo>
                <a:cubicBezTo>
                  <a:pt x="70" y="49"/>
                  <a:pt x="70" y="49"/>
                  <a:pt x="70" y="49"/>
                </a:cubicBezTo>
                <a:cubicBezTo>
                  <a:pt x="97" y="49"/>
                  <a:pt x="97" y="49"/>
                  <a:pt x="97" y="49"/>
                </a:cubicBezTo>
                <a:cubicBezTo>
                  <a:pt x="97" y="55"/>
                  <a:pt x="97" y="55"/>
                  <a:pt x="97" y="55"/>
                </a:cubicBezTo>
                <a:cubicBezTo>
                  <a:pt x="70" y="55"/>
                  <a:pt x="70" y="55"/>
                  <a:pt x="70" y="55"/>
                </a:cubicBezTo>
                <a:cubicBezTo>
                  <a:pt x="70" y="84"/>
                  <a:pt x="70" y="84"/>
                  <a:pt x="70" y="84"/>
                </a:cubicBezTo>
                <a:cubicBezTo>
                  <a:pt x="101" y="84"/>
                  <a:pt x="101" y="84"/>
                  <a:pt x="101" y="84"/>
                </a:cubicBezTo>
                <a:cubicBezTo>
                  <a:pt x="101" y="90"/>
                  <a:pt x="101" y="90"/>
                  <a:pt x="101" y="90"/>
                </a:cubicBezTo>
                <a:lnTo>
                  <a:pt x="63" y="90"/>
                </a:lnTo>
                <a:close/>
                <a:moveTo>
                  <a:pt x="114" y="79"/>
                </a:moveTo>
                <a:cubicBezTo>
                  <a:pt x="115" y="80"/>
                  <a:pt x="117" y="81"/>
                  <a:pt x="118" y="82"/>
                </a:cubicBezTo>
                <a:cubicBezTo>
                  <a:pt x="120" y="82"/>
                  <a:pt x="121" y="83"/>
                  <a:pt x="123" y="84"/>
                </a:cubicBezTo>
                <a:cubicBezTo>
                  <a:pt x="124" y="84"/>
                  <a:pt x="126" y="84"/>
                  <a:pt x="128" y="85"/>
                </a:cubicBezTo>
                <a:cubicBezTo>
                  <a:pt x="129" y="85"/>
                  <a:pt x="131" y="85"/>
                  <a:pt x="132" y="85"/>
                </a:cubicBezTo>
                <a:cubicBezTo>
                  <a:pt x="138" y="85"/>
                  <a:pt x="142" y="84"/>
                  <a:pt x="145" y="82"/>
                </a:cubicBezTo>
                <a:cubicBezTo>
                  <a:pt x="148" y="80"/>
                  <a:pt x="149" y="76"/>
                  <a:pt x="149" y="72"/>
                </a:cubicBezTo>
                <a:cubicBezTo>
                  <a:pt x="149" y="70"/>
                  <a:pt x="149" y="68"/>
                  <a:pt x="148" y="67"/>
                </a:cubicBezTo>
                <a:cubicBezTo>
                  <a:pt x="148" y="66"/>
                  <a:pt x="147" y="64"/>
                  <a:pt x="145" y="63"/>
                </a:cubicBezTo>
                <a:cubicBezTo>
                  <a:pt x="144" y="62"/>
                  <a:pt x="142" y="60"/>
                  <a:pt x="140" y="59"/>
                </a:cubicBezTo>
                <a:cubicBezTo>
                  <a:pt x="138" y="58"/>
                  <a:pt x="135" y="56"/>
                  <a:pt x="132" y="55"/>
                </a:cubicBezTo>
                <a:cubicBezTo>
                  <a:pt x="129" y="53"/>
                  <a:pt x="126" y="51"/>
                  <a:pt x="124" y="50"/>
                </a:cubicBezTo>
                <a:cubicBezTo>
                  <a:pt x="122" y="48"/>
                  <a:pt x="120" y="47"/>
                  <a:pt x="118" y="45"/>
                </a:cubicBezTo>
                <a:cubicBezTo>
                  <a:pt x="117" y="43"/>
                  <a:pt x="116" y="42"/>
                  <a:pt x="115" y="40"/>
                </a:cubicBezTo>
                <a:cubicBezTo>
                  <a:pt x="115" y="38"/>
                  <a:pt x="114" y="36"/>
                  <a:pt x="114" y="33"/>
                </a:cubicBezTo>
                <a:cubicBezTo>
                  <a:pt x="114" y="30"/>
                  <a:pt x="115" y="27"/>
                  <a:pt x="116" y="25"/>
                </a:cubicBezTo>
                <a:cubicBezTo>
                  <a:pt x="117" y="23"/>
                  <a:pt x="119" y="20"/>
                  <a:pt x="121" y="19"/>
                </a:cubicBezTo>
                <a:cubicBezTo>
                  <a:pt x="124" y="17"/>
                  <a:pt x="126" y="16"/>
                  <a:pt x="129" y="15"/>
                </a:cubicBezTo>
                <a:cubicBezTo>
                  <a:pt x="132" y="14"/>
                  <a:pt x="135" y="14"/>
                  <a:pt x="139" y="14"/>
                </a:cubicBezTo>
                <a:cubicBezTo>
                  <a:pt x="145" y="14"/>
                  <a:pt x="149" y="14"/>
                  <a:pt x="153" y="16"/>
                </a:cubicBezTo>
                <a:cubicBezTo>
                  <a:pt x="153" y="24"/>
                  <a:pt x="153" y="24"/>
                  <a:pt x="153" y="24"/>
                </a:cubicBezTo>
                <a:cubicBezTo>
                  <a:pt x="149" y="21"/>
                  <a:pt x="144" y="20"/>
                  <a:pt x="138" y="20"/>
                </a:cubicBezTo>
                <a:cubicBezTo>
                  <a:pt x="136" y="20"/>
                  <a:pt x="133" y="20"/>
                  <a:pt x="132" y="21"/>
                </a:cubicBezTo>
                <a:cubicBezTo>
                  <a:pt x="130" y="21"/>
                  <a:pt x="128" y="22"/>
                  <a:pt x="126" y="23"/>
                </a:cubicBezTo>
                <a:cubicBezTo>
                  <a:pt x="125" y="24"/>
                  <a:pt x="124" y="25"/>
                  <a:pt x="123" y="27"/>
                </a:cubicBezTo>
                <a:cubicBezTo>
                  <a:pt x="122" y="29"/>
                  <a:pt x="121" y="30"/>
                  <a:pt x="121" y="32"/>
                </a:cubicBezTo>
                <a:cubicBezTo>
                  <a:pt x="121" y="34"/>
                  <a:pt x="122" y="36"/>
                  <a:pt x="122" y="37"/>
                </a:cubicBezTo>
                <a:cubicBezTo>
                  <a:pt x="123" y="39"/>
                  <a:pt x="124" y="40"/>
                  <a:pt x="125" y="42"/>
                </a:cubicBezTo>
                <a:cubicBezTo>
                  <a:pt x="126" y="43"/>
                  <a:pt x="128" y="44"/>
                  <a:pt x="130" y="45"/>
                </a:cubicBezTo>
                <a:cubicBezTo>
                  <a:pt x="132" y="47"/>
                  <a:pt x="135" y="48"/>
                  <a:pt x="138" y="50"/>
                </a:cubicBezTo>
                <a:cubicBezTo>
                  <a:pt x="141" y="51"/>
                  <a:pt x="144" y="53"/>
                  <a:pt x="146" y="54"/>
                </a:cubicBezTo>
                <a:cubicBezTo>
                  <a:pt x="148" y="56"/>
                  <a:pt x="150" y="58"/>
                  <a:pt x="152" y="59"/>
                </a:cubicBezTo>
                <a:cubicBezTo>
                  <a:pt x="153" y="61"/>
                  <a:pt x="155" y="63"/>
                  <a:pt x="155" y="65"/>
                </a:cubicBezTo>
                <a:cubicBezTo>
                  <a:pt x="156" y="67"/>
                  <a:pt x="157" y="69"/>
                  <a:pt x="157" y="71"/>
                </a:cubicBezTo>
                <a:cubicBezTo>
                  <a:pt x="157" y="75"/>
                  <a:pt x="156" y="78"/>
                  <a:pt x="155" y="80"/>
                </a:cubicBezTo>
                <a:cubicBezTo>
                  <a:pt x="154" y="83"/>
                  <a:pt x="152" y="85"/>
                  <a:pt x="150" y="86"/>
                </a:cubicBezTo>
                <a:cubicBezTo>
                  <a:pt x="147" y="88"/>
                  <a:pt x="145" y="89"/>
                  <a:pt x="142" y="90"/>
                </a:cubicBezTo>
                <a:cubicBezTo>
                  <a:pt x="139" y="91"/>
                  <a:pt x="135" y="91"/>
                  <a:pt x="132" y="91"/>
                </a:cubicBezTo>
                <a:cubicBezTo>
                  <a:pt x="130" y="91"/>
                  <a:pt x="129" y="91"/>
                  <a:pt x="127" y="91"/>
                </a:cubicBezTo>
                <a:cubicBezTo>
                  <a:pt x="126" y="91"/>
                  <a:pt x="124" y="91"/>
                  <a:pt x="122" y="90"/>
                </a:cubicBezTo>
                <a:cubicBezTo>
                  <a:pt x="121" y="90"/>
                  <a:pt x="119" y="89"/>
                  <a:pt x="118" y="89"/>
                </a:cubicBezTo>
                <a:cubicBezTo>
                  <a:pt x="116" y="88"/>
                  <a:pt x="115" y="88"/>
                  <a:pt x="114" y="87"/>
                </a:cubicBezTo>
                <a:lnTo>
                  <a:pt x="114" y="79"/>
                </a:lnTo>
                <a:close/>
                <a:moveTo>
                  <a:pt x="147" y="104"/>
                </a:moveTo>
                <a:cubicBezTo>
                  <a:pt x="147" y="110"/>
                  <a:pt x="142" y="113"/>
                  <a:pt x="133" y="113"/>
                </a:cubicBezTo>
                <a:cubicBezTo>
                  <a:pt x="131" y="113"/>
                  <a:pt x="130" y="113"/>
                  <a:pt x="129" y="113"/>
                </a:cubicBezTo>
                <a:cubicBezTo>
                  <a:pt x="129" y="108"/>
                  <a:pt x="129" y="108"/>
                  <a:pt x="129" y="108"/>
                </a:cubicBezTo>
                <a:cubicBezTo>
                  <a:pt x="131" y="109"/>
                  <a:pt x="132" y="109"/>
                  <a:pt x="133" y="109"/>
                </a:cubicBezTo>
                <a:cubicBezTo>
                  <a:pt x="138" y="109"/>
                  <a:pt x="141" y="107"/>
                  <a:pt x="141" y="104"/>
                </a:cubicBezTo>
                <a:cubicBezTo>
                  <a:pt x="141" y="101"/>
                  <a:pt x="139" y="100"/>
                  <a:pt x="134" y="100"/>
                </a:cubicBezTo>
                <a:cubicBezTo>
                  <a:pt x="133" y="100"/>
                  <a:pt x="133" y="100"/>
                  <a:pt x="132" y="100"/>
                </a:cubicBezTo>
                <a:cubicBezTo>
                  <a:pt x="132" y="100"/>
                  <a:pt x="132" y="100"/>
                  <a:pt x="131" y="100"/>
                </a:cubicBezTo>
                <a:cubicBezTo>
                  <a:pt x="131" y="90"/>
                  <a:pt x="131" y="90"/>
                  <a:pt x="131" y="90"/>
                </a:cubicBezTo>
                <a:cubicBezTo>
                  <a:pt x="136" y="90"/>
                  <a:pt x="136" y="90"/>
                  <a:pt x="136" y="90"/>
                </a:cubicBezTo>
                <a:cubicBezTo>
                  <a:pt x="136" y="96"/>
                  <a:pt x="136" y="96"/>
                  <a:pt x="136" y="96"/>
                </a:cubicBezTo>
                <a:cubicBezTo>
                  <a:pt x="139" y="96"/>
                  <a:pt x="142" y="97"/>
                  <a:pt x="144" y="98"/>
                </a:cubicBezTo>
                <a:cubicBezTo>
                  <a:pt x="146" y="99"/>
                  <a:pt x="147" y="101"/>
                  <a:pt x="147" y="104"/>
                </a:cubicBezTo>
                <a:close/>
                <a:moveTo>
                  <a:pt x="172" y="90"/>
                </a:moveTo>
                <a:cubicBezTo>
                  <a:pt x="172" y="15"/>
                  <a:pt x="172" y="15"/>
                  <a:pt x="172" y="15"/>
                </a:cubicBezTo>
                <a:cubicBezTo>
                  <a:pt x="209" y="15"/>
                  <a:pt x="209" y="15"/>
                  <a:pt x="209" y="15"/>
                </a:cubicBezTo>
                <a:cubicBezTo>
                  <a:pt x="209" y="21"/>
                  <a:pt x="209" y="21"/>
                  <a:pt x="209" y="21"/>
                </a:cubicBezTo>
                <a:cubicBezTo>
                  <a:pt x="179" y="21"/>
                  <a:pt x="179" y="21"/>
                  <a:pt x="179" y="21"/>
                </a:cubicBezTo>
                <a:cubicBezTo>
                  <a:pt x="179" y="49"/>
                  <a:pt x="179" y="49"/>
                  <a:pt x="179" y="49"/>
                </a:cubicBezTo>
                <a:cubicBezTo>
                  <a:pt x="207" y="49"/>
                  <a:pt x="207" y="49"/>
                  <a:pt x="207" y="49"/>
                </a:cubicBezTo>
                <a:cubicBezTo>
                  <a:pt x="207" y="55"/>
                  <a:pt x="207" y="55"/>
                  <a:pt x="207" y="55"/>
                </a:cubicBezTo>
                <a:cubicBezTo>
                  <a:pt x="179" y="55"/>
                  <a:pt x="179" y="55"/>
                  <a:pt x="179" y="55"/>
                </a:cubicBezTo>
                <a:cubicBezTo>
                  <a:pt x="179" y="84"/>
                  <a:pt x="179" y="84"/>
                  <a:pt x="179" y="84"/>
                </a:cubicBezTo>
                <a:cubicBezTo>
                  <a:pt x="211" y="84"/>
                  <a:pt x="211" y="84"/>
                  <a:pt x="211" y="84"/>
                </a:cubicBezTo>
                <a:cubicBezTo>
                  <a:pt x="211" y="90"/>
                  <a:pt x="211" y="90"/>
                  <a:pt x="211" y="90"/>
                </a:cubicBezTo>
                <a:lnTo>
                  <a:pt x="172" y="90"/>
                </a:lnTo>
                <a:close/>
                <a:moveTo>
                  <a:pt x="266" y="90"/>
                </a:moveTo>
                <a:cubicBezTo>
                  <a:pt x="235" y="55"/>
                  <a:pt x="235" y="55"/>
                  <a:pt x="235" y="55"/>
                </a:cubicBezTo>
                <a:cubicBezTo>
                  <a:pt x="234" y="54"/>
                  <a:pt x="234" y="53"/>
                  <a:pt x="233" y="53"/>
                </a:cubicBezTo>
                <a:cubicBezTo>
                  <a:pt x="233" y="53"/>
                  <a:pt x="233" y="53"/>
                  <a:pt x="233" y="53"/>
                </a:cubicBezTo>
                <a:cubicBezTo>
                  <a:pt x="233" y="90"/>
                  <a:pt x="233" y="90"/>
                  <a:pt x="233" y="90"/>
                </a:cubicBezTo>
                <a:cubicBezTo>
                  <a:pt x="226" y="90"/>
                  <a:pt x="226" y="90"/>
                  <a:pt x="226" y="90"/>
                </a:cubicBezTo>
                <a:cubicBezTo>
                  <a:pt x="226" y="15"/>
                  <a:pt x="226" y="15"/>
                  <a:pt x="226" y="15"/>
                </a:cubicBezTo>
                <a:cubicBezTo>
                  <a:pt x="233" y="15"/>
                  <a:pt x="233" y="15"/>
                  <a:pt x="233" y="15"/>
                </a:cubicBezTo>
                <a:cubicBezTo>
                  <a:pt x="233" y="50"/>
                  <a:pt x="233" y="50"/>
                  <a:pt x="233" y="50"/>
                </a:cubicBezTo>
                <a:cubicBezTo>
                  <a:pt x="233" y="50"/>
                  <a:pt x="233" y="50"/>
                  <a:pt x="233" y="50"/>
                </a:cubicBezTo>
                <a:cubicBezTo>
                  <a:pt x="234" y="50"/>
                  <a:pt x="234" y="49"/>
                  <a:pt x="234" y="49"/>
                </a:cubicBezTo>
                <a:cubicBezTo>
                  <a:pt x="235" y="49"/>
                  <a:pt x="235" y="48"/>
                  <a:pt x="235" y="48"/>
                </a:cubicBezTo>
                <a:cubicBezTo>
                  <a:pt x="264" y="15"/>
                  <a:pt x="264" y="15"/>
                  <a:pt x="264" y="15"/>
                </a:cubicBezTo>
                <a:cubicBezTo>
                  <a:pt x="273" y="15"/>
                  <a:pt x="273" y="15"/>
                  <a:pt x="273" y="15"/>
                </a:cubicBezTo>
                <a:cubicBezTo>
                  <a:pt x="241" y="51"/>
                  <a:pt x="241" y="51"/>
                  <a:pt x="241" y="51"/>
                </a:cubicBezTo>
                <a:cubicBezTo>
                  <a:pt x="275" y="90"/>
                  <a:pt x="275" y="90"/>
                  <a:pt x="275" y="90"/>
                </a:cubicBezTo>
                <a:lnTo>
                  <a:pt x="266" y="90"/>
                </a:lnTo>
                <a:close/>
                <a:moveTo>
                  <a:pt x="325" y="90"/>
                </a:moveTo>
                <a:cubicBezTo>
                  <a:pt x="295" y="55"/>
                  <a:pt x="295" y="55"/>
                  <a:pt x="295" y="55"/>
                </a:cubicBezTo>
                <a:cubicBezTo>
                  <a:pt x="294" y="54"/>
                  <a:pt x="293" y="53"/>
                  <a:pt x="293" y="53"/>
                </a:cubicBezTo>
                <a:cubicBezTo>
                  <a:pt x="293" y="53"/>
                  <a:pt x="293" y="53"/>
                  <a:pt x="293" y="53"/>
                </a:cubicBezTo>
                <a:cubicBezTo>
                  <a:pt x="293" y="90"/>
                  <a:pt x="293" y="90"/>
                  <a:pt x="293" y="90"/>
                </a:cubicBezTo>
                <a:cubicBezTo>
                  <a:pt x="286" y="90"/>
                  <a:pt x="286" y="90"/>
                  <a:pt x="286" y="90"/>
                </a:cubicBezTo>
                <a:cubicBezTo>
                  <a:pt x="286" y="15"/>
                  <a:pt x="286" y="15"/>
                  <a:pt x="286" y="15"/>
                </a:cubicBezTo>
                <a:cubicBezTo>
                  <a:pt x="293" y="15"/>
                  <a:pt x="293" y="15"/>
                  <a:pt x="293" y="15"/>
                </a:cubicBezTo>
                <a:cubicBezTo>
                  <a:pt x="293" y="50"/>
                  <a:pt x="293" y="50"/>
                  <a:pt x="293" y="50"/>
                </a:cubicBezTo>
                <a:cubicBezTo>
                  <a:pt x="293" y="50"/>
                  <a:pt x="293" y="50"/>
                  <a:pt x="293" y="50"/>
                </a:cubicBezTo>
                <a:cubicBezTo>
                  <a:pt x="293" y="50"/>
                  <a:pt x="293" y="49"/>
                  <a:pt x="294" y="49"/>
                </a:cubicBezTo>
                <a:cubicBezTo>
                  <a:pt x="294" y="49"/>
                  <a:pt x="294" y="48"/>
                  <a:pt x="295" y="48"/>
                </a:cubicBezTo>
                <a:cubicBezTo>
                  <a:pt x="324" y="15"/>
                  <a:pt x="324" y="15"/>
                  <a:pt x="324" y="15"/>
                </a:cubicBezTo>
                <a:cubicBezTo>
                  <a:pt x="333" y="15"/>
                  <a:pt x="333" y="15"/>
                  <a:pt x="333" y="15"/>
                </a:cubicBezTo>
                <a:cubicBezTo>
                  <a:pt x="300" y="51"/>
                  <a:pt x="300" y="51"/>
                  <a:pt x="300" y="51"/>
                </a:cubicBezTo>
                <a:cubicBezTo>
                  <a:pt x="335" y="90"/>
                  <a:pt x="335" y="90"/>
                  <a:pt x="335" y="90"/>
                </a:cubicBezTo>
                <a:lnTo>
                  <a:pt x="325" y="90"/>
                </a:lnTo>
                <a:close/>
                <a:moveTo>
                  <a:pt x="398" y="60"/>
                </a:moveTo>
                <a:cubicBezTo>
                  <a:pt x="398" y="81"/>
                  <a:pt x="389" y="91"/>
                  <a:pt x="371" y="91"/>
                </a:cubicBezTo>
                <a:cubicBezTo>
                  <a:pt x="353" y="91"/>
                  <a:pt x="344" y="81"/>
                  <a:pt x="344" y="61"/>
                </a:cubicBezTo>
                <a:cubicBezTo>
                  <a:pt x="344" y="15"/>
                  <a:pt x="344" y="15"/>
                  <a:pt x="344" y="15"/>
                </a:cubicBezTo>
                <a:cubicBezTo>
                  <a:pt x="351" y="15"/>
                  <a:pt x="351" y="15"/>
                  <a:pt x="351" y="15"/>
                </a:cubicBezTo>
                <a:cubicBezTo>
                  <a:pt x="351" y="60"/>
                  <a:pt x="351" y="60"/>
                  <a:pt x="351" y="60"/>
                </a:cubicBezTo>
                <a:cubicBezTo>
                  <a:pt x="351" y="69"/>
                  <a:pt x="353" y="75"/>
                  <a:pt x="356" y="79"/>
                </a:cubicBezTo>
                <a:cubicBezTo>
                  <a:pt x="360" y="83"/>
                  <a:pt x="365" y="85"/>
                  <a:pt x="372" y="85"/>
                </a:cubicBezTo>
                <a:cubicBezTo>
                  <a:pt x="385" y="85"/>
                  <a:pt x="392" y="77"/>
                  <a:pt x="392" y="61"/>
                </a:cubicBezTo>
                <a:cubicBezTo>
                  <a:pt x="392" y="15"/>
                  <a:pt x="392" y="15"/>
                  <a:pt x="392" y="15"/>
                </a:cubicBezTo>
                <a:cubicBezTo>
                  <a:pt x="398" y="15"/>
                  <a:pt x="398" y="15"/>
                  <a:pt x="398" y="15"/>
                </a:cubicBezTo>
                <a:lnTo>
                  <a:pt x="398" y="60"/>
                </a:lnTo>
                <a:close/>
                <a:moveTo>
                  <a:pt x="363" y="9"/>
                </a:moveTo>
                <a:cubicBezTo>
                  <a:pt x="362" y="9"/>
                  <a:pt x="362" y="9"/>
                  <a:pt x="361" y="8"/>
                </a:cubicBezTo>
                <a:cubicBezTo>
                  <a:pt x="360" y="8"/>
                  <a:pt x="360" y="8"/>
                  <a:pt x="360" y="7"/>
                </a:cubicBezTo>
                <a:cubicBezTo>
                  <a:pt x="359" y="7"/>
                  <a:pt x="359" y="6"/>
                  <a:pt x="359" y="6"/>
                </a:cubicBezTo>
                <a:cubicBezTo>
                  <a:pt x="358" y="5"/>
                  <a:pt x="358" y="5"/>
                  <a:pt x="358" y="4"/>
                </a:cubicBezTo>
                <a:cubicBezTo>
                  <a:pt x="358" y="3"/>
                  <a:pt x="359" y="2"/>
                  <a:pt x="360" y="1"/>
                </a:cubicBezTo>
                <a:cubicBezTo>
                  <a:pt x="360" y="0"/>
                  <a:pt x="361" y="0"/>
                  <a:pt x="363" y="0"/>
                </a:cubicBezTo>
                <a:cubicBezTo>
                  <a:pt x="363" y="0"/>
                  <a:pt x="364" y="0"/>
                  <a:pt x="364" y="0"/>
                </a:cubicBezTo>
                <a:cubicBezTo>
                  <a:pt x="365" y="0"/>
                  <a:pt x="365" y="1"/>
                  <a:pt x="366" y="1"/>
                </a:cubicBezTo>
                <a:cubicBezTo>
                  <a:pt x="366" y="1"/>
                  <a:pt x="367" y="2"/>
                  <a:pt x="367" y="2"/>
                </a:cubicBezTo>
                <a:cubicBezTo>
                  <a:pt x="367" y="3"/>
                  <a:pt x="367" y="4"/>
                  <a:pt x="367" y="4"/>
                </a:cubicBezTo>
                <a:cubicBezTo>
                  <a:pt x="367" y="5"/>
                  <a:pt x="367" y="6"/>
                  <a:pt x="366" y="7"/>
                </a:cubicBezTo>
                <a:cubicBezTo>
                  <a:pt x="365" y="8"/>
                  <a:pt x="364" y="9"/>
                  <a:pt x="363" y="9"/>
                </a:cubicBezTo>
                <a:close/>
                <a:moveTo>
                  <a:pt x="382" y="9"/>
                </a:moveTo>
                <a:cubicBezTo>
                  <a:pt x="380" y="9"/>
                  <a:pt x="379" y="8"/>
                  <a:pt x="379" y="7"/>
                </a:cubicBezTo>
                <a:cubicBezTo>
                  <a:pt x="378" y="7"/>
                  <a:pt x="377" y="5"/>
                  <a:pt x="377" y="4"/>
                </a:cubicBezTo>
                <a:cubicBezTo>
                  <a:pt x="377" y="3"/>
                  <a:pt x="378" y="2"/>
                  <a:pt x="378" y="1"/>
                </a:cubicBezTo>
                <a:cubicBezTo>
                  <a:pt x="379" y="0"/>
                  <a:pt x="380" y="0"/>
                  <a:pt x="381" y="0"/>
                </a:cubicBezTo>
                <a:cubicBezTo>
                  <a:pt x="383" y="0"/>
                  <a:pt x="384" y="0"/>
                  <a:pt x="385" y="1"/>
                </a:cubicBezTo>
                <a:cubicBezTo>
                  <a:pt x="386" y="2"/>
                  <a:pt x="386" y="3"/>
                  <a:pt x="386" y="4"/>
                </a:cubicBezTo>
                <a:cubicBezTo>
                  <a:pt x="386" y="5"/>
                  <a:pt x="386" y="6"/>
                  <a:pt x="385" y="7"/>
                </a:cubicBezTo>
                <a:cubicBezTo>
                  <a:pt x="384" y="8"/>
                  <a:pt x="383" y="9"/>
                  <a:pt x="382" y="9"/>
                </a:cubicBezTo>
                <a:close/>
                <a:moveTo>
                  <a:pt x="454" y="67"/>
                </a:moveTo>
                <a:cubicBezTo>
                  <a:pt x="453" y="65"/>
                  <a:pt x="452" y="64"/>
                  <a:pt x="451" y="63"/>
                </a:cubicBezTo>
                <a:cubicBezTo>
                  <a:pt x="450" y="61"/>
                  <a:pt x="450" y="60"/>
                  <a:pt x="449" y="59"/>
                </a:cubicBezTo>
                <a:cubicBezTo>
                  <a:pt x="448" y="58"/>
                  <a:pt x="447" y="58"/>
                  <a:pt x="446" y="57"/>
                </a:cubicBezTo>
                <a:cubicBezTo>
                  <a:pt x="446" y="56"/>
                  <a:pt x="445" y="56"/>
                  <a:pt x="444" y="55"/>
                </a:cubicBezTo>
                <a:cubicBezTo>
                  <a:pt x="444" y="55"/>
                  <a:pt x="444" y="55"/>
                  <a:pt x="444" y="55"/>
                </a:cubicBezTo>
                <a:cubicBezTo>
                  <a:pt x="446" y="54"/>
                  <a:pt x="449" y="54"/>
                  <a:pt x="451" y="52"/>
                </a:cubicBezTo>
                <a:cubicBezTo>
                  <a:pt x="453" y="51"/>
                  <a:pt x="455" y="50"/>
                  <a:pt x="456" y="48"/>
                </a:cubicBezTo>
                <a:cubicBezTo>
                  <a:pt x="458" y="46"/>
                  <a:pt x="459" y="44"/>
                  <a:pt x="460" y="42"/>
                </a:cubicBezTo>
                <a:cubicBezTo>
                  <a:pt x="460" y="40"/>
                  <a:pt x="461" y="37"/>
                  <a:pt x="461" y="35"/>
                </a:cubicBezTo>
                <a:cubicBezTo>
                  <a:pt x="461" y="31"/>
                  <a:pt x="460" y="28"/>
                  <a:pt x="459" y="26"/>
                </a:cubicBezTo>
                <a:cubicBezTo>
                  <a:pt x="458" y="23"/>
                  <a:pt x="456" y="21"/>
                  <a:pt x="454" y="20"/>
                </a:cubicBezTo>
                <a:cubicBezTo>
                  <a:pt x="452" y="18"/>
                  <a:pt x="450" y="17"/>
                  <a:pt x="447" y="16"/>
                </a:cubicBezTo>
                <a:cubicBezTo>
                  <a:pt x="444" y="15"/>
                  <a:pt x="442" y="15"/>
                  <a:pt x="439" y="15"/>
                </a:cubicBezTo>
                <a:cubicBezTo>
                  <a:pt x="417" y="15"/>
                  <a:pt x="417" y="15"/>
                  <a:pt x="417" y="15"/>
                </a:cubicBezTo>
                <a:cubicBezTo>
                  <a:pt x="417" y="90"/>
                  <a:pt x="417" y="90"/>
                  <a:pt x="417" y="90"/>
                </a:cubicBezTo>
                <a:cubicBezTo>
                  <a:pt x="424" y="90"/>
                  <a:pt x="424" y="90"/>
                  <a:pt x="424" y="90"/>
                </a:cubicBezTo>
                <a:cubicBezTo>
                  <a:pt x="424" y="57"/>
                  <a:pt x="424" y="57"/>
                  <a:pt x="424" y="57"/>
                </a:cubicBezTo>
                <a:cubicBezTo>
                  <a:pt x="432" y="57"/>
                  <a:pt x="432" y="57"/>
                  <a:pt x="432" y="57"/>
                </a:cubicBezTo>
                <a:cubicBezTo>
                  <a:pt x="434" y="57"/>
                  <a:pt x="435" y="57"/>
                  <a:pt x="437" y="58"/>
                </a:cubicBezTo>
                <a:cubicBezTo>
                  <a:pt x="438" y="58"/>
                  <a:pt x="439" y="59"/>
                  <a:pt x="440" y="60"/>
                </a:cubicBezTo>
                <a:cubicBezTo>
                  <a:pt x="441" y="61"/>
                  <a:pt x="442" y="62"/>
                  <a:pt x="443" y="63"/>
                </a:cubicBezTo>
                <a:cubicBezTo>
                  <a:pt x="445" y="65"/>
                  <a:pt x="446" y="66"/>
                  <a:pt x="447" y="69"/>
                </a:cubicBezTo>
                <a:cubicBezTo>
                  <a:pt x="458" y="90"/>
                  <a:pt x="458" y="90"/>
                  <a:pt x="458" y="90"/>
                </a:cubicBezTo>
                <a:cubicBezTo>
                  <a:pt x="466" y="90"/>
                  <a:pt x="466" y="90"/>
                  <a:pt x="466" y="90"/>
                </a:cubicBezTo>
                <a:lnTo>
                  <a:pt x="454" y="67"/>
                </a:lnTo>
                <a:close/>
                <a:moveTo>
                  <a:pt x="437" y="51"/>
                </a:moveTo>
                <a:cubicBezTo>
                  <a:pt x="424" y="51"/>
                  <a:pt x="424" y="51"/>
                  <a:pt x="424" y="51"/>
                </a:cubicBezTo>
                <a:cubicBezTo>
                  <a:pt x="424" y="21"/>
                  <a:pt x="424" y="21"/>
                  <a:pt x="424" y="21"/>
                </a:cubicBezTo>
                <a:cubicBezTo>
                  <a:pt x="437" y="21"/>
                  <a:pt x="437" y="21"/>
                  <a:pt x="437" y="21"/>
                </a:cubicBezTo>
                <a:cubicBezTo>
                  <a:pt x="442" y="21"/>
                  <a:pt x="447" y="22"/>
                  <a:pt x="449" y="25"/>
                </a:cubicBezTo>
                <a:cubicBezTo>
                  <a:pt x="452" y="27"/>
                  <a:pt x="454" y="31"/>
                  <a:pt x="454" y="35"/>
                </a:cubicBezTo>
                <a:cubicBezTo>
                  <a:pt x="454" y="38"/>
                  <a:pt x="453" y="40"/>
                  <a:pt x="452" y="42"/>
                </a:cubicBezTo>
                <a:cubicBezTo>
                  <a:pt x="452" y="44"/>
                  <a:pt x="450" y="45"/>
                  <a:pt x="449" y="47"/>
                </a:cubicBezTo>
                <a:cubicBezTo>
                  <a:pt x="447" y="48"/>
                  <a:pt x="446" y="49"/>
                  <a:pt x="443" y="50"/>
                </a:cubicBezTo>
                <a:cubicBezTo>
                  <a:pt x="441" y="51"/>
                  <a:pt x="439" y="51"/>
                  <a:pt x="437" y="51"/>
                </a:cubicBezTo>
                <a:close/>
                <a:moveTo>
                  <a:pt x="479" y="90"/>
                </a:moveTo>
                <a:cubicBezTo>
                  <a:pt x="479" y="15"/>
                  <a:pt x="479" y="15"/>
                  <a:pt x="479" y="15"/>
                </a:cubicBezTo>
                <a:cubicBezTo>
                  <a:pt x="486" y="15"/>
                  <a:pt x="486" y="15"/>
                  <a:pt x="486" y="15"/>
                </a:cubicBezTo>
                <a:cubicBezTo>
                  <a:pt x="486" y="84"/>
                  <a:pt x="486" y="84"/>
                  <a:pt x="486" y="84"/>
                </a:cubicBezTo>
                <a:cubicBezTo>
                  <a:pt x="516" y="84"/>
                  <a:pt x="516" y="84"/>
                  <a:pt x="516" y="84"/>
                </a:cubicBezTo>
                <a:cubicBezTo>
                  <a:pt x="516" y="90"/>
                  <a:pt x="516" y="90"/>
                  <a:pt x="516" y="90"/>
                </a:cubicBezTo>
                <a:lnTo>
                  <a:pt x="479" y="90"/>
                </a:lnTo>
                <a:close/>
                <a:moveTo>
                  <a:pt x="529" y="90"/>
                </a:moveTo>
                <a:cubicBezTo>
                  <a:pt x="529" y="15"/>
                  <a:pt x="529" y="15"/>
                  <a:pt x="529" y="15"/>
                </a:cubicBezTo>
                <a:cubicBezTo>
                  <a:pt x="566" y="15"/>
                  <a:pt x="566" y="15"/>
                  <a:pt x="566" y="15"/>
                </a:cubicBezTo>
                <a:cubicBezTo>
                  <a:pt x="566" y="21"/>
                  <a:pt x="566" y="21"/>
                  <a:pt x="566" y="21"/>
                </a:cubicBezTo>
                <a:cubicBezTo>
                  <a:pt x="536" y="21"/>
                  <a:pt x="536" y="21"/>
                  <a:pt x="536" y="21"/>
                </a:cubicBezTo>
                <a:cubicBezTo>
                  <a:pt x="536" y="49"/>
                  <a:pt x="536" y="49"/>
                  <a:pt x="536" y="49"/>
                </a:cubicBezTo>
                <a:cubicBezTo>
                  <a:pt x="564" y="49"/>
                  <a:pt x="564" y="49"/>
                  <a:pt x="564" y="49"/>
                </a:cubicBezTo>
                <a:cubicBezTo>
                  <a:pt x="564" y="55"/>
                  <a:pt x="564" y="55"/>
                  <a:pt x="564" y="55"/>
                </a:cubicBezTo>
                <a:cubicBezTo>
                  <a:pt x="536" y="55"/>
                  <a:pt x="536" y="55"/>
                  <a:pt x="536" y="55"/>
                </a:cubicBezTo>
                <a:cubicBezTo>
                  <a:pt x="536" y="84"/>
                  <a:pt x="536" y="84"/>
                  <a:pt x="536" y="84"/>
                </a:cubicBezTo>
                <a:cubicBezTo>
                  <a:pt x="567" y="84"/>
                  <a:pt x="567" y="84"/>
                  <a:pt x="567" y="84"/>
                </a:cubicBezTo>
                <a:cubicBezTo>
                  <a:pt x="567" y="90"/>
                  <a:pt x="567" y="90"/>
                  <a:pt x="567" y="90"/>
                </a:cubicBezTo>
                <a:lnTo>
                  <a:pt x="529" y="90"/>
                </a:lnTo>
                <a:close/>
                <a:moveTo>
                  <a:pt x="620" y="67"/>
                </a:moveTo>
                <a:cubicBezTo>
                  <a:pt x="619" y="65"/>
                  <a:pt x="618" y="64"/>
                  <a:pt x="617" y="63"/>
                </a:cubicBezTo>
                <a:cubicBezTo>
                  <a:pt x="617" y="61"/>
                  <a:pt x="616" y="60"/>
                  <a:pt x="615" y="59"/>
                </a:cubicBezTo>
                <a:cubicBezTo>
                  <a:pt x="614" y="58"/>
                  <a:pt x="613" y="58"/>
                  <a:pt x="613" y="57"/>
                </a:cubicBezTo>
                <a:cubicBezTo>
                  <a:pt x="612" y="56"/>
                  <a:pt x="611" y="56"/>
                  <a:pt x="610" y="55"/>
                </a:cubicBezTo>
                <a:cubicBezTo>
                  <a:pt x="610" y="55"/>
                  <a:pt x="610" y="55"/>
                  <a:pt x="610" y="55"/>
                </a:cubicBezTo>
                <a:cubicBezTo>
                  <a:pt x="612" y="54"/>
                  <a:pt x="615" y="54"/>
                  <a:pt x="617" y="52"/>
                </a:cubicBezTo>
                <a:cubicBezTo>
                  <a:pt x="619" y="51"/>
                  <a:pt x="621" y="50"/>
                  <a:pt x="622" y="48"/>
                </a:cubicBezTo>
                <a:cubicBezTo>
                  <a:pt x="624" y="46"/>
                  <a:pt x="625" y="44"/>
                  <a:pt x="626" y="42"/>
                </a:cubicBezTo>
                <a:cubicBezTo>
                  <a:pt x="627" y="40"/>
                  <a:pt x="627" y="37"/>
                  <a:pt x="627" y="35"/>
                </a:cubicBezTo>
                <a:cubicBezTo>
                  <a:pt x="627" y="31"/>
                  <a:pt x="626" y="28"/>
                  <a:pt x="625" y="26"/>
                </a:cubicBezTo>
                <a:cubicBezTo>
                  <a:pt x="624" y="23"/>
                  <a:pt x="622" y="21"/>
                  <a:pt x="620" y="20"/>
                </a:cubicBezTo>
                <a:cubicBezTo>
                  <a:pt x="618" y="18"/>
                  <a:pt x="616" y="17"/>
                  <a:pt x="613" y="16"/>
                </a:cubicBezTo>
                <a:cubicBezTo>
                  <a:pt x="610" y="15"/>
                  <a:pt x="608" y="15"/>
                  <a:pt x="605" y="15"/>
                </a:cubicBezTo>
                <a:cubicBezTo>
                  <a:pt x="583" y="15"/>
                  <a:pt x="583" y="15"/>
                  <a:pt x="583" y="15"/>
                </a:cubicBezTo>
                <a:cubicBezTo>
                  <a:pt x="583" y="90"/>
                  <a:pt x="583" y="90"/>
                  <a:pt x="583" y="90"/>
                </a:cubicBezTo>
                <a:cubicBezTo>
                  <a:pt x="590" y="90"/>
                  <a:pt x="590" y="90"/>
                  <a:pt x="590" y="90"/>
                </a:cubicBezTo>
                <a:cubicBezTo>
                  <a:pt x="590" y="57"/>
                  <a:pt x="590" y="57"/>
                  <a:pt x="590" y="57"/>
                </a:cubicBezTo>
                <a:cubicBezTo>
                  <a:pt x="598" y="57"/>
                  <a:pt x="598" y="57"/>
                  <a:pt x="598" y="57"/>
                </a:cubicBezTo>
                <a:cubicBezTo>
                  <a:pt x="600" y="57"/>
                  <a:pt x="601" y="57"/>
                  <a:pt x="603" y="58"/>
                </a:cubicBezTo>
                <a:cubicBezTo>
                  <a:pt x="604" y="58"/>
                  <a:pt x="605" y="59"/>
                  <a:pt x="606" y="60"/>
                </a:cubicBezTo>
                <a:cubicBezTo>
                  <a:pt x="607" y="61"/>
                  <a:pt x="609" y="62"/>
                  <a:pt x="610" y="63"/>
                </a:cubicBezTo>
                <a:cubicBezTo>
                  <a:pt x="611" y="65"/>
                  <a:pt x="612" y="66"/>
                  <a:pt x="613" y="69"/>
                </a:cubicBezTo>
                <a:cubicBezTo>
                  <a:pt x="624" y="90"/>
                  <a:pt x="624" y="90"/>
                  <a:pt x="624" y="90"/>
                </a:cubicBezTo>
                <a:cubicBezTo>
                  <a:pt x="632" y="90"/>
                  <a:pt x="632" y="90"/>
                  <a:pt x="632" y="90"/>
                </a:cubicBezTo>
                <a:lnTo>
                  <a:pt x="620" y="67"/>
                </a:lnTo>
                <a:close/>
                <a:moveTo>
                  <a:pt x="603" y="51"/>
                </a:moveTo>
                <a:cubicBezTo>
                  <a:pt x="590" y="51"/>
                  <a:pt x="590" y="51"/>
                  <a:pt x="590" y="51"/>
                </a:cubicBezTo>
                <a:cubicBezTo>
                  <a:pt x="590" y="21"/>
                  <a:pt x="590" y="21"/>
                  <a:pt x="590" y="21"/>
                </a:cubicBezTo>
                <a:cubicBezTo>
                  <a:pt x="603" y="21"/>
                  <a:pt x="603" y="21"/>
                  <a:pt x="603" y="21"/>
                </a:cubicBezTo>
                <a:cubicBezTo>
                  <a:pt x="609" y="21"/>
                  <a:pt x="613" y="22"/>
                  <a:pt x="615" y="25"/>
                </a:cubicBezTo>
                <a:cubicBezTo>
                  <a:pt x="618" y="27"/>
                  <a:pt x="620" y="31"/>
                  <a:pt x="620" y="35"/>
                </a:cubicBezTo>
                <a:cubicBezTo>
                  <a:pt x="620" y="38"/>
                  <a:pt x="619" y="40"/>
                  <a:pt x="618" y="42"/>
                </a:cubicBezTo>
                <a:cubicBezTo>
                  <a:pt x="618" y="44"/>
                  <a:pt x="616" y="45"/>
                  <a:pt x="615" y="47"/>
                </a:cubicBezTo>
                <a:cubicBezTo>
                  <a:pt x="613" y="48"/>
                  <a:pt x="612" y="49"/>
                  <a:pt x="610" y="50"/>
                </a:cubicBezTo>
                <a:cubicBezTo>
                  <a:pt x="607" y="51"/>
                  <a:pt x="605" y="51"/>
                  <a:pt x="603" y="5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18" name="Freeform 232">
            <a:extLst>
              <a:ext uri="{FF2B5EF4-FFF2-40B4-BE49-F238E27FC236}">
                <a16:creationId xmlns:a16="http://schemas.microsoft.com/office/drawing/2014/main" id="{262263AB-2E27-6154-1C59-321E5ACAB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815645" y="2421951"/>
            <a:ext cx="1950999" cy="233759"/>
          </a:xfrm>
          <a:custGeom>
            <a:avLst/>
            <a:gdLst>
              <a:gd name="T0" fmla="*/ 21 w 642"/>
              <a:gd name="T1" fmla="*/ 76 h 77"/>
              <a:gd name="T2" fmla="*/ 0 w 642"/>
              <a:gd name="T3" fmla="*/ 1 h 77"/>
              <a:gd name="T4" fmla="*/ 27 w 642"/>
              <a:gd name="T5" fmla="*/ 6 h 77"/>
              <a:gd name="T6" fmla="*/ 96 w 642"/>
              <a:gd name="T7" fmla="*/ 1 h 77"/>
              <a:gd name="T8" fmla="*/ 66 w 642"/>
              <a:gd name="T9" fmla="*/ 36 h 77"/>
              <a:gd name="T10" fmla="*/ 66 w 642"/>
              <a:gd name="T11" fmla="*/ 40 h 77"/>
              <a:gd name="T12" fmla="*/ 98 w 642"/>
              <a:gd name="T13" fmla="*/ 76 h 77"/>
              <a:gd name="T14" fmla="*/ 139 w 642"/>
              <a:gd name="T15" fmla="*/ 41 h 77"/>
              <a:gd name="T16" fmla="*/ 157 w 642"/>
              <a:gd name="T17" fmla="*/ 20 h 77"/>
              <a:gd name="T18" fmla="*/ 115 w 642"/>
              <a:gd name="T19" fmla="*/ 1 h 77"/>
              <a:gd name="T20" fmla="*/ 120 w 642"/>
              <a:gd name="T21" fmla="*/ 43 h 77"/>
              <a:gd name="T22" fmla="*/ 143 w 642"/>
              <a:gd name="T23" fmla="*/ 54 h 77"/>
              <a:gd name="T24" fmla="*/ 148 w 642"/>
              <a:gd name="T25" fmla="*/ 52 h 77"/>
              <a:gd name="T26" fmla="*/ 120 w 642"/>
              <a:gd name="T27" fmla="*/ 6 h 77"/>
              <a:gd name="T28" fmla="*/ 152 w 642"/>
              <a:gd name="T29" fmla="*/ 21 h 77"/>
              <a:gd name="T30" fmla="*/ 175 w 642"/>
              <a:gd name="T31" fmla="*/ 76 h 77"/>
              <a:gd name="T32" fmla="*/ 180 w 642"/>
              <a:gd name="T33" fmla="*/ 76 h 77"/>
              <a:gd name="T34" fmla="*/ 264 w 642"/>
              <a:gd name="T35" fmla="*/ 23 h 77"/>
              <a:gd name="T36" fmla="*/ 262 w 642"/>
              <a:gd name="T37" fmla="*/ 18 h 77"/>
              <a:gd name="T38" fmla="*/ 207 w 642"/>
              <a:gd name="T39" fmla="*/ 18 h 77"/>
              <a:gd name="T40" fmla="*/ 204 w 642"/>
              <a:gd name="T41" fmla="*/ 21 h 77"/>
              <a:gd name="T42" fmla="*/ 199 w 642"/>
              <a:gd name="T43" fmla="*/ 1 h 77"/>
              <a:gd name="T44" fmla="*/ 233 w 642"/>
              <a:gd name="T45" fmla="*/ 63 h 77"/>
              <a:gd name="T46" fmla="*/ 235 w 642"/>
              <a:gd name="T47" fmla="*/ 68 h 77"/>
              <a:gd name="T48" fmla="*/ 265 w 642"/>
              <a:gd name="T49" fmla="*/ 1 h 77"/>
              <a:gd name="T50" fmla="*/ 264 w 642"/>
              <a:gd name="T51" fmla="*/ 76 h 77"/>
              <a:gd name="T52" fmla="*/ 282 w 642"/>
              <a:gd name="T53" fmla="*/ 76 h 77"/>
              <a:gd name="T54" fmla="*/ 329 w 642"/>
              <a:gd name="T55" fmla="*/ 53 h 77"/>
              <a:gd name="T56" fmla="*/ 316 w 642"/>
              <a:gd name="T57" fmla="*/ 1 h 77"/>
              <a:gd name="T58" fmla="*/ 313 w 642"/>
              <a:gd name="T59" fmla="*/ 7 h 77"/>
              <a:gd name="T60" fmla="*/ 315 w 642"/>
              <a:gd name="T61" fmla="*/ 13 h 77"/>
              <a:gd name="T62" fmla="*/ 425 w 642"/>
              <a:gd name="T63" fmla="*/ 76 h 77"/>
              <a:gd name="T64" fmla="*/ 391 w 642"/>
              <a:gd name="T65" fmla="*/ 38 h 77"/>
              <a:gd name="T66" fmla="*/ 386 w 642"/>
              <a:gd name="T67" fmla="*/ 1 h 77"/>
              <a:gd name="T68" fmla="*/ 391 w 642"/>
              <a:gd name="T69" fmla="*/ 36 h 77"/>
              <a:gd name="T70" fmla="*/ 430 w 642"/>
              <a:gd name="T71" fmla="*/ 1 h 77"/>
              <a:gd name="T72" fmla="*/ 425 w 642"/>
              <a:gd name="T73" fmla="*/ 76 h 77"/>
              <a:gd name="T74" fmla="*/ 436 w 642"/>
              <a:gd name="T75" fmla="*/ 76 h 77"/>
              <a:gd name="T76" fmla="*/ 483 w 642"/>
              <a:gd name="T77" fmla="*/ 53 h 77"/>
              <a:gd name="T78" fmla="*/ 469 w 642"/>
              <a:gd name="T79" fmla="*/ 1 h 77"/>
              <a:gd name="T80" fmla="*/ 467 w 642"/>
              <a:gd name="T81" fmla="*/ 7 h 77"/>
              <a:gd name="T82" fmla="*/ 468 w 642"/>
              <a:gd name="T83" fmla="*/ 13 h 77"/>
              <a:gd name="T84" fmla="*/ 508 w 642"/>
              <a:gd name="T85" fmla="*/ 73 h 77"/>
              <a:gd name="T86" fmla="*/ 538 w 642"/>
              <a:gd name="T87" fmla="*/ 69 h 77"/>
              <a:gd name="T88" fmla="*/ 526 w 642"/>
              <a:gd name="T89" fmla="*/ 40 h 77"/>
              <a:gd name="T90" fmla="*/ 514 w 642"/>
              <a:gd name="T91" fmla="*/ 5 h 77"/>
              <a:gd name="T92" fmla="*/ 544 w 642"/>
              <a:gd name="T93" fmla="*/ 7 h 77"/>
              <a:gd name="T94" fmla="*/ 514 w 642"/>
              <a:gd name="T95" fmla="*/ 18 h 77"/>
              <a:gd name="T96" fmla="*/ 544 w 642"/>
              <a:gd name="T97" fmla="*/ 47 h 77"/>
              <a:gd name="T98" fmla="*/ 524 w 642"/>
              <a:gd name="T99" fmla="*/ 77 h 77"/>
              <a:gd name="T100" fmla="*/ 564 w 642"/>
              <a:gd name="T101" fmla="*/ 76 h 77"/>
              <a:gd name="T102" fmla="*/ 569 w 642"/>
              <a:gd name="T103" fmla="*/ 76 h 77"/>
              <a:gd name="T104" fmla="*/ 636 w 642"/>
              <a:gd name="T105" fmla="*/ 40 h 77"/>
              <a:gd name="T106" fmla="*/ 588 w 642"/>
              <a:gd name="T107" fmla="*/ 76 h 77"/>
              <a:gd name="T108" fmla="*/ 593 w 642"/>
              <a:gd name="T109" fmla="*/ 35 h 77"/>
              <a:gd name="T110" fmla="*/ 642 w 642"/>
              <a:gd name="T111" fmla="*/ 1 h 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642" h="77">
                <a:moveTo>
                  <a:pt x="27" y="6"/>
                </a:moveTo>
                <a:cubicBezTo>
                  <a:pt x="27" y="76"/>
                  <a:pt x="27" y="76"/>
                  <a:pt x="27" y="76"/>
                </a:cubicBezTo>
                <a:cubicBezTo>
                  <a:pt x="21" y="76"/>
                  <a:pt x="21" y="76"/>
                  <a:pt x="21" y="76"/>
                </a:cubicBezTo>
                <a:cubicBezTo>
                  <a:pt x="21" y="6"/>
                  <a:pt x="21" y="6"/>
                  <a:pt x="21" y="6"/>
                </a:cubicBezTo>
                <a:cubicBezTo>
                  <a:pt x="0" y="6"/>
                  <a:pt x="0" y="6"/>
                  <a:pt x="0" y="6"/>
                </a:cubicBezTo>
                <a:cubicBezTo>
                  <a:pt x="0" y="1"/>
                  <a:pt x="0" y="1"/>
                  <a:pt x="0" y="1"/>
                </a:cubicBezTo>
                <a:cubicBezTo>
                  <a:pt x="48" y="1"/>
                  <a:pt x="48" y="1"/>
                  <a:pt x="48" y="1"/>
                </a:cubicBezTo>
                <a:cubicBezTo>
                  <a:pt x="48" y="6"/>
                  <a:pt x="48" y="6"/>
                  <a:pt x="48" y="6"/>
                </a:cubicBezTo>
                <a:lnTo>
                  <a:pt x="27" y="6"/>
                </a:lnTo>
                <a:close/>
                <a:moveTo>
                  <a:pt x="61" y="76"/>
                </a:moveTo>
                <a:cubicBezTo>
                  <a:pt x="61" y="1"/>
                  <a:pt x="61" y="1"/>
                  <a:pt x="61" y="1"/>
                </a:cubicBezTo>
                <a:cubicBezTo>
                  <a:pt x="96" y="1"/>
                  <a:pt x="96" y="1"/>
                  <a:pt x="96" y="1"/>
                </a:cubicBezTo>
                <a:cubicBezTo>
                  <a:pt x="96" y="6"/>
                  <a:pt x="96" y="6"/>
                  <a:pt x="96" y="6"/>
                </a:cubicBezTo>
                <a:cubicBezTo>
                  <a:pt x="66" y="6"/>
                  <a:pt x="66" y="6"/>
                  <a:pt x="66" y="6"/>
                </a:cubicBezTo>
                <a:cubicBezTo>
                  <a:pt x="66" y="36"/>
                  <a:pt x="66" y="36"/>
                  <a:pt x="66" y="36"/>
                </a:cubicBezTo>
                <a:cubicBezTo>
                  <a:pt x="94" y="36"/>
                  <a:pt x="94" y="36"/>
                  <a:pt x="94" y="36"/>
                </a:cubicBezTo>
                <a:cubicBezTo>
                  <a:pt x="94" y="40"/>
                  <a:pt x="94" y="40"/>
                  <a:pt x="94" y="40"/>
                </a:cubicBezTo>
                <a:cubicBezTo>
                  <a:pt x="66" y="40"/>
                  <a:pt x="66" y="40"/>
                  <a:pt x="66" y="40"/>
                </a:cubicBezTo>
                <a:cubicBezTo>
                  <a:pt x="66" y="71"/>
                  <a:pt x="66" y="71"/>
                  <a:pt x="66" y="71"/>
                </a:cubicBezTo>
                <a:cubicBezTo>
                  <a:pt x="98" y="71"/>
                  <a:pt x="98" y="71"/>
                  <a:pt x="98" y="71"/>
                </a:cubicBezTo>
                <a:cubicBezTo>
                  <a:pt x="98" y="76"/>
                  <a:pt x="98" y="76"/>
                  <a:pt x="98" y="76"/>
                </a:cubicBezTo>
                <a:lnTo>
                  <a:pt x="61" y="76"/>
                </a:lnTo>
                <a:close/>
                <a:moveTo>
                  <a:pt x="148" y="52"/>
                </a:moveTo>
                <a:cubicBezTo>
                  <a:pt x="145" y="46"/>
                  <a:pt x="142" y="42"/>
                  <a:pt x="139" y="41"/>
                </a:cubicBezTo>
                <a:cubicBezTo>
                  <a:pt x="139" y="41"/>
                  <a:pt x="139" y="41"/>
                  <a:pt x="139" y="41"/>
                </a:cubicBezTo>
                <a:cubicBezTo>
                  <a:pt x="145" y="40"/>
                  <a:pt x="149" y="38"/>
                  <a:pt x="152" y="34"/>
                </a:cubicBezTo>
                <a:cubicBezTo>
                  <a:pt x="156" y="30"/>
                  <a:pt x="157" y="26"/>
                  <a:pt x="157" y="20"/>
                </a:cubicBezTo>
                <a:cubicBezTo>
                  <a:pt x="157" y="14"/>
                  <a:pt x="155" y="10"/>
                  <a:pt x="151" y="6"/>
                </a:cubicBezTo>
                <a:cubicBezTo>
                  <a:pt x="148" y="3"/>
                  <a:pt x="142" y="1"/>
                  <a:pt x="136" y="1"/>
                </a:cubicBezTo>
                <a:cubicBezTo>
                  <a:pt x="115" y="1"/>
                  <a:pt x="115" y="1"/>
                  <a:pt x="115" y="1"/>
                </a:cubicBezTo>
                <a:cubicBezTo>
                  <a:pt x="115" y="76"/>
                  <a:pt x="115" y="76"/>
                  <a:pt x="115" y="76"/>
                </a:cubicBezTo>
                <a:cubicBezTo>
                  <a:pt x="120" y="76"/>
                  <a:pt x="120" y="76"/>
                  <a:pt x="120" y="76"/>
                </a:cubicBezTo>
                <a:cubicBezTo>
                  <a:pt x="120" y="43"/>
                  <a:pt x="120" y="43"/>
                  <a:pt x="120" y="43"/>
                </a:cubicBezTo>
                <a:cubicBezTo>
                  <a:pt x="129" y="43"/>
                  <a:pt x="129" y="43"/>
                  <a:pt x="129" y="43"/>
                </a:cubicBezTo>
                <a:cubicBezTo>
                  <a:pt x="133" y="43"/>
                  <a:pt x="135" y="43"/>
                  <a:pt x="137" y="45"/>
                </a:cubicBezTo>
                <a:cubicBezTo>
                  <a:pt x="139" y="46"/>
                  <a:pt x="141" y="49"/>
                  <a:pt x="143" y="54"/>
                </a:cubicBezTo>
                <a:cubicBezTo>
                  <a:pt x="153" y="76"/>
                  <a:pt x="153" y="76"/>
                  <a:pt x="153" y="76"/>
                </a:cubicBezTo>
                <a:cubicBezTo>
                  <a:pt x="159" y="76"/>
                  <a:pt x="159" y="76"/>
                  <a:pt x="159" y="76"/>
                </a:cubicBezTo>
                <a:lnTo>
                  <a:pt x="148" y="52"/>
                </a:lnTo>
                <a:close/>
                <a:moveTo>
                  <a:pt x="133" y="38"/>
                </a:moveTo>
                <a:cubicBezTo>
                  <a:pt x="120" y="38"/>
                  <a:pt x="120" y="38"/>
                  <a:pt x="120" y="38"/>
                </a:cubicBezTo>
                <a:cubicBezTo>
                  <a:pt x="120" y="6"/>
                  <a:pt x="120" y="6"/>
                  <a:pt x="120" y="6"/>
                </a:cubicBezTo>
                <a:cubicBezTo>
                  <a:pt x="134" y="6"/>
                  <a:pt x="134" y="6"/>
                  <a:pt x="134" y="6"/>
                </a:cubicBezTo>
                <a:cubicBezTo>
                  <a:pt x="140" y="6"/>
                  <a:pt x="144" y="7"/>
                  <a:pt x="147" y="10"/>
                </a:cubicBezTo>
                <a:cubicBezTo>
                  <a:pt x="150" y="12"/>
                  <a:pt x="152" y="16"/>
                  <a:pt x="152" y="21"/>
                </a:cubicBezTo>
                <a:cubicBezTo>
                  <a:pt x="152" y="26"/>
                  <a:pt x="150" y="30"/>
                  <a:pt x="147" y="33"/>
                </a:cubicBezTo>
                <a:cubicBezTo>
                  <a:pt x="143" y="36"/>
                  <a:pt x="139" y="38"/>
                  <a:pt x="133" y="38"/>
                </a:cubicBezTo>
                <a:close/>
                <a:moveTo>
                  <a:pt x="175" y="76"/>
                </a:moveTo>
                <a:cubicBezTo>
                  <a:pt x="175" y="1"/>
                  <a:pt x="175" y="1"/>
                  <a:pt x="175" y="1"/>
                </a:cubicBezTo>
                <a:cubicBezTo>
                  <a:pt x="180" y="1"/>
                  <a:pt x="180" y="1"/>
                  <a:pt x="180" y="1"/>
                </a:cubicBezTo>
                <a:cubicBezTo>
                  <a:pt x="180" y="76"/>
                  <a:pt x="180" y="76"/>
                  <a:pt x="180" y="76"/>
                </a:cubicBezTo>
                <a:lnTo>
                  <a:pt x="175" y="76"/>
                </a:lnTo>
                <a:close/>
                <a:moveTo>
                  <a:pt x="264" y="76"/>
                </a:moveTo>
                <a:cubicBezTo>
                  <a:pt x="264" y="23"/>
                  <a:pt x="264" y="23"/>
                  <a:pt x="264" y="23"/>
                </a:cubicBezTo>
                <a:cubicBezTo>
                  <a:pt x="264" y="21"/>
                  <a:pt x="265" y="18"/>
                  <a:pt x="265" y="12"/>
                </a:cubicBezTo>
                <a:cubicBezTo>
                  <a:pt x="265" y="12"/>
                  <a:pt x="265" y="12"/>
                  <a:pt x="265" y="12"/>
                </a:cubicBezTo>
                <a:cubicBezTo>
                  <a:pt x="264" y="14"/>
                  <a:pt x="263" y="17"/>
                  <a:pt x="262" y="18"/>
                </a:cubicBezTo>
                <a:cubicBezTo>
                  <a:pt x="235" y="76"/>
                  <a:pt x="235" y="76"/>
                  <a:pt x="235" y="76"/>
                </a:cubicBezTo>
                <a:cubicBezTo>
                  <a:pt x="234" y="76"/>
                  <a:pt x="234" y="76"/>
                  <a:pt x="234" y="76"/>
                </a:cubicBezTo>
                <a:cubicBezTo>
                  <a:pt x="207" y="18"/>
                  <a:pt x="207" y="18"/>
                  <a:pt x="207" y="18"/>
                </a:cubicBezTo>
                <a:cubicBezTo>
                  <a:pt x="206" y="17"/>
                  <a:pt x="205" y="14"/>
                  <a:pt x="204" y="11"/>
                </a:cubicBezTo>
                <a:cubicBezTo>
                  <a:pt x="204" y="11"/>
                  <a:pt x="204" y="11"/>
                  <a:pt x="204" y="11"/>
                </a:cubicBezTo>
                <a:cubicBezTo>
                  <a:pt x="204" y="15"/>
                  <a:pt x="204" y="18"/>
                  <a:pt x="204" y="21"/>
                </a:cubicBezTo>
                <a:cubicBezTo>
                  <a:pt x="204" y="76"/>
                  <a:pt x="204" y="76"/>
                  <a:pt x="204" y="76"/>
                </a:cubicBezTo>
                <a:cubicBezTo>
                  <a:pt x="199" y="76"/>
                  <a:pt x="199" y="76"/>
                  <a:pt x="199" y="76"/>
                </a:cubicBezTo>
                <a:cubicBezTo>
                  <a:pt x="199" y="1"/>
                  <a:pt x="199" y="1"/>
                  <a:pt x="199" y="1"/>
                </a:cubicBezTo>
                <a:cubicBezTo>
                  <a:pt x="204" y="1"/>
                  <a:pt x="204" y="1"/>
                  <a:pt x="204" y="1"/>
                </a:cubicBezTo>
                <a:cubicBezTo>
                  <a:pt x="232" y="61"/>
                  <a:pt x="232" y="61"/>
                  <a:pt x="232" y="61"/>
                </a:cubicBezTo>
                <a:cubicBezTo>
                  <a:pt x="232" y="62"/>
                  <a:pt x="232" y="62"/>
                  <a:pt x="233" y="63"/>
                </a:cubicBezTo>
                <a:cubicBezTo>
                  <a:pt x="233" y="63"/>
                  <a:pt x="233" y="64"/>
                  <a:pt x="233" y="65"/>
                </a:cubicBezTo>
                <a:cubicBezTo>
                  <a:pt x="234" y="66"/>
                  <a:pt x="234" y="67"/>
                  <a:pt x="234" y="68"/>
                </a:cubicBezTo>
                <a:cubicBezTo>
                  <a:pt x="235" y="68"/>
                  <a:pt x="235" y="68"/>
                  <a:pt x="235" y="68"/>
                </a:cubicBezTo>
                <a:cubicBezTo>
                  <a:pt x="235" y="66"/>
                  <a:pt x="235" y="66"/>
                  <a:pt x="235" y="66"/>
                </a:cubicBezTo>
                <a:cubicBezTo>
                  <a:pt x="235" y="66"/>
                  <a:pt x="236" y="64"/>
                  <a:pt x="237" y="61"/>
                </a:cubicBezTo>
                <a:cubicBezTo>
                  <a:pt x="265" y="1"/>
                  <a:pt x="265" y="1"/>
                  <a:pt x="265" y="1"/>
                </a:cubicBezTo>
                <a:cubicBezTo>
                  <a:pt x="269" y="1"/>
                  <a:pt x="269" y="1"/>
                  <a:pt x="269" y="1"/>
                </a:cubicBezTo>
                <a:cubicBezTo>
                  <a:pt x="269" y="76"/>
                  <a:pt x="269" y="76"/>
                  <a:pt x="269" y="76"/>
                </a:cubicBezTo>
                <a:lnTo>
                  <a:pt x="264" y="76"/>
                </a:lnTo>
                <a:close/>
                <a:moveTo>
                  <a:pt x="316" y="1"/>
                </a:moveTo>
                <a:cubicBezTo>
                  <a:pt x="311" y="1"/>
                  <a:pt x="311" y="1"/>
                  <a:pt x="311" y="1"/>
                </a:cubicBezTo>
                <a:cubicBezTo>
                  <a:pt x="282" y="76"/>
                  <a:pt x="282" y="76"/>
                  <a:pt x="282" y="76"/>
                </a:cubicBezTo>
                <a:cubicBezTo>
                  <a:pt x="288" y="76"/>
                  <a:pt x="288" y="76"/>
                  <a:pt x="288" y="76"/>
                </a:cubicBezTo>
                <a:cubicBezTo>
                  <a:pt x="297" y="53"/>
                  <a:pt x="297" y="53"/>
                  <a:pt x="297" y="53"/>
                </a:cubicBezTo>
                <a:cubicBezTo>
                  <a:pt x="329" y="53"/>
                  <a:pt x="329" y="53"/>
                  <a:pt x="329" y="53"/>
                </a:cubicBezTo>
                <a:cubicBezTo>
                  <a:pt x="338" y="76"/>
                  <a:pt x="338" y="76"/>
                  <a:pt x="338" y="76"/>
                </a:cubicBezTo>
                <a:cubicBezTo>
                  <a:pt x="344" y="76"/>
                  <a:pt x="344" y="76"/>
                  <a:pt x="344" y="76"/>
                </a:cubicBezTo>
                <a:lnTo>
                  <a:pt x="316" y="1"/>
                </a:lnTo>
                <a:close/>
                <a:moveTo>
                  <a:pt x="298" y="48"/>
                </a:moveTo>
                <a:cubicBezTo>
                  <a:pt x="311" y="13"/>
                  <a:pt x="311" y="13"/>
                  <a:pt x="311" y="13"/>
                </a:cubicBezTo>
                <a:cubicBezTo>
                  <a:pt x="312" y="12"/>
                  <a:pt x="312" y="10"/>
                  <a:pt x="313" y="7"/>
                </a:cubicBezTo>
                <a:cubicBezTo>
                  <a:pt x="313" y="7"/>
                  <a:pt x="313" y="7"/>
                  <a:pt x="313" y="7"/>
                </a:cubicBezTo>
                <a:cubicBezTo>
                  <a:pt x="313" y="8"/>
                  <a:pt x="313" y="9"/>
                  <a:pt x="314" y="10"/>
                </a:cubicBezTo>
                <a:cubicBezTo>
                  <a:pt x="314" y="11"/>
                  <a:pt x="314" y="12"/>
                  <a:pt x="315" y="13"/>
                </a:cubicBezTo>
                <a:cubicBezTo>
                  <a:pt x="327" y="48"/>
                  <a:pt x="327" y="48"/>
                  <a:pt x="327" y="48"/>
                </a:cubicBezTo>
                <a:lnTo>
                  <a:pt x="298" y="48"/>
                </a:lnTo>
                <a:close/>
                <a:moveTo>
                  <a:pt x="425" y="76"/>
                </a:moveTo>
                <a:cubicBezTo>
                  <a:pt x="393" y="40"/>
                  <a:pt x="393" y="40"/>
                  <a:pt x="393" y="40"/>
                </a:cubicBezTo>
                <a:cubicBezTo>
                  <a:pt x="392" y="39"/>
                  <a:pt x="391" y="39"/>
                  <a:pt x="391" y="38"/>
                </a:cubicBezTo>
                <a:cubicBezTo>
                  <a:pt x="391" y="38"/>
                  <a:pt x="391" y="38"/>
                  <a:pt x="391" y="38"/>
                </a:cubicBezTo>
                <a:cubicBezTo>
                  <a:pt x="391" y="76"/>
                  <a:pt x="391" y="76"/>
                  <a:pt x="391" y="76"/>
                </a:cubicBezTo>
                <a:cubicBezTo>
                  <a:pt x="386" y="76"/>
                  <a:pt x="386" y="76"/>
                  <a:pt x="386" y="76"/>
                </a:cubicBezTo>
                <a:cubicBezTo>
                  <a:pt x="386" y="1"/>
                  <a:pt x="386" y="1"/>
                  <a:pt x="386" y="1"/>
                </a:cubicBezTo>
                <a:cubicBezTo>
                  <a:pt x="391" y="1"/>
                  <a:pt x="391" y="1"/>
                  <a:pt x="391" y="1"/>
                </a:cubicBezTo>
                <a:cubicBezTo>
                  <a:pt x="391" y="36"/>
                  <a:pt x="391" y="36"/>
                  <a:pt x="391" y="36"/>
                </a:cubicBezTo>
                <a:cubicBezTo>
                  <a:pt x="391" y="36"/>
                  <a:pt x="391" y="36"/>
                  <a:pt x="391" y="36"/>
                </a:cubicBezTo>
                <a:cubicBezTo>
                  <a:pt x="392" y="36"/>
                  <a:pt x="392" y="35"/>
                  <a:pt x="393" y="34"/>
                </a:cubicBezTo>
                <a:cubicBezTo>
                  <a:pt x="423" y="1"/>
                  <a:pt x="423" y="1"/>
                  <a:pt x="423" y="1"/>
                </a:cubicBezTo>
                <a:cubicBezTo>
                  <a:pt x="430" y="1"/>
                  <a:pt x="430" y="1"/>
                  <a:pt x="430" y="1"/>
                </a:cubicBezTo>
                <a:cubicBezTo>
                  <a:pt x="397" y="37"/>
                  <a:pt x="397" y="37"/>
                  <a:pt x="397" y="37"/>
                </a:cubicBezTo>
                <a:cubicBezTo>
                  <a:pt x="432" y="76"/>
                  <a:pt x="432" y="76"/>
                  <a:pt x="432" y="76"/>
                </a:cubicBezTo>
                <a:lnTo>
                  <a:pt x="425" y="76"/>
                </a:lnTo>
                <a:close/>
                <a:moveTo>
                  <a:pt x="469" y="1"/>
                </a:moveTo>
                <a:cubicBezTo>
                  <a:pt x="464" y="1"/>
                  <a:pt x="464" y="1"/>
                  <a:pt x="464" y="1"/>
                </a:cubicBezTo>
                <a:cubicBezTo>
                  <a:pt x="436" y="76"/>
                  <a:pt x="436" y="76"/>
                  <a:pt x="436" y="76"/>
                </a:cubicBezTo>
                <a:cubicBezTo>
                  <a:pt x="442" y="76"/>
                  <a:pt x="442" y="76"/>
                  <a:pt x="442" y="76"/>
                </a:cubicBezTo>
                <a:cubicBezTo>
                  <a:pt x="450" y="53"/>
                  <a:pt x="450" y="53"/>
                  <a:pt x="450" y="53"/>
                </a:cubicBezTo>
                <a:cubicBezTo>
                  <a:pt x="483" y="53"/>
                  <a:pt x="483" y="53"/>
                  <a:pt x="483" y="53"/>
                </a:cubicBezTo>
                <a:cubicBezTo>
                  <a:pt x="492" y="76"/>
                  <a:pt x="492" y="76"/>
                  <a:pt x="492" y="76"/>
                </a:cubicBezTo>
                <a:cubicBezTo>
                  <a:pt x="497" y="76"/>
                  <a:pt x="497" y="76"/>
                  <a:pt x="497" y="76"/>
                </a:cubicBezTo>
                <a:lnTo>
                  <a:pt x="469" y="1"/>
                </a:lnTo>
                <a:close/>
                <a:moveTo>
                  <a:pt x="452" y="48"/>
                </a:moveTo>
                <a:cubicBezTo>
                  <a:pt x="465" y="13"/>
                  <a:pt x="465" y="13"/>
                  <a:pt x="465" y="13"/>
                </a:cubicBezTo>
                <a:cubicBezTo>
                  <a:pt x="465" y="12"/>
                  <a:pt x="466" y="10"/>
                  <a:pt x="467" y="7"/>
                </a:cubicBezTo>
                <a:cubicBezTo>
                  <a:pt x="467" y="7"/>
                  <a:pt x="467" y="7"/>
                  <a:pt x="467" y="7"/>
                </a:cubicBezTo>
                <a:cubicBezTo>
                  <a:pt x="467" y="8"/>
                  <a:pt x="467" y="9"/>
                  <a:pt x="468" y="10"/>
                </a:cubicBezTo>
                <a:cubicBezTo>
                  <a:pt x="468" y="11"/>
                  <a:pt x="468" y="12"/>
                  <a:pt x="468" y="13"/>
                </a:cubicBezTo>
                <a:cubicBezTo>
                  <a:pt x="481" y="48"/>
                  <a:pt x="481" y="48"/>
                  <a:pt x="481" y="48"/>
                </a:cubicBezTo>
                <a:lnTo>
                  <a:pt x="452" y="48"/>
                </a:lnTo>
                <a:close/>
                <a:moveTo>
                  <a:pt x="508" y="73"/>
                </a:moveTo>
                <a:cubicBezTo>
                  <a:pt x="508" y="67"/>
                  <a:pt x="508" y="67"/>
                  <a:pt x="508" y="67"/>
                </a:cubicBezTo>
                <a:cubicBezTo>
                  <a:pt x="513" y="71"/>
                  <a:pt x="519" y="73"/>
                  <a:pt x="524" y="73"/>
                </a:cubicBezTo>
                <a:cubicBezTo>
                  <a:pt x="530" y="73"/>
                  <a:pt x="535" y="71"/>
                  <a:pt x="538" y="69"/>
                </a:cubicBezTo>
                <a:cubicBezTo>
                  <a:pt x="541" y="67"/>
                  <a:pt x="542" y="63"/>
                  <a:pt x="542" y="59"/>
                </a:cubicBezTo>
                <a:cubicBezTo>
                  <a:pt x="542" y="55"/>
                  <a:pt x="541" y="52"/>
                  <a:pt x="539" y="50"/>
                </a:cubicBezTo>
                <a:cubicBezTo>
                  <a:pt x="537" y="47"/>
                  <a:pt x="533" y="44"/>
                  <a:pt x="526" y="40"/>
                </a:cubicBezTo>
                <a:cubicBezTo>
                  <a:pt x="518" y="36"/>
                  <a:pt x="513" y="32"/>
                  <a:pt x="511" y="29"/>
                </a:cubicBezTo>
                <a:cubicBezTo>
                  <a:pt x="509" y="26"/>
                  <a:pt x="508" y="23"/>
                  <a:pt x="508" y="19"/>
                </a:cubicBezTo>
                <a:cubicBezTo>
                  <a:pt x="508" y="13"/>
                  <a:pt x="510" y="9"/>
                  <a:pt x="514" y="5"/>
                </a:cubicBezTo>
                <a:cubicBezTo>
                  <a:pt x="519" y="1"/>
                  <a:pt x="524" y="0"/>
                  <a:pt x="531" y="0"/>
                </a:cubicBezTo>
                <a:cubicBezTo>
                  <a:pt x="535" y="0"/>
                  <a:pt x="540" y="0"/>
                  <a:pt x="544" y="2"/>
                </a:cubicBezTo>
                <a:cubicBezTo>
                  <a:pt x="544" y="7"/>
                  <a:pt x="544" y="7"/>
                  <a:pt x="544" y="7"/>
                </a:cubicBezTo>
                <a:cubicBezTo>
                  <a:pt x="540" y="5"/>
                  <a:pt x="535" y="4"/>
                  <a:pt x="530" y="4"/>
                </a:cubicBezTo>
                <a:cubicBezTo>
                  <a:pt x="525" y="4"/>
                  <a:pt x="521" y="6"/>
                  <a:pt x="518" y="8"/>
                </a:cubicBezTo>
                <a:cubicBezTo>
                  <a:pt x="515" y="11"/>
                  <a:pt x="514" y="14"/>
                  <a:pt x="514" y="18"/>
                </a:cubicBezTo>
                <a:cubicBezTo>
                  <a:pt x="514" y="22"/>
                  <a:pt x="515" y="25"/>
                  <a:pt x="517" y="27"/>
                </a:cubicBezTo>
                <a:cubicBezTo>
                  <a:pt x="519" y="29"/>
                  <a:pt x="523" y="33"/>
                  <a:pt x="530" y="36"/>
                </a:cubicBezTo>
                <a:cubicBezTo>
                  <a:pt x="537" y="40"/>
                  <a:pt x="542" y="44"/>
                  <a:pt x="544" y="47"/>
                </a:cubicBezTo>
                <a:cubicBezTo>
                  <a:pt x="546" y="50"/>
                  <a:pt x="547" y="54"/>
                  <a:pt x="547" y="58"/>
                </a:cubicBezTo>
                <a:cubicBezTo>
                  <a:pt x="547" y="64"/>
                  <a:pt x="545" y="68"/>
                  <a:pt x="541" y="72"/>
                </a:cubicBezTo>
                <a:cubicBezTo>
                  <a:pt x="537" y="76"/>
                  <a:pt x="532" y="77"/>
                  <a:pt x="524" y="77"/>
                </a:cubicBezTo>
                <a:cubicBezTo>
                  <a:pt x="522" y="77"/>
                  <a:pt x="519" y="77"/>
                  <a:pt x="516" y="76"/>
                </a:cubicBezTo>
                <a:cubicBezTo>
                  <a:pt x="512" y="75"/>
                  <a:pt x="510" y="74"/>
                  <a:pt x="508" y="73"/>
                </a:cubicBezTo>
                <a:close/>
                <a:moveTo>
                  <a:pt x="564" y="76"/>
                </a:moveTo>
                <a:cubicBezTo>
                  <a:pt x="564" y="1"/>
                  <a:pt x="564" y="1"/>
                  <a:pt x="564" y="1"/>
                </a:cubicBezTo>
                <a:cubicBezTo>
                  <a:pt x="569" y="1"/>
                  <a:pt x="569" y="1"/>
                  <a:pt x="569" y="1"/>
                </a:cubicBezTo>
                <a:cubicBezTo>
                  <a:pt x="569" y="76"/>
                  <a:pt x="569" y="76"/>
                  <a:pt x="569" y="76"/>
                </a:cubicBezTo>
                <a:lnTo>
                  <a:pt x="564" y="76"/>
                </a:lnTo>
                <a:close/>
                <a:moveTo>
                  <a:pt x="636" y="76"/>
                </a:moveTo>
                <a:cubicBezTo>
                  <a:pt x="636" y="40"/>
                  <a:pt x="636" y="40"/>
                  <a:pt x="636" y="40"/>
                </a:cubicBezTo>
                <a:cubicBezTo>
                  <a:pt x="593" y="40"/>
                  <a:pt x="593" y="40"/>
                  <a:pt x="593" y="40"/>
                </a:cubicBezTo>
                <a:cubicBezTo>
                  <a:pt x="593" y="76"/>
                  <a:pt x="593" y="76"/>
                  <a:pt x="593" y="76"/>
                </a:cubicBezTo>
                <a:cubicBezTo>
                  <a:pt x="588" y="76"/>
                  <a:pt x="588" y="76"/>
                  <a:pt x="588" y="76"/>
                </a:cubicBezTo>
                <a:cubicBezTo>
                  <a:pt x="588" y="1"/>
                  <a:pt x="588" y="1"/>
                  <a:pt x="588" y="1"/>
                </a:cubicBezTo>
                <a:cubicBezTo>
                  <a:pt x="593" y="1"/>
                  <a:pt x="593" y="1"/>
                  <a:pt x="593" y="1"/>
                </a:cubicBezTo>
                <a:cubicBezTo>
                  <a:pt x="593" y="35"/>
                  <a:pt x="593" y="35"/>
                  <a:pt x="593" y="35"/>
                </a:cubicBezTo>
                <a:cubicBezTo>
                  <a:pt x="636" y="35"/>
                  <a:pt x="636" y="35"/>
                  <a:pt x="636" y="35"/>
                </a:cubicBezTo>
                <a:cubicBezTo>
                  <a:pt x="636" y="1"/>
                  <a:pt x="636" y="1"/>
                  <a:pt x="636" y="1"/>
                </a:cubicBezTo>
                <a:cubicBezTo>
                  <a:pt x="642" y="1"/>
                  <a:pt x="642" y="1"/>
                  <a:pt x="642" y="1"/>
                </a:cubicBezTo>
                <a:cubicBezTo>
                  <a:pt x="642" y="76"/>
                  <a:pt x="642" y="76"/>
                  <a:pt x="642" y="76"/>
                </a:cubicBezTo>
                <a:lnTo>
                  <a:pt x="636" y="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19" name="Freeform 233">
            <a:extLst>
              <a:ext uri="{FF2B5EF4-FFF2-40B4-BE49-F238E27FC236}">
                <a16:creationId xmlns:a16="http://schemas.microsoft.com/office/drawing/2014/main" id="{FFBA04E6-AE57-73C1-6C8A-3F044E2B2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7020893" y="4999159"/>
            <a:ext cx="1408983" cy="237614"/>
          </a:xfrm>
          <a:custGeom>
            <a:avLst/>
            <a:gdLst>
              <a:gd name="T0" fmla="*/ 53 w 464"/>
              <a:gd name="T1" fmla="*/ 9 h 78"/>
              <a:gd name="T2" fmla="*/ 51 w 464"/>
              <a:gd name="T3" fmla="*/ 14 h 78"/>
              <a:gd name="T4" fmla="*/ 7 w 464"/>
              <a:gd name="T5" fmla="*/ 15 h 78"/>
              <a:gd name="T6" fmla="*/ 5 w 464"/>
              <a:gd name="T7" fmla="*/ 13 h 78"/>
              <a:gd name="T8" fmla="*/ 0 w 464"/>
              <a:gd name="T9" fmla="*/ 60 h 78"/>
              <a:gd name="T10" fmla="*/ 27 w 464"/>
              <a:gd name="T11" fmla="*/ 45 h 78"/>
              <a:gd name="T12" fmla="*/ 29 w 464"/>
              <a:gd name="T13" fmla="*/ 51 h 78"/>
              <a:gd name="T14" fmla="*/ 52 w 464"/>
              <a:gd name="T15" fmla="*/ 1 h 78"/>
              <a:gd name="T16" fmla="*/ 53 w 464"/>
              <a:gd name="T17" fmla="*/ 60 h 78"/>
              <a:gd name="T18" fmla="*/ 73 w 464"/>
              <a:gd name="T19" fmla="*/ 37 h 78"/>
              <a:gd name="T20" fmla="*/ 78 w 464"/>
              <a:gd name="T21" fmla="*/ 37 h 78"/>
              <a:gd name="T22" fmla="*/ 110 w 464"/>
              <a:gd name="T23" fmla="*/ 37 h 78"/>
              <a:gd name="T24" fmla="*/ 115 w 464"/>
              <a:gd name="T25" fmla="*/ 36 h 78"/>
              <a:gd name="T26" fmla="*/ 135 w 464"/>
              <a:gd name="T27" fmla="*/ 1 h 78"/>
              <a:gd name="T28" fmla="*/ 159 w 464"/>
              <a:gd name="T29" fmla="*/ 60 h 78"/>
              <a:gd name="T30" fmla="*/ 182 w 464"/>
              <a:gd name="T31" fmla="*/ 60 h 78"/>
              <a:gd name="T32" fmla="*/ 159 w 464"/>
              <a:gd name="T33" fmla="*/ 6 h 78"/>
              <a:gd name="T34" fmla="*/ 199 w 464"/>
              <a:gd name="T35" fmla="*/ 6 h 78"/>
              <a:gd name="T36" fmla="*/ 178 w 464"/>
              <a:gd name="T37" fmla="*/ 78 h 78"/>
              <a:gd name="T38" fmla="*/ 178 w 464"/>
              <a:gd name="T39" fmla="*/ 75 h 78"/>
              <a:gd name="T40" fmla="*/ 178 w 464"/>
              <a:gd name="T41" fmla="*/ 68 h 78"/>
              <a:gd name="T42" fmla="*/ 180 w 464"/>
              <a:gd name="T43" fmla="*/ 60 h 78"/>
              <a:gd name="T44" fmla="*/ 189 w 464"/>
              <a:gd name="T45" fmla="*/ 71 h 78"/>
              <a:gd name="T46" fmla="*/ 208 w 464"/>
              <a:gd name="T47" fmla="*/ 37 h 78"/>
              <a:gd name="T48" fmla="*/ 213 w 464"/>
              <a:gd name="T49" fmla="*/ 37 h 78"/>
              <a:gd name="T50" fmla="*/ 245 w 464"/>
              <a:gd name="T51" fmla="*/ 37 h 78"/>
              <a:gd name="T52" fmla="*/ 250 w 464"/>
              <a:gd name="T53" fmla="*/ 36 h 78"/>
              <a:gd name="T54" fmla="*/ 318 w 464"/>
              <a:gd name="T55" fmla="*/ 9 h 78"/>
              <a:gd name="T56" fmla="*/ 316 w 464"/>
              <a:gd name="T57" fmla="*/ 14 h 78"/>
              <a:gd name="T58" fmla="*/ 272 w 464"/>
              <a:gd name="T59" fmla="*/ 15 h 78"/>
              <a:gd name="T60" fmla="*/ 270 w 464"/>
              <a:gd name="T61" fmla="*/ 13 h 78"/>
              <a:gd name="T62" fmla="*/ 265 w 464"/>
              <a:gd name="T63" fmla="*/ 60 h 78"/>
              <a:gd name="T64" fmla="*/ 292 w 464"/>
              <a:gd name="T65" fmla="*/ 45 h 78"/>
              <a:gd name="T66" fmla="*/ 294 w 464"/>
              <a:gd name="T67" fmla="*/ 51 h 78"/>
              <a:gd name="T68" fmla="*/ 317 w 464"/>
              <a:gd name="T69" fmla="*/ 1 h 78"/>
              <a:gd name="T70" fmla="*/ 317 w 464"/>
              <a:gd name="T71" fmla="*/ 60 h 78"/>
              <a:gd name="T72" fmla="*/ 367 w 464"/>
              <a:gd name="T73" fmla="*/ 1 h 78"/>
              <a:gd name="T74" fmla="*/ 344 w 464"/>
              <a:gd name="T75" fmla="*/ 27 h 78"/>
              <a:gd name="T76" fmla="*/ 344 w 464"/>
              <a:gd name="T77" fmla="*/ 32 h 78"/>
              <a:gd name="T78" fmla="*/ 368 w 464"/>
              <a:gd name="T79" fmla="*/ 60 h 78"/>
              <a:gd name="T80" fmla="*/ 382 w 464"/>
              <a:gd name="T81" fmla="*/ 53 h 78"/>
              <a:gd name="T82" fmla="*/ 393 w 464"/>
              <a:gd name="T83" fmla="*/ 56 h 78"/>
              <a:gd name="T84" fmla="*/ 406 w 464"/>
              <a:gd name="T85" fmla="*/ 42 h 78"/>
              <a:gd name="T86" fmla="*/ 393 w 464"/>
              <a:gd name="T87" fmla="*/ 32 h 78"/>
              <a:gd name="T88" fmla="*/ 380 w 464"/>
              <a:gd name="T89" fmla="*/ 20 h 78"/>
              <a:gd name="T90" fmla="*/ 384 w 464"/>
              <a:gd name="T91" fmla="*/ 4 h 78"/>
              <a:gd name="T92" fmla="*/ 410 w 464"/>
              <a:gd name="T93" fmla="*/ 2 h 78"/>
              <a:gd name="T94" fmla="*/ 392 w 464"/>
              <a:gd name="T95" fmla="*/ 5 h 78"/>
              <a:gd name="T96" fmla="*/ 384 w 464"/>
              <a:gd name="T97" fmla="*/ 15 h 78"/>
              <a:gd name="T98" fmla="*/ 391 w 464"/>
              <a:gd name="T99" fmla="*/ 25 h 78"/>
              <a:gd name="T100" fmla="*/ 408 w 464"/>
              <a:gd name="T101" fmla="*/ 36 h 78"/>
              <a:gd name="T102" fmla="*/ 411 w 464"/>
              <a:gd name="T103" fmla="*/ 52 h 78"/>
              <a:gd name="T104" fmla="*/ 393 w 464"/>
              <a:gd name="T105" fmla="*/ 61 h 78"/>
              <a:gd name="T106" fmla="*/ 381 w 464"/>
              <a:gd name="T107" fmla="*/ 59 h 78"/>
              <a:gd name="T108" fmla="*/ 464 w 464"/>
              <a:gd name="T109" fmla="*/ 58 h 78"/>
              <a:gd name="T110" fmla="*/ 428 w 464"/>
              <a:gd name="T111" fmla="*/ 53 h 78"/>
              <a:gd name="T112" fmla="*/ 423 w 464"/>
              <a:gd name="T113" fmla="*/ 19 h 78"/>
              <a:gd name="T114" fmla="*/ 451 w 464"/>
              <a:gd name="T115" fmla="*/ 0 h 78"/>
              <a:gd name="T116" fmla="*/ 451 w 464"/>
              <a:gd name="T117" fmla="*/ 5 h 78"/>
              <a:gd name="T118" fmla="*/ 428 w 464"/>
              <a:gd name="T119" fmla="*/ 21 h 78"/>
              <a:gd name="T120" fmla="*/ 432 w 464"/>
              <a:gd name="T121" fmla="*/ 49 h 78"/>
              <a:gd name="T122" fmla="*/ 464 w 464"/>
              <a:gd name="T123" fmla="*/ 52 h 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64" h="78">
                <a:moveTo>
                  <a:pt x="53" y="60"/>
                </a:moveTo>
                <a:cubicBezTo>
                  <a:pt x="53" y="19"/>
                  <a:pt x="53" y="19"/>
                  <a:pt x="53" y="19"/>
                </a:cubicBezTo>
                <a:cubicBezTo>
                  <a:pt x="53" y="17"/>
                  <a:pt x="53" y="14"/>
                  <a:pt x="53" y="9"/>
                </a:cubicBezTo>
                <a:cubicBezTo>
                  <a:pt x="53" y="9"/>
                  <a:pt x="53" y="9"/>
                  <a:pt x="53" y="9"/>
                </a:cubicBezTo>
                <a:cubicBezTo>
                  <a:pt x="53" y="10"/>
                  <a:pt x="52" y="11"/>
                  <a:pt x="52" y="12"/>
                </a:cubicBezTo>
                <a:cubicBezTo>
                  <a:pt x="52" y="13"/>
                  <a:pt x="51" y="14"/>
                  <a:pt x="51" y="14"/>
                </a:cubicBezTo>
                <a:cubicBezTo>
                  <a:pt x="30" y="60"/>
                  <a:pt x="30" y="60"/>
                  <a:pt x="30" y="60"/>
                </a:cubicBezTo>
                <a:cubicBezTo>
                  <a:pt x="28" y="60"/>
                  <a:pt x="28" y="60"/>
                  <a:pt x="28" y="60"/>
                </a:cubicBezTo>
                <a:cubicBezTo>
                  <a:pt x="7" y="15"/>
                  <a:pt x="7" y="15"/>
                  <a:pt x="7" y="15"/>
                </a:cubicBezTo>
                <a:cubicBezTo>
                  <a:pt x="7" y="13"/>
                  <a:pt x="6" y="11"/>
                  <a:pt x="5" y="9"/>
                </a:cubicBezTo>
                <a:cubicBezTo>
                  <a:pt x="5" y="9"/>
                  <a:pt x="5" y="9"/>
                  <a:pt x="5" y="9"/>
                </a:cubicBezTo>
                <a:cubicBezTo>
                  <a:pt x="5" y="10"/>
                  <a:pt x="5" y="12"/>
                  <a:pt x="5" y="13"/>
                </a:cubicBezTo>
                <a:cubicBezTo>
                  <a:pt x="6" y="15"/>
                  <a:pt x="6" y="17"/>
                  <a:pt x="6" y="19"/>
                </a:cubicBezTo>
                <a:cubicBezTo>
                  <a:pt x="6" y="60"/>
                  <a:pt x="6" y="60"/>
                  <a:pt x="6" y="60"/>
                </a:cubicBezTo>
                <a:cubicBezTo>
                  <a:pt x="0" y="60"/>
                  <a:pt x="0" y="60"/>
                  <a:pt x="0" y="60"/>
                </a:cubicBezTo>
                <a:cubicBezTo>
                  <a:pt x="0" y="1"/>
                  <a:pt x="0" y="1"/>
                  <a:pt x="0" y="1"/>
                </a:cubicBezTo>
                <a:cubicBezTo>
                  <a:pt x="7" y="1"/>
                  <a:pt x="7" y="1"/>
                  <a:pt x="7" y="1"/>
                </a:cubicBezTo>
                <a:cubicBezTo>
                  <a:pt x="27" y="45"/>
                  <a:pt x="27" y="45"/>
                  <a:pt x="27" y="45"/>
                </a:cubicBezTo>
                <a:cubicBezTo>
                  <a:pt x="27" y="46"/>
                  <a:pt x="28" y="47"/>
                  <a:pt x="28" y="48"/>
                </a:cubicBezTo>
                <a:cubicBezTo>
                  <a:pt x="28" y="49"/>
                  <a:pt x="29" y="50"/>
                  <a:pt x="29" y="51"/>
                </a:cubicBezTo>
                <a:cubicBezTo>
                  <a:pt x="29" y="51"/>
                  <a:pt x="29" y="51"/>
                  <a:pt x="29" y="51"/>
                </a:cubicBezTo>
                <a:cubicBezTo>
                  <a:pt x="30" y="50"/>
                  <a:pt x="30" y="49"/>
                  <a:pt x="30" y="48"/>
                </a:cubicBezTo>
                <a:cubicBezTo>
                  <a:pt x="31" y="47"/>
                  <a:pt x="31" y="46"/>
                  <a:pt x="32" y="45"/>
                </a:cubicBezTo>
                <a:cubicBezTo>
                  <a:pt x="52" y="1"/>
                  <a:pt x="52" y="1"/>
                  <a:pt x="52" y="1"/>
                </a:cubicBezTo>
                <a:cubicBezTo>
                  <a:pt x="58" y="1"/>
                  <a:pt x="58" y="1"/>
                  <a:pt x="58" y="1"/>
                </a:cubicBezTo>
                <a:cubicBezTo>
                  <a:pt x="58" y="60"/>
                  <a:pt x="58" y="60"/>
                  <a:pt x="58" y="60"/>
                </a:cubicBezTo>
                <a:lnTo>
                  <a:pt x="53" y="60"/>
                </a:lnTo>
                <a:close/>
                <a:moveTo>
                  <a:pt x="115" y="36"/>
                </a:moveTo>
                <a:cubicBezTo>
                  <a:pt x="115" y="53"/>
                  <a:pt x="108" y="61"/>
                  <a:pt x="94" y="61"/>
                </a:cubicBezTo>
                <a:cubicBezTo>
                  <a:pt x="80" y="61"/>
                  <a:pt x="73" y="53"/>
                  <a:pt x="73" y="37"/>
                </a:cubicBezTo>
                <a:cubicBezTo>
                  <a:pt x="73" y="1"/>
                  <a:pt x="73" y="1"/>
                  <a:pt x="73" y="1"/>
                </a:cubicBezTo>
                <a:cubicBezTo>
                  <a:pt x="78" y="1"/>
                  <a:pt x="78" y="1"/>
                  <a:pt x="78" y="1"/>
                </a:cubicBezTo>
                <a:cubicBezTo>
                  <a:pt x="78" y="37"/>
                  <a:pt x="78" y="37"/>
                  <a:pt x="78" y="37"/>
                </a:cubicBezTo>
                <a:cubicBezTo>
                  <a:pt x="78" y="43"/>
                  <a:pt x="80" y="48"/>
                  <a:pt x="82" y="51"/>
                </a:cubicBezTo>
                <a:cubicBezTo>
                  <a:pt x="85" y="54"/>
                  <a:pt x="89" y="56"/>
                  <a:pt x="94" y="56"/>
                </a:cubicBezTo>
                <a:cubicBezTo>
                  <a:pt x="105" y="56"/>
                  <a:pt x="110" y="50"/>
                  <a:pt x="110" y="37"/>
                </a:cubicBezTo>
                <a:cubicBezTo>
                  <a:pt x="110" y="1"/>
                  <a:pt x="110" y="1"/>
                  <a:pt x="110" y="1"/>
                </a:cubicBezTo>
                <a:cubicBezTo>
                  <a:pt x="115" y="1"/>
                  <a:pt x="115" y="1"/>
                  <a:pt x="115" y="1"/>
                </a:cubicBezTo>
                <a:lnTo>
                  <a:pt x="115" y="36"/>
                </a:lnTo>
                <a:close/>
                <a:moveTo>
                  <a:pt x="130" y="60"/>
                </a:moveTo>
                <a:cubicBezTo>
                  <a:pt x="130" y="1"/>
                  <a:pt x="130" y="1"/>
                  <a:pt x="130" y="1"/>
                </a:cubicBezTo>
                <a:cubicBezTo>
                  <a:pt x="135" y="1"/>
                  <a:pt x="135" y="1"/>
                  <a:pt x="135" y="1"/>
                </a:cubicBezTo>
                <a:cubicBezTo>
                  <a:pt x="135" y="55"/>
                  <a:pt x="135" y="55"/>
                  <a:pt x="135" y="55"/>
                </a:cubicBezTo>
                <a:cubicBezTo>
                  <a:pt x="159" y="55"/>
                  <a:pt x="159" y="55"/>
                  <a:pt x="159" y="55"/>
                </a:cubicBezTo>
                <a:cubicBezTo>
                  <a:pt x="159" y="60"/>
                  <a:pt x="159" y="60"/>
                  <a:pt x="159" y="60"/>
                </a:cubicBezTo>
                <a:lnTo>
                  <a:pt x="130" y="60"/>
                </a:lnTo>
                <a:close/>
                <a:moveTo>
                  <a:pt x="182" y="6"/>
                </a:moveTo>
                <a:cubicBezTo>
                  <a:pt x="182" y="60"/>
                  <a:pt x="182" y="60"/>
                  <a:pt x="182" y="60"/>
                </a:cubicBezTo>
                <a:cubicBezTo>
                  <a:pt x="176" y="60"/>
                  <a:pt x="176" y="60"/>
                  <a:pt x="176" y="60"/>
                </a:cubicBezTo>
                <a:cubicBezTo>
                  <a:pt x="176" y="6"/>
                  <a:pt x="176" y="6"/>
                  <a:pt x="176" y="6"/>
                </a:cubicBezTo>
                <a:cubicBezTo>
                  <a:pt x="159" y="6"/>
                  <a:pt x="159" y="6"/>
                  <a:pt x="159" y="6"/>
                </a:cubicBezTo>
                <a:cubicBezTo>
                  <a:pt x="159" y="1"/>
                  <a:pt x="159" y="1"/>
                  <a:pt x="159" y="1"/>
                </a:cubicBezTo>
                <a:cubicBezTo>
                  <a:pt x="199" y="1"/>
                  <a:pt x="199" y="1"/>
                  <a:pt x="199" y="1"/>
                </a:cubicBezTo>
                <a:cubicBezTo>
                  <a:pt x="199" y="6"/>
                  <a:pt x="199" y="6"/>
                  <a:pt x="199" y="6"/>
                </a:cubicBezTo>
                <a:lnTo>
                  <a:pt x="182" y="6"/>
                </a:lnTo>
                <a:close/>
                <a:moveTo>
                  <a:pt x="189" y="71"/>
                </a:moveTo>
                <a:cubicBezTo>
                  <a:pt x="189" y="76"/>
                  <a:pt x="185" y="78"/>
                  <a:pt x="178" y="78"/>
                </a:cubicBezTo>
                <a:cubicBezTo>
                  <a:pt x="177" y="78"/>
                  <a:pt x="176" y="78"/>
                  <a:pt x="175" y="78"/>
                </a:cubicBezTo>
                <a:cubicBezTo>
                  <a:pt x="175" y="74"/>
                  <a:pt x="175" y="74"/>
                  <a:pt x="175" y="74"/>
                </a:cubicBezTo>
                <a:cubicBezTo>
                  <a:pt x="176" y="75"/>
                  <a:pt x="177" y="75"/>
                  <a:pt x="178" y="75"/>
                </a:cubicBezTo>
                <a:cubicBezTo>
                  <a:pt x="182" y="75"/>
                  <a:pt x="184" y="73"/>
                  <a:pt x="184" y="71"/>
                </a:cubicBezTo>
                <a:cubicBezTo>
                  <a:pt x="184" y="69"/>
                  <a:pt x="182" y="67"/>
                  <a:pt x="179" y="67"/>
                </a:cubicBezTo>
                <a:cubicBezTo>
                  <a:pt x="178" y="67"/>
                  <a:pt x="178" y="67"/>
                  <a:pt x="178" y="68"/>
                </a:cubicBezTo>
                <a:cubicBezTo>
                  <a:pt x="177" y="68"/>
                  <a:pt x="177" y="68"/>
                  <a:pt x="176" y="68"/>
                </a:cubicBezTo>
                <a:cubicBezTo>
                  <a:pt x="176" y="60"/>
                  <a:pt x="176" y="60"/>
                  <a:pt x="176" y="60"/>
                </a:cubicBezTo>
                <a:cubicBezTo>
                  <a:pt x="180" y="60"/>
                  <a:pt x="180" y="60"/>
                  <a:pt x="180" y="60"/>
                </a:cubicBezTo>
                <a:cubicBezTo>
                  <a:pt x="180" y="65"/>
                  <a:pt x="180" y="65"/>
                  <a:pt x="180" y="65"/>
                </a:cubicBezTo>
                <a:cubicBezTo>
                  <a:pt x="183" y="65"/>
                  <a:pt x="185" y="65"/>
                  <a:pt x="187" y="66"/>
                </a:cubicBezTo>
                <a:cubicBezTo>
                  <a:pt x="188" y="67"/>
                  <a:pt x="189" y="69"/>
                  <a:pt x="189" y="71"/>
                </a:cubicBezTo>
                <a:close/>
                <a:moveTo>
                  <a:pt x="250" y="36"/>
                </a:moveTo>
                <a:cubicBezTo>
                  <a:pt x="250" y="53"/>
                  <a:pt x="243" y="61"/>
                  <a:pt x="229" y="61"/>
                </a:cubicBezTo>
                <a:cubicBezTo>
                  <a:pt x="215" y="61"/>
                  <a:pt x="208" y="53"/>
                  <a:pt x="208" y="37"/>
                </a:cubicBezTo>
                <a:cubicBezTo>
                  <a:pt x="208" y="1"/>
                  <a:pt x="208" y="1"/>
                  <a:pt x="208" y="1"/>
                </a:cubicBezTo>
                <a:cubicBezTo>
                  <a:pt x="213" y="1"/>
                  <a:pt x="213" y="1"/>
                  <a:pt x="213" y="1"/>
                </a:cubicBezTo>
                <a:cubicBezTo>
                  <a:pt x="213" y="37"/>
                  <a:pt x="213" y="37"/>
                  <a:pt x="213" y="37"/>
                </a:cubicBezTo>
                <a:cubicBezTo>
                  <a:pt x="213" y="43"/>
                  <a:pt x="215" y="48"/>
                  <a:pt x="217" y="51"/>
                </a:cubicBezTo>
                <a:cubicBezTo>
                  <a:pt x="220" y="54"/>
                  <a:pt x="224" y="56"/>
                  <a:pt x="229" y="56"/>
                </a:cubicBezTo>
                <a:cubicBezTo>
                  <a:pt x="240" y="56"/>
                  <a:pt x="245" y="50"/>
                  <a:pt x="245" y="37"/>
                </a:cubicBezTo>
                <a:cubicBezTo>
                  <a:pt x="245" y="1"/>
                  <a:pt x="245" y="1"/>
                  <a:pt x="245" y="1"/>
                </a:cubicBezTo>
                <a:cubicBezTo>
                  <a:pt x="250" y="1"/>
                  <a:pt x="250" y="1"/>
                  <a:pt x="250" y="1"/>
                </a:cubicBezTo>
                <a:lnTo>
                  <a:pt x="250" y="36"/>
                </a:lnTo>
                <a:close/>
                <a:moveTo>
                  <a:pt x="317" y="60"/>
                </a:moveTo>
                <a:cubicBezTo>
                  <a:pt x="317" y="19"/>
                  <a:pt x="317" y="19"/>
                  <a:pt x="317" y="19"/>
                </a:cubicBezTo>
                <a:cubicBezTo>
                  <a:pt x="317" y="17"/>
                  <a:pt x="318" y="14"/>
                  <a:pt x="318" y="9"/>
                </a:cubicBezTo>
                <a:cubicBezTo>
                  <a:pt x="318" y="9"/>
                  <a:pt x="318" y="9"/>
                  <a:pt x="318" y="9"/>
                </a:cubicBezTo>
                <a:cubicBezTo>
                  <a:pt x="317" y="10"/>
                  <a:pt x="317" y="11"/>
                  <a:pt x="317" y="12"/>
                </a:cubicBezTo>
                <a:cubicBezTo>
                  <a:pt x="316" y="13"/>
                  <a:pt x="316" y="14"/>
                  <a:pt x="316" y="14"/>
                </a:cubicBezTo>
                <a:cubicBezTo>
                  <a:pt x="295" y="60"/>
                  <a:pt x="295" y="60"/>
                  <a:pt x="295" y="60"/>
                </a:cubicBezTo>
                <a:cubicBezTo>
                  <a:pt x="293" y="60"/>
                  <a:pt x="293" y="60"/>
                  <a:pt x="293" y="60"/>
                </a:cubicBezTo>
                <a:cubicBezTo>
                  <a:pt x="272" y="15"/>
                  <a:pt x="272" y="15"/>
                  <a:pt x="272" y="15"/>
                </a:cubicBezTo>
                <a:cubicBezTo>
                  <a:pt x="271" y="13"/>
                  <a:pt x="271" y="11"/>
                  <a:pt x="270" y="9"/>
                </a:cubicBezTo>
                <a:cubicBezTo>
                  <a:pt x="270" y="9"/>
                  <a:pt x="270" y="9"/>
                  <a:pt x="270" y="9"/>
                </a:cubicBezTo>
                <a:cubicBezTo>
                  <a:pt x="270" y="10"/>
                  <a:pt x="270" y="12"/>
                  <a:pt x="270" y="13"/>
                </a:cubicBezTo>
                <a:cubicBezTo>
                  <a:pt x="270" y="15"/>
                  <a:pt x="270" y="17"/>
                  <a:pt x="270" y="19"/>
                </a:cubicBezTo>
                <a:cubicBezTo>
                  <a:pt x="270" y="60"/>
                  <a:pt x="270" y="60"/>
                  <a:pt x="270" y="60"/>
                </a:cubicBezTo>
                <a:cubicBezTo>
                  <a:pt x="265" y="60"/>
                  <a:pt x="265" y="60"/>
                  <a:pt x="265" y="60"/>
                </a:cubicBezTo>
                <a:cubicBezTo>
                  <a:pt x="265" y="1"/>
                  <a:pt x="265" y="1"/>
                  <a:pt x="265" y="1"/>
                </a:cubicBezTo>
                <a:cubicBezTo>
                  <a:pt x="271" y="1"/>
                  <a:pt x="271" y="1"/>
                  <a:pt x="271" y="1"/>
                </a:cubicBezTo>
                <a:cubicBezTo>
                  <a:pt x="292" y="45"/>
                  <a:pt x="292" y="45"/>
                  <a:pt x="292" y="45"/>
                </a:cubicBezTo>
                <a:cubicBezTo>
                  <a:pt x="292" y="46"/>
                  <a:pt x="292" y="47"/>
                  <a:pt x="293" y="48"/>
                </a:cubicBezTo>
                <a:cubicBezTo>
                  <a:pt x="293" y="49"/>
                  <a:pt x="294" y="50"/>
                  <a:pt x="294" y="51"/>
                </a:cubicBezTo>
                <a:cubicBezTo>
                  <a:pt x="294" y="51"/>
                  <a:pt x="294" y="51"/>
                  <a:pt x="294" y="51"/>
                </a:cubicBezTo>
                <a:cubicBezTo>
                  <a:pt x="295" y="50"/>
                  <a:pt x="295" y="49"/>
                  <a:pt x="295" y="48"/>
                </a:cubicBezTo>
                <a:cubicBezTo>
                  <a:pt x="296" y="47"/>
                  <a:pt x="296" y="46"/>
                  <a:pt x="296" y="45"/>
                </a:cubicBezTo>
                <a:cubicBezTo>
                  <a:pt x="317" y="1"/>
                  <a:pt x="317" y="1"/>
                  <a:pt x="317" y="1"/>
                </a:cubicBezTo>
                <a:cubicBezTo>
                  <a:pt x="323" y="1"/>
                  <a:pt x="323" y="1"/>
                  <a:pt x="323" y="1"/>
                </a:cubicBezTo>
                <a:cubicBezTo>
                  <a:pt x="323" y="60"/>
                  <a:pt x="323" y="60"/>
                  <a:pt x="323" y="60"/>
                </a:cubicBezTo>
                <a:lnTo>
                  <a:pt x="317" y="60"/>
                </a:lnTo>
                <a:close/>
                <a:moveTo>
                  <a:pt x="338" y="60"/>
                </a:moveTo>
                <a:cubicBezTo>
                  <a:pt x="338" y="1"/>
                  <a:pt x="338" y="1"/>
                  <a:pt x="338" y="1"/>
                </a:cubicBezTo>
                <a:cubicBezTo>
                  <a:pt x="367" y="1"/>
                  <a:pt x="367" y="1"/>
                  <a:pt x="367" y="1"/>
                </a:cubicBezTo>
                <a:cubicBezTo>
                  <a:pt x="367" y="6"/>
                  <a:pt x="367" y="6"/>
                  <a:pt x="367" y="6"/>
                </a:cubicBezTo>
                <a:cubicBezTo>
                  <a:pt x="344" y="6"/>
                  <a:pt x="344" y="6"/>
                  <a:pt x="344" y="6"/>
                </a:cubicBezTo>
                <a:cubicBezTo>
                  <a:pt x="344" y="27"/>
                  <a:pt x="344" y="27"/>
                  <a:pt x="344" y="27"/>
                </a:cubicBezTo>
                <a:cubicBezTo>
                  <a:pt x="365" y="27"/>
                  <a:pt x="365" y="27"/>
                  <a:pt x="365" y="27"/>
                </a:cubicBezTo>
                <a:cubicBezTo>
                  <a:pt x="365" y="32"/>
                  <a:pt x="365" y="32"/>
                  <a:pt x="365" y="32"/>
                </a:cubicBezTo>
                <a:cubicBezTo>
                  <a:pt x="344" y="32"/>
                  <a:pt x="344" y="32"/>
                  <a:pt x="344" y="32"/>
                </a:cubicBezTo>
                <a:cubicBezTo>
                  <a:pt x="344" y="55"/>
                  <a:pt x="344" y="55"/>
                  <a:pt x="344" y="55"/>
                </a:cubicBezTo>
                <a:cubicBezTo>
                  <a:pt x="368" y="55"/>
                  <a:pt x="368" y="55"/>
                  <a:pt x="368" y="55"/>
                </a:cubicBezTo>
                <a:cubicBezTo>
                  <a:pt x="368" y="60"/>
                  <a:pt x="368" y="60"/>
                  <a:pt x="368" y="60"/>
                </a:cubicBezTo>
                <a:lnTo>
                  <a:pt x="338" y="60"/>
                </a:lnTo>
                <a:close/>
                <a:moveTo>
                  <a:pt x="379" y="51"/>
                </a:moveTo>
                <a:cubicBezTo>
                  <a:pt x="380" y="52"/>
                  <a:pt x="381" y="53"/>
                  <a:pt x="382" y="53"/>
                </a:cubicBezTo>
                <a:cubicBezTo>
                  <a:pt x="383" y="54"/>
                  <a:pt x="384" y="54"/>
                  <a:pt x="386" y="55"/>
                </a:cubicBezTo>
                <a:cubicBezTo>
                  <a:pt x="387" y="55"/>
                  <a:pt x="388" y="56"/>
                  <a:pt x="389" y="56"/>
                </a:cubicBezTo>
                <a:cubicBezTo>
                  <a:pt x="391" y="56"/>
                  <a:pt x="392" y="56"/>
                  <a:pt x="393" y="56"/>
                </a:cubicBezTo>
                <a:cubicBezTo>
                  <a:pt x="397" y="56"/>
                  <a:pt x="401" y="55"/>
                  <a:pt x="403" y="53"/>
                </a:cubicBezTo>
                <a:cubicBezTo>
                  <a:pt x="405" y="52"/>
                  <a:pt x="406" y="49"/>
                  <a:pt x="406" y="46"/>
                </a:cubicBezTo>
                <a:cubicBezTo>
                  <a:pt x="406" y="44"/>
                  <a:pt x="406" y="43"/>
                  <a:pt x="406" y="42"/>
                </a:cubicBezTo>
                <a:cubicBezTo>
                  <a:pt x="405" y="41"/>
                  <a:pt x="404" y="40"/>
                  <a:pt x="403" y="39"/>
                </a:cubicBezTo>
                <a:cubicBezTo>
                  <a:pt x="402" y="38"/>
                  <a:pt x="401" y="37"/>
                  <a:pt x="399" y="35"/>
                </a:cubicBezTo>
                <a:cubicBezTo>
                  <a:pt x="397" y="34"/>
                  <a:pt x="395" y="33"/>
                  <a:pt x="393" y="32"/>
                </a:cubicBezTo>
                <a:cubicBezTo>
                  <a:pt x="390" y="31"/>
                  <a:pt x="388" y="29"/>
                  <a:pt x="386" y="28"/>
                </a:cubicBezTo>
                <a:cubicBezTo>
                  <a:pt x="385" y="27"/>
                  <a:pt x="383" y="26"/>
                  <a:pt x="382" y="24"/>
                </a:cubicBezTo>
                <a:cubicBezTo>
                  <a:pt x="381" y="23"/>
                  <a:pt x="380" y="22"/>
                  <a:pt x="380" y="20"/>
                </a:cubicBezTo>
                <a:cubicBezTo>
                  <a:pt x="379" y="19"/>
                  <a:pt x="379" y="17"/>
                  <a:pt x="379" y="15"/>
                </a:cubicBezTo>
                <a:cubicBezTo>
                  <a:pt x="379" y="13"/>
                  <a:pt x="379" y="11"/>
                  <a:pt x="380" y="9"/>
                </a:cubicBezTo>
                <a:cubicBezTo>
                  <a:pt x="381" y="7"/>
                  <a:pt x="383" y="5"/>
                  <a:pt x="384" y="4"/>
                </a:cubicBezTo>
                <a:cubicBezTo>
                  <a:pt x="386" y="3"/>
                  <a:pt x="388" y="1"/>
                  <a:pt x="391" y="1"/>
                </a:cubicBezTo>
                <a:cubicBezTo>
                  <a:pt x="393" y="0"/>
                  <a:pt x="395" y="0"/>
                  <a:pt x="398" y="0"/>
                </a:cubicBezTo>
                <a:cubicBezTo>
                  <a:pt x="403" y="0"/>
                  <a:pt x="407" y="0"/>
                  <a:pt x="410" y="2"/>
                </a:cubicBezTo>
                <a:cubicBezTo>
                  <a:pt x="410" y="8"/>
                  <a:pt x="410" y="8"/>
                  <a:pt x="410" y="8"/>
                </a:cubicBezTo>
                <a:cubicBezTo>
                  <a:pt x="406" y="6"/>
                  <a:pt x="402" y="5"/>
                  <a:pt x="397" y="5"/>
                </a:cubicBezTo>
                <a:cubicBezTo>
                  <a:pt x="396" y="5"/>
                  <a:pt x="394" y="5"/>
                  <a:pt x="392" y="5"/>
                </a:cubicBezTo>
                <a:cubicBezTo>
                  <a:pt x="391" y="6"/>
                  <a:pt x="389" y="6"/>
                  <a:pt x="388" y="7"/>
                </a:cubicBezTo>
                <a:cubicBezTo>
                  <a:pt x="387" y="8"/>
                  <a:pt x="386" y="9"/>
                  <a:pt x="386" y="10"/>
                </a:cubicBezTo>
                <a:cubicBezTo>
                  <a:pt x="385" y="12"/>
                  <a:pt x="384" y="13"/>
                  <a:pt x="384" y="15"/>
                </a:cubicBezTo>
                <a:cubicBezTo>
                  <a:pt x="384" y="16"/>
                  <a:pt x="385" y="17"/>
                  <a:pt x="385" y="19"/>
                </a:cubicBezTo>
                <a:cubicBezTo>
                  <a:pt x="386" y="20"/>
                  <a:pt x="386" y="21"/>
                  <a:pt x="387" y="22"/>
                </a:cubicBezTo>
                <a:cubicBezTo>
                  <a:pt x="388" y="23"/>
                  <a:pt x="390" y="24"/>
                  <a:pt x="391" y="25"/>
                </a:cubicBezTo>
                <a:cubicBezTo>
                  <a:pt x="393" y="26"/>
                  <a:pt x="395" y="27"/>
                  <a:pt x="397" y="28"/>
                </a:cubicBezTo>
                <a:cubicBezTo>
                  <a:pt x="400" y="29"/>
                  <a:pt x="402" y="31"/>
                  <a:pt x="404" y="32"/>
                </a:cubicBezTo>
                <a:cubicBezTo>
                  <a:pt x="406" y="33"/>
                  <a:pt x="407" y="35"/>
                  <a:pt x="408" y="36"/>
                </a:cubicBezTo>
                <a:cubicBezTo>
                  <a:pt x="410" y="37"/>
                  <a:pt x="411" y="39"/>
                  <a:pt x="411" y="40"/>
                </a:cubicBezTo>
                <a:cubicBezTo>
                  <a:pt x="412" y="42"/>
                  <a:pt x="412" y="43"/>
                  <a:pt x="412" y="45"/>
                </a:cubicBezTo>
                <a:cubicBezTo>
                  <a:pt x="412" y="48"/>
                  <a:pt x="412" y="50"/>
                  <a:pt x="411" y="52"/>
                </a:cubicBezTo>
                <a:cubicBezTo>
                  <a:pt x="410" y="54"/>
                  <a:pt x="408" y="56"/>
                  <a:pt x="407" y="57"/>
                </a:cubicBezTo>
                <a:cubicBezTo>
                  <a:pt x="405" y="58"/>
                  <a:pt x="403" y="59"/>
                  <a:pt x="400" y="60"/>
                </a:cubicBezTo>
                <a:cubicBezTo>
                  <a:pt x="398" y="61"/>
                  <a:pt x="395" y="61"/>
                  <a:pt x="393" y="61"/>
                </a:cubicBezTo>
                <a:cubicBezTo>
                  <a:pt x="392" y="61"/>
                  <a:pt x="390" y="61"/>
                  <a:pt x="389" y="61"/>
                </a:cubicBezTo>
                <a:cubicBezTo>
                  <a:pt x="388" y="61"/>
                  <a:pt x="387" y="60"/>
                  <a:pt x="385" y="60"/>
                </a:cubicBezTo>
                <a:cubicBezTo>
                  <a:pt x="384" y="60"/>
                  <a:pt x="383" y="59"/>
                  <a:pt x="381" y="59"/>
                </a:cubicBezTo>
                <a:cubicBezTo>
                  <a:pt x="380" y="59"/>
                  <a:pt x="379" y="58"/>
                  <a:pt x="379" y="58"/>
                </a:cubicBezTo>
                <a:lnTo>
                  <a:pt x="379" y="51"/>
                </a:lnTo>
                <a:close/>
                <a:moveTo>
                  <a:pt x="464" y="58"/>
                </a:moveTo>
                <a:cubicBezTo>
                  <a:pt x="460" y="60"/>
                  <a:pt x="454" y="61"/>
                  <a:pt x="449" y="61"/>
                </a:cubicBezTo>
                <a:cubicBezTo>
                  <a:pt x="444" y="61"/>
                  <a:pt x="441" y="60"/>
                  <a:pt x="437" y="59"/>
                </a:cubicBezTo>
                <a:cubicBezTo>
                  <a:pt x="434" y="57"/>
                  <a:pt x="431" y="55"/>
                  <a:pt x="428" y="53"/>
                </a:cubicBezTo>
                <a:cubicBezTo>
                  <a:pt x="426" y="50"/>
                  <a:pt x="424" y="47"/>
                  <a:pt x="423" y="43"/>
                </a:cubicBezTo>
                <a:cubicBezTo>
                  <a:pt x="422" y="40"/>
                  <a:pt x="421" y="36"/>
                  <a:pt x="421" y="32"/>
                </a:cubicBezTo>
                <a:cubicBezTo>
                  <a:pt x="421" y="27"/>
                  <a:pt x="422" y="23"/>
                  <a:pt x="423" y="19"/>
                </a:cubicBezTo>
                <a:cubicBezTo>
                  <a:pt x="424" y="15"/>
                  <a:pt x="426" y="12"/>
                  <a:pt x="429" y="9"/>
                </a:cubicBezTo>
                <a:cubicBezTo>
                  <a:pt x="432" y="6"/>
                  <a:pt x="435" y="4"/>
                  <a:pt x="438" y="2"/>
                </a:cubicBezTo>
                <a:cubicBezTo>
                  <a:pt x="442" y="1"/>
                  <a:pt x="446" y="0"/>
                  <a:pt x="451" y="0"/>
                </a:cubicBezTo>
                <a:cubicBezTo>
                  <a:pt x="456" y="0"/>
                  <a:pt x="460" y="0"/>
                  <a:pt x="464" y="2"/>
                </a:cubicBezTo>
                <a:cubicBezTo>
                  <a:pt x="464" y="8"/>
                  <a:pt x="464" y="8"/>
                  <a:pt x="464" y="8"/>
                </a:cubicBezTo>
                <a:cubicBezTo>
                  <a:pt x="460" y="6"/>
                  <a:pt x="455" y="5"/>
                  <a:pt x="451" y="5"/>
                </a:cubicBezTo>
                <a:cubicBezTo>
                  <a:pt x="447" y="5"/>
                  <a:pt x="443" y="5"/>
                  <a:pt x="440" y="7"/>
                </a:cubicBezTo>
                <a:cubicBezTo>
                  <a:pt x="437" y="8"/>
                  <a:pt x="435" y="10"/>
                  <a:pt x="433" y="12"/>
                </a:cubicBezTo>
                <a:cubicBezTo>
                  <a:pt x="431" y="15"/>
                  <a:pt x="429" y="17"/>
                  <a:pt x="428" y="21"/>
                </a:cubicBezTo>
                <a:cubicBezTo>
                  <a:pt x="427" y="24"/>
                  <a:pt x="427" y="27"/>
                  <a:pt x="427" y="31"/>
                </a:cubicBezTo>
                <a:cubicBezTo>
                  <a:pt x="427" y="35"/>
                  <a:pt x="427" y="38"/>
                  <a:pt x="428" y="41"/>
                </a:cubicBezTo>
                <a:cubicBezTo>
                  <a:pt x="429" y="44"/>
                  <a:pt x="430" y="46"/>
                  <a:pt x="432" y="49"/>
                </a:cubicBezTo>
                <a:cubicBezTo>
                  <a:pt x="434" y="51"/>
                  <a:pt x="437" y="53"/>
                  <a:pt x="439" y="54"/>
                </a:cubicBezTo>
                <a:cubicBezTo>
                  <a:pt x="442" y="55"/>
                  <a:pt x="445" y="56"/>
                  <a:pt x="449" y="56"/>
                </a:cubicBezTo>
                <a:cubicBezTo>
                  <a:pt x="455" y="56"/>
                  <a:pt x="460" y="55"/>
                  <a:pt x="464" y="52"/>
                </a:cubicBezTo>
                <a:lnTo>
                  <a:pt x="464" y="5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20" name="Freeform 236">
            <a:extLst>
              <a:ext uri="{FF2B5EF4-FFF2-40B4-BE49-F238E27FC236}">
                <a16:creationId xmlns:a16="http://schemas.microsoft.com/office/drawing/2014/main" id="{ACA3FD39-B4A7-7D5F-EB98-9EBB4EAF46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 rot="16200000">
            <a:off x="5307293" y="1022674"/>
            <a:ext cx="336945" cy="1680561"/>
          </a:xfrm>
          <a:custGeom>
            <a:avLst/>
            <a:gdLst>
              <a:gd name="T0" fmla="*/ 28 w 103"/>
              <a:gd name="T1" fmla="*/ 6 h 512"/>
              <a:gd name="T2" fmla="*/ 52 w 103"/>
              <a:gd name="T3" fmla="*/ 12 h 512"/>
              <a:gd name="T4" fmla="*/ 64 w 103"/>
              <a:gd name="T5" fmla="*/ 2 h 512"/>
              <a:gd name="T6" fmla="*/ 76 w 103"/>
              <a:gd name="T7" fmla="*/ 37 h 512"/>
              <a:gd name="T8" fmla="*/ 63 w 103"/>
              <a:gd name="T9" fmla="*/ 14 h 512"/>
              <a:gd name="T10" fmla="*/ 56 w 103"/>
              <a:gd name="T11" fmla="*/ 33 h 512"/>
              <a:gd name="T12" fmla="*/ 40 w 103"/>
              <a:gd name="T13" fmla="*/ 12 h 512"/>
              <a:gd name="T14" fmla="*/ 36 w 103"/>
              <a:gd name="T15" fmla="*/ 40 h 512"/>
              <a:gd name="T16" fmla="*/ 66 w 103"/>
              <a:gd name="T17" fmla="*/ 51 h 512"/>
              <a:gd name="T18" fmla="*/ 77 w 103"/>
              <a:gd name="T19" fmla="*/ 44 h 512"/>
              <a:gd name="T20" fmla="*/ 62 w 103"/>
              <a:gd name="T21" fmla="*/ 63 h 512"/>
              <a:gd name="T22" fmla="*/ 37 w 103"/>
              <a:gd name="T23" fmla="*/ 84 h 512"/>
              <a:gd name="T24" fmla="*/ 77 w 103"/>
              <a:gd name="T25" fmla="*/ 93 h 512"/>
              <a:gd name="T26" fmla="*/ 24 w 103"/>
              <a:gd name="T27" fmla="*/ 75 h 512"/>
              <a:gd name="T28" fmla="*/ 60 w 103"/>
              <a:gd name="T29" fmla="*/ 52 h 512"/>
              <a:gd name="T30" fmla="*/ 4 w 103"/>
              <a:gd name="T31" fmla="*/ 146 h 512"/>
              <a:gd name="T32" fmla="*/ 1 w 103"/>
              <a:gd name="T33" fmla="*/ 116 h 512"/>
              <a:gd name="T34" fmla="*/ 61 w 103"/>
              <a:gd name="T35" fmla="*/ 117 h 512"/>
              <a:gd name="T36" fmla="*/ 78 w 103"/>
              <a:gd name="T37" fmla="*/ 106 h 512"/>
              <a:gd name="T38" fmla="*/ 70 w 103"/>
              <a:gd name="T39" fmla="*/ 125 h 512"/>
              <a:gd name="T40" fmla="*/ 77 w 103"/>
              <a:gd name="T41" fmla="*/ 157 h 512"/>
              <a:gd name="T42" fmla="*/ 10 w 103"/>
              <a:gd name="T43" fmla="*/ 156 h 512"/>
              <a:gd name="T44" fmla="*/ 66 w 103"/>
              <a:gd name="T45" fmla="*/ 204 h 512"/>
              <a:gd name="T46" fmla="*/ 70 w 103"/>
              <a:gd name="T47" fmla="*/ 168 h 512"/>
              <a:gd name="T48" fmla="*/ 24 w 103"/>
              <a:gd name="T49" fmla="*/ 183 h 512"/>
              <a:gd name="T50" fmla="*/ 24 w 103"/>
              <a:gd name="T51" fmla="*/ 215 h 512"/>
              <a:gd name="T52" fmla="*/ 34 w 103"/>
              <a:gd name="T53" fmla="*/ 219 h 512"/>
              <a:gd name="T54" fmla="*/ 77 w 103"/>
              <a:gd name="T55" fmla="*/ 220 h 512"/>
              <a:gd name="T56" fmla="*/ 52 w 103"/>
              <a:gd name="T57" fmla="*/ 200 h 512"/>
              <a:gd name="T58" fmla="*/ 33 w 103"/>
              <a:gd name="T59" fmla="*/ 185 h 512"/>
              <a:gd name="T60" fmla="*/ 64 w 103"/>
              <a:gd name="T61" fmla="*/ 177 h 512"/>
              <a:gd name="T62" fmla="*/ 52 w 103"/>
              <a:gd name="T63" fmla="*/ 200 h 512"/>
              <a:gd name="T64" fmla="*/ 5 w 103"/>
              <a:gd name="T65" fmla="*/ 230 h 512"/>
              <a:gd name="T66" fmla="*/ 29 w 103"/>
              <a:gd name="T67" fmla="*/ 242 h 512"/>
              <a:gd name="T68" fmla="*/ 52 w 103"/>
              <a:gd name="T69" fmla="*/ 281 h 512"/>
              <a:gd name="T70" fmla="*/ 71 w 103"/>
              <a:gd name="T71" fmla="*/ 237 h 512"/>
              <a:gd name="T72" fmla="*/ 33 w 103"/>
              <a:gd name="T73" fmla="*/ 255 h 512"/>
              <a:gd name="T74" fmla="*/ 52 w 103"/>
              <a:gd name="T75" fmla="*/ 242 h 512"/>
              <a:gd name="T76" fmla="*/ 64 w 103"/>
              <a:gd name="T77" fmla="*/ 265 h 512"/>
              <a:gd name="T78" fmla="*/ 40 w 103"/>
              <a:gd name="T79" fmla="*/ 294 h 512"/>
              <a:gd name="T80" fmla="*/ 41 w 103"/>
              <a:gd name="T81" fmla="*/ 306 h 512"/>
              <a:gd name="T82" fmla="*/ 26 w 103"/>
              <a:gd name="T83" fmla="*/ 315 h 512"/>
              <a:gd name="T84" fmla="*/ 24 w 103"/>
              <a:gd name="T85" fmla="*/ 347 h 512"/>
              <a:gd name="T86" fmla="*/ 68 w 103"/>
              <a:gd name="T87" fmla="*/ 365 h 512"/>
              <a:gd name="T88" fmla="*/ 77 w 103"/>
              <a:gd name="T89" fmla="*/ 348 h 512"/>
              <a:gd name="T90" fmla="*/ 50 w 103"/>
              <a:gd name="T91" fmla="*/ 360 h 512"/>
              <a:gd name="T92" fmla="*/ 38 w 103"/>
              <a:gd name="T93" fmla="*/ 337 h 512"/>
              <a:gd name="T94" fmla="*/ 68 w 103"/>
              <a:gd name="T95" fmla="*/ 354 h 512"/>
              <a:gd name="T96" fmla="*/ 41 w 103"/>
              <a:gd name="T97" fmla="*/ 412 h 512"/>
              <a:gd name="T98" fmla="*/ 26 w 103"/>
              <a:gd name="T99" fmla="*/ 424 h 512"/>
              <a:gd name="T100" fmla="*/ 68 w 103"/>
              <a:gd name="T101" fmla="*/ 401 h 512"/>
              <a:gd name="T102" fmla="*/ 73 w 103"/>
              <a:gd name="T103" fmla="*/ 382 h 512"/>
              <a:gd name="T104" fmla="*/ 68 w 103"/>
              <a:gd name="T105" fmla="*/ 432 h 512"/>
              <a:gd name="T106" fmla="*/ 24 w 103"/>
              <a:gd name="T107" fmla="*/ 459 h 512"/>
              <a:gd name="T108" fmla="*/ 77 w 103"/>
              <a:gd name="T109" fmla="*/ 444 h 512"/>
              <a:gd name="T110" fmla="*/ 37 w 103"/>
              <a:gd name="T111" fmla="*/ 452 h 512"/>
              <a:gd name="T112" fmla="*/ 63 w 103"/>
              <a:gd name="T113" fmla="*/ 469 h 512"/>
              <a:gd name="T114" fmla="*/ 34 w 103"/>
              <a:gd name="T115" fmla="*/ 491 h 512"/>
              <a:gd name="T116" fmla="*/ 77 w 103"/>
              <a:gd name="T117" fmla="*/ 493 h 512"/>
              <a:gd name="T118" fmla="*/ 30 w 103"/>
              <a:gd name="T119" fmla="*/ 507 h 512"/>
              <a:gd name="T120" fmla="*/ 103 w 103"/>
              <a:gd name="T121" fmla="*/ 485 h 512"/>
              <a:gd name="T122" fmla="*/ 103 w 103"/>
              <a:gd name="T123" fmla="*/ 474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03" h="512">
                <a:moveTo>
                  <a:pt x="26" y="40"/>
                </a:moveTo>
                <a:cubicBezTo>
                  <a:pt x="24" y="35"/>
                  <a:pt x="24" y="29"/>
                  <a:pt x="24" y="22"/>
                </a:cubicBezTo>
                <a:cubicBezTo>
                  <a:pt x="24" y="15"/>
                  <a:pt x="25" y="10"/>
                  <a:pt x="28" y="6"/>
                </a:cubicBezTo>
                <a:cubicBezTo>
                  <a:pt x="31" y="2"/>
                  <a:pt x="34" y="0"/>
                  <a:pt x="39" y="0"/>
                </a:cubicBezTo>
                <a:cubicBezTo>
                  <a:pt x="42" y="0"/>
                  <a:pt x="45" y="1"/>
                  <a:pt x="47" y="3"/>
                </a:cubicBezTo>
                <a:cubicBezTo>
                  <a:pt x="50" y="6"/>
                  <a:pt x="51" y="9"/>
                  <a:pt x="52" y="12"/>
                </a:cubicBezTo>
                <a:cubicBezTo>
                  <a:pt x="52" y="12"/>
                  <a:pt x="52" y="12"/>
                  <a:pt x="52" y="12"/>
                </a:cubicBezTo>
                <a:cubicBezTo>
                  <a:pt x="53" y="9"/>
                  <a:pt x="54" y="7"/>
                  <a:pt x="56" y="5"/>
                </a:cubicBezTo>
                <a:cubicBezTo>
                  <a:pt x="58" y="3"/>
                  <a:pt x="61" y="2"/>
                  <a:pt x="64" y="2"/>
                </a:cubicBezTo>
                <a:cubicBezTo>
                  <a:pt x="68" y="2"/>
                  <a:pt x="72" y="4"/>
                  <a:pt x="75" y="8"/>
                </a:cubicBezTo>
                <a:cubicBezTo>
                  <a:pt x="77" y="11"/>
                  <a:pt x="79" y="16"/>
                  <a:pt x="79" y="23"/>
                </a:cubicBezTo>
                <a:cubicBezTo>
                  <a:pt x="79" y="28"/>
                  <a:pt x="78" y="33"/>
                  <a:pt x="76" y="37"/>
                </a:cubicBezTo>
                <a:cubicBezTo>
                  <a:pt x="66" y="37"/>
                  <a:pt x="66" y="37"/>
                  <a:pt x="66" y="37"/>
                </a:cubicBezTo>
                <a:cubicBezTo>
                  <a:pt x="69" y="33"/>
                  <a:pt x="70" y="28"/>
                  <a:pt x="70" y="24"/>
                </a:cubicBezTo>
                <a:cubicBezTo>
                  <a:pt x="70" y="17"/>
                  <a:pt x="68" y="14"/>
                  <a:pt x="63" y="14"/>
                </a:cubicBezTo>
                <a:cubicBezTo>
                  <a:pt x="61" y="14"/>
                  <a:pt x="59" y="15"/>
                  <a:pt x="58" y="18"/>
                </a:cubicBezTo>
                <a:cubicBezTo>
                  <a:pt x="57" y="20"/>
                  <a:pt x="56" y="23"/>
                  <a:pt x="56" y="27"/>
                </a:cubicBezTo>
                <a:cubicBezTo>
                  <a:pt x="56" y="29"/>
                  <a:pt x="56" y="31"/>
                  <a:pt x="56" y="33"/>
                </a:cubicBezTo>
                <a:cubicBezTo>
                  <a:pt x="47" y="33"/>
                  <a:pt x="47" y="33"/>
                  <a:pt x="47" y="33"/>
                </a:cubicBezTo>
                <a:cubicBezTo>
                  <a:pt x="47" y="30"/>
                  <a:pt x="48" y="28"/>
                  <a:pt x="48" y="25"/>
                </a:cubicBezTo>
                <a:cubicBezTo>
                  <a:pt x="48" y="16"/>
                  <a:pt x="45" y="12"/>
                  <a:pt x="40" y="12"/>
                </a:cubicBezTo>
                <a:cubicBezTo>
                  <a:pt x="38" y="12"/>
                  <a:pt x="36" y="13"/>
                  <a:pt x="34" y="15"/>
                </a:cubicBezTo>
                <a:cubicBezTo>
                  <a:pt x="33" y="17"/>
                  <a:pt x="32" y="20"/>
                  <a:pt x="32" y="24"/>
                </a:cubicBezTo>
                <a:cubicBezTo>
                  <a:pt x="32" y="30"/>
                  <a:pt x="34" y="35"/>
                  <a:pt x="36" y="40"/>
                </a:cubicBezTo>
                <a:lnTo>
                  <a:pt x="26" y="40"/>
                </a:lnTo>
                <a:close/>
                <a:moveTo>
                  <a:pt x="60" y="52"/>
                </a:moveTo>
                <a:cubicBezTo>
                  <a:pt x="63" y="52"/>
                  <a:pt x="65" y="51"/>
                  <a:pt x="66" y="51"/>
                </a:cubicBezTo>
                <a:cubicBezTo>
                  <a:pt x="68" y="50"/>
                  <a:pt x="68" y="49"/>
                  <a:pt x="68" y="47"/>
                </a:cubicBezTo>
                <a:cubicBezTo>
                  <a:pt x="68" y="46"/>
                  <a:pt x="68" y="45"/>
                  <a:pt x="68" y="44"/>
                </a:cubicBezTo>
                <a:cubicBezTo>
                  <a:pt x="77" y="44"/>
                  <a:pt x="77" y="44"/>
                  <a:pt x="77" y="44"/>
                </a:cubicBezTo>
                <a:cubicBezTo>
                  <a:pt x="78" y="46"/>
                  <a:pt x="78" y="49"/>
                  <a:pt x="78" y="51"/>
                </a:cubicBezTo>
                <a:cubicBezTo>
                  <a:pt x="78" y="56"/>
                  <a:pt x="77" y="59"/>
                  <a:pt x="74" y="61"/>
                </a:cubicBezTo>
                <a:cubicBezTo>
                  <a:pt x="72" y="63"/>
                  <a:pt x="68" y="63"/>
                  <a:pt x="62" y="63"/>
                </a:cubicBezTo>
                <a:cubicBezTo>
                  <a:pt x="49" y="63"/>
                  <a:pt x="49" y="63"/>
                  <a:pt x="49" y="63"/>
                </a:cubicBezTo>
                <a:cubicBezTo>
                  <a:pt x="39" y="63"/>
                  <a:pt x="34" y="67"/>
                  <a:pt x="34" y="76"/>
                </a:cubicBezTo>
                <a:cubicBezTo>
                  <a:pt x="34" y="79"/>
                  <a:pt x="35" y="82"/>
                  <a:pt x="37" y="84"/>
                </a:cubicBezTo>
                <a:cubicBezTo>
                  <a:pt x="40" y="86"/>
                  <a:pt x="44" y="87"/>
                  <a:pt x="49" y="87"/>
                </a:cubicBezTo>
                <a:cubicBezTo>
                  <a:pt x="59" y="87"/>
                  <a:pt x="68" y="85"/>
                  <a:pt x="77" y="81"/>
                </a:cubicBezTo>
                <a:cubicBezTo>
                  <a:pt x="77" y="93"/>
                  <a:pt x="77" y="93"/>
                  <a:pt x="77" y="93"/>
                </a:cubicBezTo>
                <a:cubicBezTo>
                  <a:pt x="69" y="97"/>
                  <a:pt x="59" y="99"/>
                  <a:pt x="49" y="99"/>
                </a:cubicBezTo>
                <a:cubicBezTo>
                  <a:pt x="41" y="99"/>
                  <a:pt x="35" y="97"/>
                  <a:pt x="30" y="93"/>
                </a:cubicBezTo>
                <a:cubicBezTo>
                  <a:pt x="26" y="89"/>
                  <a:pt x="24" y="83"/>
                  <a:pt x="24" y="75"/>
                </a:cubicBezTo>
                <a:cubicBezTo>
                  <a:pt x="24" y="68"/>
                  <a:pt x="26" y="62"/>
                  <a:pt x="30" y="58"/>
                </a:cubicBezTo>
                <a:cubicBezTo>
                  <a:pt x="34" y="54"/>
                  <a:pt x="40" y="52"/>
                  <a:pt x="47" y="52"/>
                </a:cubicBezTo>
                <a:lnTo>
                  <a:pt x="60" y="52"/>
                </a:lnTo>
                <a:close/>
                <a:moveTo>
                  <a:pt x="1" y="160"/>
                </a:moveTo>
                <a:cubicBezTo>
                  <a:pt x="1" y="158"/>
                  <a:pt x="0" y="156"/>
                  <a:pt x="0" y="154"/>
                </a:cubicBezTo>
                <a:cubicBezTo>
                  <a:pt x="0" y="151"/>
                  <a:pt x="1" y="148"/>
                  <a:pt x="4" y="146"/>
                </a:cubicBezTo>
                <a:cubicBezTo>
                  <a:pt x="6" y="144"/>
                  <a:pt x="9" y="141"/>
                  <a:pt x="15" y="139"/>
                </a:cubicBezTo>
                <a:cubicBezTo>
                  <a:pt x="32" y="131"/>
                  <a:pt x="32" y="131"/>
                  <a:pt x="32" y="131"/>
                </a:cubicBezTo>
                <a:cubicBezTo>
                  <a:pt x="1" y="116"/>
                  <a:pt x="1" y="116"/>
                  <a:pt x="1" y="116"/>
                </a:cubicBezTo>
                <a:cubicBezTo>
                  <a:pt x="1" y="103"/>
                  <a:pt x="1" y="103"/>
                  <a:pt x="1" y="103"/>
                </a:cubicBezTo>
                <a:cubicBezTo>
                  <a:pt x="43" y="126"/>
                  <a:pt x="43" y="126"/>
                  <a:pt x="43" y="126"/>
                </a:cubicBezTo>
                <a:cubicBezTo>
                  <a:pt x="61" y="117"/>
                  <a:pt x="61" y="117"/>
                  <a:pt x="61" y="117"/>
                </a:cubicBezTo>
                <a:cubicBezTo>
                  <a:pt x="66" y="115"/>
                  <a:pt x="69" y="113"/>
                  <a:pt x="69" y="111"/>
                </a:cubicBezTo>
                <a:cubicBezTo>
                  <a:pt x="69" y="109"/>
                  <a:pt x="68" y="107"/>
                  <a:pt x="68" y="106"/>
                </a:cubicBezTo>
                <a:cubicBezTo>
                  <a:pt x="78" y="106"/>
                  <a:pt x="78" y="106"/>
                  <a:pt x="78" y="106"/>
                </a:cubicBezTo>
                <a:cubicBezTo>
                  <a:pt x="78" y="107"/>
                  <a:pt x="79" y="109"/>
                  <a:pt x="79" y="112"/>
                </a:cubicBezTo>
                <a:cubicBezTo>
                  <a:pt x="79" y="115"/>
                  <a:pt x="78" y="118"/>
                  <a:pt x="77" y="119"/>
                </a:cubicBezTo>
                <a:cubicBezTo>
                  <a:pt x="75" y="121"/>
                  <a:pt x="73" y="123"/>
                  <a:pt x="70" y="125"/>
                </a:cubicBezTo>
                <a:cubicBezTo>
                  <a:pt x="53" y="132"/>
                  <a:pt x="53" y="132"/>
                  <a:pt x="53" y="132"/>
                </a:cubicBezTo>
                <a:cubicBezTo>
                  <a:pt x="77" y="144"/>
                  <a:pt x="77" y="144"/>
                  <a:pt x="77" y="144"/>
                </a:cubicBezTo>
                <a:cubicBezTo>
                  <a:pt x="77" y="157"/>
                  <a:pt x="77" y="157"/>
                  <a:pt x="77" y="157"/>
                </a:cubicBezTo>
                <a:cubicBezTo>
                  <a:pt x="42" y="138"/>
                  <a:pt x="42" y="138"/>
                  <a:pt x="42" y="138"/>
                </a:cubicBezTo>
                <a:cubicBezTo>
                  <a:pt x="17" y="149"/>
                  <a:pt x="17" y="149"/>
                  <a:pt x="17" y="149"/>
                </a:cubicBezTo>
                <a:cubicBezTo>
                  <a:pt x="13" y="151"/>
                  <a:pt x="10" y="153"/>
                  <a:pt x="10" y="156"/>
                </a:cubicBezTo>
                <a:cubicBezTo>
                  <a:pt x="10" y="157"/>
                  <a:pt x="11" y="159"/>
                  <a:pt x="11" y="160"/>
                </a:cubicBezTo>
                <a:lnTo>
                  <a:pt x="1" y="160"/>
                </a:lnTo>
                <a:close/>
                <a:moveTo>
                  <a:pt x="66" y="204"/>
                </a:moveTo>
                <a:cubicBezTo>
                  <a:pt x="70" y="202"/>
                  <a:pt x="73" y="200"/>
                  <a:pt x="75" y="197"/>
                </a:cubicBezTo>
                <a:cubicBezTo>
                  <a:pt x="77" y="194"/>
                  <a:pt x="79" y="190"/>
                  <a:pt x="79" y="186"/>
                </a:cubicBezTo>
                <a:cubicBezTo>
                  <a:pt x="79" y="179"/>
                  <a:pt x="76" y="173"/>
                  <a:pt x="70" y="168"/>
                </a:cubicBezTo>
                <a:cubicBezTo>
                  <a:pt x="65" y="164"/>
                  <a:pt x="58" y="162"/>
                  <a:pt x="50" y="162"/>
                </a:cubicBezTo>
                <a:cubicBezTo>
                  <a:pt x="42" y="162"/>
                  <a:pt x="36" y="164"/>
                  <a:pt x="31" y="167"/>
                </a:cubicBezTo>
                <a:cubicBezTo>
                  <a:pt x="26" y="171"/>
                  <a:pt x="24" y="176"/>
                  <a:pt x="24" y="183"/>
                </a:cubicBezTo>
                <a:cubicBezTo>
                  <a:pt x="24" y="191"/>
                  <a:pt x="28" y="198"/>
                  <a:pt x="38" y="203"/>
                </a:cubicBezTo>
                <a:cubicBezTo>
                  <a:pt x="38" y="203"/>
                  <a:pt x="38" y="203"/>
                  <a:pt x="38" y="203"/>
                </a:cubicBezTo>
                <a:cubicBezTo>
                  <a:pt x="29" y="205"/>
                  <a:pt x="24" y="209"/>
                  <a:pt x="24" y="215"/>
                </a:cubicBezTo>
                <a:cubicBezTo>
                  <a:pt x="24" y="217"/>
                  <a:pt x="25" y="219"/>
                  <a:pt x="25" y="221"/>
                </a:cubicBezTo>
                <a:cubicBezTo>
                  <a:pt x="35" y="222"/>
                  <a:pt x="35" y="222"/>
                  <a:pt x="35" y="222"/>
                </a:cubicBezTo>
                <a:cubicBezTo>
                  <a:pt x="35" y="221"/>
                  <a:pt x="34" y="220"/>
                  <a:pt x="34" y="219"/>
                </a:cubicBezTo>
                <a:cubicBezTo>
                  <a:pt x="34" y="217"/>
                  <a:pt x="36" y="215"/>
                  <a:pt x="38" y="214"/>
                </a:cubicBezTo>
                <a:cubicBezTo>
                  <a:pt x="40" y="212"/>
                  <a:pt x="45" y="211"/>
                  <a:pt x="51" y="210"/>
                </a:cubicBezTo>
                <a:cubicBezTo>
                  <a:pt x="77" y="220"/>
                  <a:pt x="77" y="220"/>
                  <a:pt x="77" y="220"/>
                </a:cubicBezTo>
                <a:cubicBezTo>
                  <a:pt x="77" y="208"/>
                  <a:pt x="77" y="208"/>
                  <a:pt x="77" y="208"/>
                </a:cubicBezTo>
                <a:cubicBezTo>
                  <a:pt x="66" y="204"/>
                  <a:pt x="66" y="204"/>
                  <a:pt x="66" y="204"/>
                </a:cubicBezTo>
                <a:close/>
                <a:moveTo>
                  <a:pt x="52" y="200"/>
                </a:moveTo>
                <a:cubicBezTo>
                  <a:pt x="50" y="200"/>
                  <a:pt x="50" y="200"/>
                  <a:pt x="50" y="200"/>
                </a:cubicBezTo>
                <a:cubicBezTo>
                  <a:pt x="44" y="198"/>
                  <a:pt x="40" y="196"/>
                  <a:pt x="38" y="193"/>
                </a:cubicBezTo>
                <a:cubicBezTo>
                  <a:pt x="35" y="191"/>
                  <a:pt x="33" y="188"/>
                  <a:pt x="33" y="185"/>
                </a:cubicBezTo>
                <a:cubicBezTo>
                  <a:pt x="33" y="182"/>
                  <a:pt x="35" y="179"/>
                  <a:pt x="38" y="177"/>
                </a:cubicBezTo>
                <a:cubicBezTo>
                  <a:pt x="41" y="175"/>
                  <a:pt x="45" y="174"/>
                  <a:pt x="50" y="174"/>
                </a:cubicBezTo>
                <a:cubicBezTo>
                  <a:pt x="56" y="174"/>
                  <a:pt x="60" y="175"/>
                  <a:pt x="64" y="177"/>
                </a:cubicBezTo>
                <a:cubicBezTo>
                  <a:pt x="67" y="180"/>
                  <a:pt x="69" y="183"/>
                  <a:pt x="69" y="187"/>
                </a:cubicBezTo>
                <a:cubicBezTo>
                  <a:pt x="69" y="190"/>
                  <a:pt x="68" y="193"/>
                  <a:pt x="65" y="195"/>
                </a:cubicBezTo>
                <a:cubicBezTo>
                  <a:pt x="62" y="197"/>
                  <a:pt x="57" y="199"/>
                  <a:pt x="52" y="200"/>
                </a:cubicBezTo>
                <a:close/>
                <a:moveTo>
                  <a:pt x="71" y="237"/>
                </a:moveTo>
                <a:cubicBezTo>
                  <a:pt x="67" y="232"/>
                  <a:pt x="60" y="230"/>
                  <a:pt x="51" y="230"/>
                </a:cubicBezTo>
                <a:cubicBezTo>
                  <a:pt x="5" y="230"/>
                  <a:pt x="5" y="230"/>
                  <a:pt x="5" y="230"/>
                </a:cubicBezTo>
                <a:cubicBezTo>
                  <a:pt x="5" y="242"/>
                  <a:pt x="5" y="242"/>
                  <a:pt x="5" y="242"/>
                </a:cubicBezTo>
                <a:cubicBezTo>
                  <a:pt x="29" y="242"/>
                  <a:pt x="29" y="242"/>
                  <a:pt x="29" y="242"/>
                </a:cubicBezTo>
                <a:cubicBezTo>
                  <a:pt x="29" y="242"/>
                  <a:pt x="29" y="242"/>
                  <a:pt x="29" y="242"/>
                </a:cubicBezTo>
                <a:cubicBezTo>
                  <a:pt x="26" y="246"/>
                  <a:pt x="24" y="251"/>
                  <a:pt x="24" y="257"/>
                </a:cubicBezTo>
                <a:cubicBezTo>
                  <a:pt x="24" y="265"/>
                  <a:pt x="26" y="271"/>
                  <a:pt x="31" y="275"/>
                </a:cubicBezTo>
                <a:cubicBezTo>
                  <a:pt x="36" y="279"/>
                  <a:pt x="43" y="281"/>
                  <a:pt x="52" y="281"/>
                </a:cubicBezTo>
                <a:cubicBezTo>
                  <a:pt x="59" y="281"/>
                  <a:pt x="66" y="279"/>
                  <a:pt x="71" y="274"/>
                </a:cubicBezTo>
                <a:cubicBezTo>
                  <a:pt x="76" y="269"/>
                  <a:pt x="79" y="263"/>
                  <a:pt x="79" y="255"/>
                </a:cubicBezTo>
                <a:cubicBezTo>
                  <a:pt x="79" y="247"/>
                  <a:pt x="76" y="241"/>
                  <a:pt x="71" y="237"/>
                </a:cubicBezTo>
                <a:close/>
                <a:moveTo>
                  <a:pt x="64" y="265"/>
                </a:moveTo>
                <a:cubicBezTo>
                  <a:pt x="61" y="268"/>
                  <a:pt x="56" y="269"/>
                  <a:pt x="51" y="269"/>
                </a:cubicBezTo>
                <a:cubicBezTo>
                  <a:pt x="39" y="269"/>
                  <a:pt x="33" y="264"/>
                  <a:pt x="33" y="255"/>
                </a:cubicBezTo>
                <a:cubicBezTo>
                  <a:pt x="33" y="252"/>
                  <a:pt x="34" y="250"/>
                  <a:pt x="35" y="247"/>
                </a:cubicBezTo>
                <a:cubicBezTo>
                  <a:pt x="36" y="245"/>
                  <a:pt x="37" y="243"/>
                  <a:pt x="39" y="242"/>
                </a:cubicBezTo>
                <a:cubicBezTo>
                  <a:pt x="52" y="242"/>
                  <a:pt x="52" y="242"/>
                  <a:pt x="52" y="242"/>
                </a:cubicBezTo>
                <a:cubicBezTo>
                  <a:pt x="58" y="242"/>
                  <a:pt x="62" y="243"/>
                  <a:pt x="65" y="245"/>
                </a:cubicBezTo>
                <a:cubicBezTo>
                  <a:pt x="68" y="248"/>
                  <a:pt x="69" y="251"/>
                  <a:pt x="69" y="255"/>
                </a:cubicBezTo>
                <a:cubicBezTo>
                  <a:pt x="69" y="259"/>
                  <a:pt x="67" y="263"/>
                  <a:pt x="64" y="265"/>
                </a:cubicBezTo>
                <a:close/>
                <a:moveTo>
                  <a:pt x="26" y="315"/>
                </a:moveTo>
                <a:cubicBezTo>
                  <a:pt x="25" y="313"/>
                  <a:pt x="24" y="310"/>
                  <a:pt x="24" y="308"/>
                </a:cubicBezTo>
                <a:cubicBezTo>
                  <a:pt x="24" y="299"/>
                  <a:pt x="29" y="294"/>
                  <a:pt x="40" y="294"/>
                </a:cubicBezTo>
                <a:cubicBezTo>
                  <a:pt x="77" y="294"/>
                  <a:pt x="77" y="294"/>
                  <a:pt x="77" y="294"/>
                </a:cubicBezTo>
                <a:cubicBezTo>
                  <a:pt x="77" y="306"/>
                  <a:pt x="77" y="306"/>
                  <a:pt x="77" y="306"/>
                </a:cubicBezTo>
                <a:cubicBezTo>
                  <a:pt x="41" y="306"/>
                  <a:pt x="41" y="306"/>
                  <a:pt x="41" y="306"/>
                </a:cubicBezTo>
                <a:cubicBezTo>
                  <a:pt x="36" y="306"/>
                  <a:pt x="34" y="307"/>
                  <a:pt x="34" y="311"/>
                </a:cubicBezTo>
                <a:cubicBezTo>
                  <a:pt x="34" y="312"/>
                  <a:pt x="34" y="314"/>
                  <a:pt x="35" y="315"/>
                </a:cubicBezTo>
                <a:lnTo>
                  <a:pt x="26" y="315"/>
                </a:lnTo>
                <a:close/>
                <a:moveTo>
                  <a:pt x="51" y="321"/>
                </a:moveTo>
                <a:cubicBezTo>
                  <a:pt x="42" y="321"/>
                  <a:pt x="36" y="323"/>
                  <a:pt x="31" y="328"/>
                </a:cubicBezTo>
                <a:cubicBezTo>
                  <a:pt x="26" y="333"/>
                  <a:pt x="24" y="339"/>
                  <a:pt x="24" y="347"/>
                </a:cubicBezTo>
                <a:cubicBezTo>
                  <a:pt x="24" y="354"/>
                  <a:pt x="26" y="360"/>
                  <a:pt x="31" y="365"/>
                </a:cubicBezTo>
                <a:cubicBezTo>
                  <a:pt x="36" y="369"/>
                  <a:pt x="42" y="372"/>
                  <a:pt x="50" y="372"/>
                </a:cubicBezTo>
                <a:cubicBezTo>
                  <a:pt x="57" y="372"/>
                  <a:pt x="63" y="369"/>
                  <a:pt x="68" y="365"/>
                </a:cubicBezTo>
                <a:cubicBezTo>
                  <a:pt x="68" y="378"/>
                  <a:pt x="68" y="378"/>
                  <a:pt x="68" y="378"/>
                </a:cubicBezTo>
                <a:cubicBezTo>
                  <a:pt x="77" y="378"/>
                  <a:pt x="77" y="378"/>
                  <a:pt x="77" y="378"/>
                </a:cubicBezTo>
                <a:cubicBezTo>
                  <a:pt x="77" y="348"/>
                  <a:pt x="77" y="348"/>
                  <a:pt x="77" y="348"/>
                </a:cubicBezTo>
                <a:cubicBezTo>
                  <a:pt x="77" y="330"/>
                  <a:pt x="68" y="321"/>
                  <a:pt x="51" y="321"/>
                </a:cubicBezTo>
                <a:close/>
                <a:moveTo>
                  <a:pt x="68" y="354"/>
                </a:moveTo>
                <a:cubicBezTo>
                  <a:pt x="63" y="358"/>
                  <a:pt x="57" y="360"/>
                  <a:pt x="50" y="360"/>
                </a:cubicBezTo>
                <a:cubicBezTo>
                  <a:pt x="45" y="360"/>
                  <a:pt x="41" y="358"/>
                  <a:pt x="38" y="356"/>
                </a:cubicBezTo>
                <a:cubicBezTo>
                  <a:pt x="35" y="354"/>
                  <a:pt x="33" y="351"/>
                  <a:pt x="33" y="347"/>
                </a:cubicBezTo>
                <a:cubicBezTo>
                  <a:pt x="33" y="343"/>
                  <a:pt x="35" y="339"/>
                  <a:pt x="38" y="337"/>
                </a:cubicBezTo>
                <a:cubicBezTo>
                  <a:pt x="41" y="334"/>
                  <a:pt x="45" y="333"/>
                  <a:pt x="50" y="333"/>
                </a:cubicBezTo>
                <a:cubicBezTo>
                  <a:pt x="62" y="333"/>
                  <a:pt x="68" y="338"/>
                  <a:pt x="68" y="349"/>
                </a:cubicBezTo>
                <a:lnTo>
                  <a:pt x="68" y="354"/>
                </a:lnTo>
                <a:close/>
                <a:moveTo>
                  <a:pt x="68" y="432"/>
                </a:moveTo>
                <a:cubicBezTo>
                  <a:pt x="68" y="412"/>
                  <a:pt x="68" y="412"/>
                  <a:pt x="68" y="412"/>
                </a:cubicBezTo>
                <a:cubicBezTo>
                  <a:pt x="41" y="412"/>
                  <a:pt x="41" y="412"/>
                  <a:pt x="41" y="412"/>
                </a:cubicBezTo>
                <a:cubicBezTo>
                  <a:pt x="36" y="412"/>
                  <a:pt x="34" y="414"/>
                  <a:pt x="34" y="418"/>
                </a:cubicBezTo>
                <a:cubicBezTo>
                  <a:pt x="34" y="420"/>
                  <a:pt x="34" y="422"/>
                  <a:pt x="35" y="424"/>
                </a:cubicBezTo>
                <a:cubicBezTo>
                  <a:pt x="26" y="424"/>
                  <a:pt x="26" y="424"/>
                  <a:pt x="26" y="424"/>
                </a:cubicBezTo>
                <a:cubicBezTo>
                  <a:pt x="25" y="421"/>
                  <a:pt x="24" y="418"/>
                  <a:pt x="24" y="415"/>
                </a:cubicBezTo>
                <a:cubicBezTo>
                  <a:pt x="24" y="405"/>
                  <a:pt x="29" y="401"/>
                  <a:pt x="40" y="401"/>
                </a:cubicBezTo>
                <a:cubicBezTo>
                  <a:pt x="68" y="401"/>
                  <a:pt x="68" y="401"/>
                  <a:pt x="68" y="401"/>
                </a:cubicBezTo>
                <a:cubicBezTo>
                  <a:pt x="68" y="394"/>
                  <a:pt x="68" y="394"/>
                  <a:pt x="68" y="394"/>
                </a:cubicBezTo>
                <a:cubicBezTo>
                  <a:pt x="68" y="390"/>
                  <a:pt x="67" y="386"/>
                  <a:pt x="63" y="382"/>
                </a:cubicBezTo>
                <a:cubicBezTo>
                  <a:pt x="73" y="382"/>
                  <a:pt x="73" y="382"/>
                  <a:pt x="73" y="382"/>
                </a:cubicBezTo>
                <a:cubicBezTo>
                  <a:pt x="76" y="384"/>
                  <a:pt x="77" y="389"/>
                  <a:pt x="77" y="395"/>
                </a:cubicBezTo>
                <a:cubicBezTo>
                  <a:pt x="77" y="432"/>
                  <a:pt x="77" y="432"/>
                  <a:pt x="77" y="432"/>
                </a:cubicBezTo>
                <a:lnTo>
                  <a:pt x="68" y="432"/>
                </a:lnTo>
                <a:close/>
                <a:moveTo>
                  <a:pt x="34" y="475"/>
                </a:moveTo>
                <a:cubicBezTo>
                  <a:pt x="34" y="475"/>
                  <a:pt x="34" y="475"/>
                  <a:pt x="34" y="475"/>
                </a:cubicBezTo>
                <a:cubicBezTo>
                  <a:pt x="27" y="471"/>
                  <a:pt x="24" y="466"/>
                  <a:pt x="24" y="459"/>
                </a:cubicBezTo>
                <a:cubicBezTo>
                  <a:pt x="24" y="452"/>
                  <a:pt x="26" y="447"/>
                  <a:pt x="30" y="443"/>
                </a:cubicBezTo>
                <a:cubicBezTo>
                  <a:pt x="35" y="439"/>
                  <a:pt x="41" y="438"/>
                  <a:pt x="49" y="438"/>
                </a:cubicBezTo>
                <a:cubicBezTo>
                  <a:pt x="57" y="438"/>
                  <a:pt x="67" y="440"/>
                  <a:pt x="77" y="444"/>
                </a:cubicBezTo>
                <a:cubicBezTo>
                  <a:pt x="77" y="457"/>
                  <a:pt x="77" y="457"/>
                  <a:pt x="77" y="457"/>
                </a:cubicBezTo>
                <a:cubicBezTo>
                  <a:pt x="67" y="452"/>
                  <a:pt x="57" y="449"/>
                  <a:pt x="49" y="449"/>
                </a:cubicBezTo>
                <a:cubicBezTo>
                  <a:pt x="44" y="449"/>
                  <a:pt x="40" y="450"/>
                  <a:pt x="37" y="452"/>
                </a:cubicBezTo>
                <a:cubicBezTo>
                  <a:pt x="35" y="454"/>
                  <a:pt x="34" y="456"/>
                  <a:pt x="34" y="459"/>
                </a:cubicBezTo>
                <a:cubicBezTo>
                  <a:pt x="34" y="466"/>
                  <a:pt x="39" y="469"/>
                  <a:pt x="49" y="469"/>
                </a:cubicBezTo>
                <a:cubicBezTo>
                  <a:pt x="63" y="469"/>
                  <a:pt x="63" y="469"/>
                  <a:pt x="63" y="469"/>
                </a:cubicBezTo>
                <a:cubicBezTo>
                  <a:pt x="63" y="481"/>
                  <a:pt x="63" y="481"/>
                  <a:pt x="63" y="481"/>
                </a:cubicBezTo>
                <a:cubicBezTo>
                  <a:pt x="49" y="481"/>
                  <a:pt x="49" y="481"/>
                  <a:pt x="49" y="481"/>
                </a:cubicBezTo>
                <a:cubicBezTo>
                  <a:pt x="39" y="481"/>
                  <a:pt x="34" y="484"/>
                  <a:pt x="34" y="491"/>
                </a:cubicBezTo>
                <a:cubicBezTo>
                  <a:pt x="34" y="494"/>
                  <a:pt x="35" y="496"/>
                  <a:pt x="37" y="498"/>
                </a:cubicBezTo>
                <a:cubicBezTo>
                  <a:pt x="40" y="500"/>
                  <a:pt x="44" y="501"/>
                  <a:pt x="49" y="501"/>
                </a:cubicBezTo>
                <a:cubicBezTo>
                  <a:pt x="57" y="501"/>
                  <a:pt x="67" y="498"/>
                  <a:pt x="77" y="493"/>
                </a:cubicBezTo>
                <a:cubicBezTo>
                  <a:pt x="77" y="506"/>
                  <a:pt x="77" y="506"/>
                  <a:pt x="77" y="506"/>
                </a:cubicBezTo>
                <a:cubicBezTo>
                  <a:pt x="67" y="510"/>
                  <a:pt x="57" y="512"/>
                  <a:pt x="49" y="512"/>
                </a:cubicBezTo>
                <a:cubicBezTo>
                  <a:pt x="41" y="512"/>
                  <a:pt x="35" y="510"/>
                  <a:pt x="30" y="507"/>
                </a:cubicBezTo>
                <a:cubicBezTo>
                  <a:pt x="26" y="503"/>
                  <a:pt x="24" y="498"/>
                  <a:pt x="24" y="491"/>
                </a:cubicBezTo>
                <a:cubicBezTo>
                  <a:pt x="24" y="484"/>
                  <a:pt x="27" y="479"/>
                  <a:pt x="34" y="475"/>
                </a:cubicBezTo>
                <a:close/>
                <a:moveTo>
                  <a:pt x="103" y="485"/>
                </a:moveTo>
                <a:cubicBezTo>
                  <a:pt x="85" y="475"/>
                  <a:pt x="85" y="475"/>
                  <a:pt x="85" y="475"/>
                </a:cubicBezTo>
                <a:cubicBezTo>
                  <a:pt x="85" y="469"/>
                  <a:pt x="85" y="469"/>
                  <a:pt x="85" y="469"/>
                </a:cubicBezTo>
                <a:cubicBezTo>
                  <a:pt x="103" y="474"/>
                  <a:pt x="103" y="474"/>
                  <a:pt x="103" y="474"/>
                </a:cubicBezTo>
                <a:lnTo>
                  <a:pt x="103" y="485"/>
                </a:lnTo>
                <a:close/>
              </a:path>
            </a:pathLst>
          </a:custGeom>
          <a:solidFill>
            <a:srgbClr val="F8BB21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21" name="Freeform 237">
            <a:extLst>
              <a:ext uri="{FF2B5EF4-FFF2-40B4-BE49-F238E27FC236}">
                <a16:creationId xmlns:a16="http://schemas.microsoft.com/office/drawing/2014/main" id="{E1F19880-1C8F-5960-EC4F-93D08CB8A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3076592" y="4926642"/>
            <a:ext cx="3322733" cy="350641"/>
          </a:xfrm>
          <a:custGeom>
            <a:avLst/>
            <a:gdLst>
              <a:gd name="T0" fmla="*/ 57 w 1094"/>
              <a:gd name="T1" fmla="*/ 47 h 115"/>
              <a:gd name="T2" fmla="*/ 39 w 1094"/>
              <a:gd name="T3" fmla="*/ 24 h 115"/>
              <a:gd name="T4" fmla="*/ 4 w 1094"/>
              <a:gd name="T5" fmla="*/ 24 h 115"/>
              <a:gd name="T6" fmla="*/ 14 w 1094"/>
              <a:gd name="T7" fmla="*/ 105 h 115"/>
              <a:gd name="T8" fmla="*/ 68 w 1094"/>
              <a:gd name="T9" fmla="*/ 56 h 115"/>
              <a:gd name="T10" fmla="*/ 99 w 1094"/>
              <a:gd name="T11" fmla="*/ 79 h 115"/>
              <a:gd name="T12" fmla="*/ 35 w 1094"/>
              <a:gd name="T13" fmla="*/ 88 h 115"/>
              <a:gd name="T14" fmla="*/ 42 w 1094"/>
              <a:gd name="T15" fmla="*/ 82 h 115"/>
              <a:gd name="T16" fmla="*/ 134 w 1094"/>
              <a:gd name="T17" fmla="*/ 17 h 115"/>
              <a:gd name="T18" fmla="*/ 133 w 1094"/>
              <a:gd name="T19" fmla="*/ 71 h 115"/>
              <a:gd name="T20" fmla="*/ 188 w 1094"/>
              <a:gd name="T21" fmla="*/ 54 h 115"/>
              <a:gd name="T22" fmla="*/ 190 w 1094"/>
              <a:gd name="T23" fmla="*/ 10 h 115"/>
              <a:gd name="T24" fmla="*/ 282 w 1094"/>
              <a:gd name="T25" fmla="*/ 66 h 115"/>
              <a:gd name="T26" fmla="*/ 257 w 1094"/>
              <a:gd name="T27" fmla="*/ 103 h 115"/>
              <a:gd name="T28" fmla="*/ 218 w 1094"/>
              <a:gd name="T29" fmla="*/ 111 h 115"/>
              <a:gd name="T30" fmla="*/ 236 w 1094"/>
              <a:gd name="T31" fmla="*/ 38 h 115"/>
              <a:gd name="T32" fmla="*/ 293 w 1094"/>
              <a:gd name="T33" fmla="*/ 26 h 115"/>
              <a:gd name="T34" fmla="*/ 291 w 1094"/>
              <a:gd name="T35" fmla="*/ 30 h 115"/>
              <a:gd name="T36" fmla="*/ 311 w 1094"/>
              <a:gd name="T37" fmla="*/ 22 h 115"/>
              <a:gd name="T38" fmla="*/ 408 w 1094"/>
              <a:gd name="T39" fmla="*/ 46 h 115"/>
              <a:gd name="T40" fmla="*/ 372 w 1094"/>
              <a:gd name="T41" fmla="*/ 112 h 115"/>
              <a:gd name="T42" fmla="*/ 367 w 1094"/>
              <a:gd name="T43" fmla="*/ 11 h 115"/>
              <a:gd name="T44" fmla="*/ 482 w 1094"/>
              <a:gd name="T45" fmla="*/ 38 h 115"/>
              <a:gd name="T46" fmla="*/ 502 w 1094"/>
              <a:gd name="T47" fmla="*/ 67 h 115"/>
              <a:gd name="T48" fmla="*/ 449 w 1094"/>
              <a:gd name="T49" fmla="*/ 7 h 115"/>
              <a:gd name="T50" fmla="*/ 615 w 1094"/>
              <a:gd name="T51" fmla="*/ 104 h 115"/>
              <a:gd name="T52" fmla="*/ 553 w 1094"/>
              <a:gd name="T53" fmla="*/ 60 h 115"/>
              <a:gd name="T54" fmla="*/ 615 w 1094"/>
              <a:gd name="T55" fmla="*/ 104 h 115"/>
              <a:gd name="T56" fmla="*/ 538 w 1094"/>
              <a:gd name="T57" fmla="*/ 22 h 115"/>
              <a:gd name="T58" fmla="*/ 567 w 1094"/>
              <a:gd name="T59" fmla="*/ 47 h 115"/>
              <a:gd name="T60" fmla="*/ 619 w 1094"/>
              <a:gd name="T61" fmla="*/ 56 h 115"/>
              <a:gd name="T62" fmla="*/ 631 w 1094"/>
              <a:gd name="T63" fmla="*/ 45 h 115"/>
              <a:gd name="T64" fmla="*/ 716 w 1094"/>
              <a:gd name="T65" fmla="*/ 78 h 115"/>
              <a:gd name="T66" fmla="*/ 671 w 1094"/>
              <a:gd name="T67" fmla="*/ 40 h 115"/>
              <a:gd name="T68" fmla="*/ 685 w 1094"/>
              <a:gd name="T69" fmla="*/ 7 h 115"/>
              <a:gd name="T70" fmla="*/ 740 w 1094"/>
              <a:gd name="T71" fmla="*/ 32 h 115"/>
              <a:gd name="T72" fmla="*/ 671 w 1094"/>
              <a:gd name="T73" fmla="*/ 73 h 115"/>
              <a:gd name="T74" fmla="*/ 716 w 1094"/>
              <a:gd name="T75" fmla="*/ 3 h 115"/>
              <a:gd name="T76" fmla="*/ 733 w 1094"/>
              <a:gd name="T77" fmla="*/ 0 h 115"/>
              <a:gd name="T78" fmla="*/ 776 w 1094"/>
              <a:gd name="T79" fmla="*/ 20 h 115"/>
              <a:gd name="T80" fmla="*/ 806 w 1094"/>
              <a:gd name="T81" fmla="*/ 72 h 115"/>
              <a:gd name="T82" fmla="*/ 764 w 1094"/>
              <a:gd name="T83" fmla="*/ 18 h 115"/>
              <a:gd name="T84" fmla="*/ 865 w 1094"/>
              <a:gd name="T85" fmla="*/ 73 h 115"/>
              <a:gd name="T86" fmla="*/ 932 w 1094"/>
              <a:gd name="T87" fmla="*/ 52 h 115"/>
              <a:gd name="T88" fmla="*/ 932 w 1094"/>
              <a:gd name="T89" fmla="*/ 9 h 115"/>
              <a:gd name="T90" fmla="*/ 881 w 1094"/>
              <a:gd name="T91" fmla="*/ 23 h 115"/>
              <a:gd name="T92" fmla="*/ 916 w 1094"/>
              <a:gd name="T93" fmla="*/ 53 h 115"/>
              <a:gd name="T94" fmla="*/ 913 w 1094"/>
              <a:gd name="T95" fmla="*/ 60 h 115"/>
              <a:gd name="T96" fmla="*/ 912 w 1094"/>
              <a:gd name="T97" fmla="*/ 112 h 115"/>
              <a:gd name="T98" fmla="*/ 933 w 1094"/>
              <a:gd name="T99" fmla="*/ 80 h 115"/>
              <a:gd name="T100" fmla="*/ 926 w 1094"/>
              <a:gd name="T101" fmla="*/ 85 h 115"/>
              <a:gd name="T102" fmla="*/ 1058 w 1094"/>
              <a:gd name="T103" fmla="*/ 6 h 115"/>
              <a:gd name="T104" fmla="*/ 991 w 1094"/>
              <a:gd name="T105" fmla="*/ 33 h 115"/>
              <a:gd name="T106" fmla="*/ 1034 w 1094"/>
              <a:gd name="T107" fmla="*/ 87 h 115"/>
              <a:gd name="T108" fmla="*/ 1056 w 1094"/>
              <a:gd name="T109" fmla="*/ 80 h 115"/>
              <a:gd name="T110" fmla="*/ 1094 w 1094"/>
              <a:gd name="T111" fmla="*/ 23 h 115"/>
              <a:gd name="T112" fmla="*/ 1048 w 1094"/>
              <a:gd name="T113" fmla="*/ 66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094" h="115">
                <a:moveTo>
                  <a:pt x="70" y="48"/>
                </a:moveTo>
                <a:cubicBezTo>
                  <a:pt x="71" y="47"/>
                  <a:pt x="71" y="45"/>
                  <a:pt x="72" y="43"/>
                </a:cubicBezTo>
                <a:cubicBezTo>
                  <a:pt x="63" y="41"/>
                  <a:pt x="63" y="41"/>
                  <a:pt x="63" y="41"/>
                </a:cubicBezTo>
                <a:cubicBezTo>
                  <a:pt x="63" y="43"/>
                  <a:pt x="62" y="45"/>
                  <a:pt x="62" y="47"/>
                </a:cubicBezTo>
                <a:cubicBezTo>
                  <a:pt x="60" y="47"/>
                  <a:pt x="59" y="47"/>
                  <a:pt x="57" y="47"/>
                </a:cubicBezTo>
                <a:cubicBezTo>
                  <a:pt x="55" y="47"/>
                  <a:pt x="47" y="47"/>
                  <a:pt x="39" y="50"/>
                </a:cubicBezTo>
                <a:cubicBezTo>
                  <a:pt x="39" y="44"/>
                  <a:pt x="39" y="38"/>
                  <a:pt x="39" y="32"/>
                </a:cubicBezTo>
                <a:cubicBezTo>
                  <a:pt x="53" y="31"/>
                  <a:pt x="76" y="30"/>
                  <a:pt x="89" y="27"/>
                </a:cubicBezTo>
                <a:cubicBezTo>
                  <a:pt x="88" y="19"/>
                  <a:pt x="88" y="19"/>
                  <a:pt x="88" y="19"/>
                </a:cubicBezTo>
                <a:cubicBezTo>
                  <a:pt x="75" y="22"/>
                  <a:pt x="53" y="24"/>
                  <a:pt x="39" y="24"/>
                </a:cubicBezTo>
                <a:cubicBezTo>
                  <a:pt x="40" y="19"/>
                  <a:pt x="40" y="14"/>
                  <a:pt x="40" y="9"/>
                </a:cubicBezTo>
                <a:cubicBezTo>
                  <a:pt x="42" y="9"/>
                  <a:pt x="43" y="8"/>
                  <a:pt x="44" y="7"/>
                </a:cubicBezTo>
                <a:cubicBezTo>
                  <a:pt x="31" y="6"/>
                  <a:pt x="31" y="6"/>
                  <a:pt x="31" y="6"/>
                </a:cubicBezTo>
                <a:cubicBezTo>
                  <a:pt x="31" y="12"/>
                  <a:pt x="31" y="19"/>
                  <a:pt x="31" y="24"/>
                </a:cubicBezTo>
                <a:cubicBezTo>
                  <a:pt x="21" y="24"/>
                  <a:pt x="10" y="24"/>
                  <a:pt x="4" y="24"/>
                </a:cubicBezTo>
                <a:cubicBezTo>
                  <a:pt x="4" y="32"/>
                  <a:pt x="4" y="32"/>
                  <a:pt x="4" y="32"/>
                </a:cubicBezTo>
                <a:cubicBezTo>
                  <a:pt x="8" y="32"/>
                  <a:pt x="10" y="32"/>
                  <a:pt x="31" y="32"/>
                </a:cubicBezTo>
                <a:cubicBezTo>
                  <a:pt x="31" y="39"/>
                  <a:pt x="31" y="46"/>
                  <a:pt x="31" y="52"/>
                </a:cubicBezTo>
                <a:cubicBezTo>
                  <a:pt x="13" y="59"/>
                  <a:pt x="0" y="72"/>
                  <a:pt x="0" y="89"/>
                </a:cubicBezTo>
                <a:cubicBezTo>
                  <a:pt x="0" y="98"/>
                  <a:pt x="5" y="105"/>
                  <a:pt x="14" y="105"/>
                </a:cubicBezTo>
                <a:cubicBezTo>
                  <a:pt x="20" y="105"/>
                  <a:pt x="27" y="103"/>
                  <a:pt x="37" y="96"/>
                </a:cubicBezTo>
                <a:cubicBezTo>
                  <a:pt x="38" y="98"/>
                  <a:pt x="39" y="100"/>
                  <a:pt x="40" y="102"/>
                </a:cubicBezTo>
                <a:cubicBezTo>
                  <a:pt x="47" y="97"/>
                  <a:pt x="47" y="97"/>
                  <a:pt x="47" y="97"/>
                </a:cubicBezTo>
                <a:cubicBezTo>
                  <a:pt x="46" y="96"/>
                  <a:pt x="45" y="93"/>
                  <a:pt x="44" y="91"/>
                </a:cubicBezTo>
                <a:cubicBezTo>
                  <a:pt x="54" y="82"/>
                  <a:pt x="62" y="69"/>
                  <a:pt x="68" y="56"/>
                </a:cubicBezTo>
                <a:cubicBezTo>
                  <a:pt x="81" y="58"/>
                  <a:pt x="90" y="65"/>
                  <a:pt x="90" y="79"/>
                </a:cubicBezTo>
                <a:cubicBezTo>
                  <a:pt x="90" y="79"/>
                  <a:pt x="90" y="79"/>
                  <a:pt x="90" y="79"/>
                </a:cubicBezTo>
                <a:cubicBezTo>
                  <a:pt x="90" y="95"/>
                  <a:pt x="75" y="104"/>
                  <a:pt x="50" y="106"/>
                </a:cubicBezTo>
                <a:cubicBezTo>
                  <a:pt x="51" y="108"/>
                  <a:pt x="52" y="111"/>
                  <a:pt x="53" y="113"/>
                </a:cubicBezTo>
                <a:cubicBezTo>
                  <a:pt x="83" y="110"/>
                  <a:pt x="99" y="98"/>
                  <a:pt x="99" y="79"/>
                </a:cubicBezTo>
                <a:cubicBezTo>
                  <a:pt x="99" y="65"/>
                  <a:pt x="91" y="52"/>
                  <a:pt x="70" y="48"/>
                </a:cubicBezTo>
                <a:close/>
                <a:moveTo>
                  <a:pt x="16" y="97"/>
                </a:moveTo>
                <a:cubicBezTo>
                  <a:pt x="12" y="97"/>
                  <a:pt x="8" y="95"/>
                  <a:pt x="8" y="88"/>
                </a:cubicBezTo>
                <a:cubicBezTo>
                  <a:pt x="8" y="76"/>
                  <a:pt x="18" y="66"/>
                  <a:pt x="31" y="60"/>
                </a:cubicBezTo>
                <a:cubicBezTo>
                  <a:pt x="32" y="71"/>
                  <a:pt x="33" y="81"/>
                  <a:pt x="35" y="88"/>
                </a:cubicBezTo>
                <a:cubicBezTo>
                  <a:pt x="28" y="93"/>
                  <a:pt x="22" y="97"/>
                  <a:pt x="16" y="97"/>
                </a:cubicBezTo>
                <a:close/>
                <a:moveTo>
                  <a:pt x="42" y="82"/>
                </a:moveTo>
                <a:cubicBezTo>
                  <a:pt x="40" y="75"/>
                  <a:pt x="39" y="67"/>
                  <a:pt x="39" y="57"/>
                </a:cubicBezTo>
                <a:cubicBezTo>
                  <a:pt x="48" y="54"/>
                  <a:pt x="57" y="54"/>
                  <a:pt x="59" y="55"/>
                </a:cubicBezTo>
                <a:cubicBezTo>
                  <a:pt x="55" y="65"/>
                  <a:pt x="49" y="75"/>
                  <a:pt x="42" y="82"/>
                </a:cubicBezTo>
                <a:close/>
                <a:moveTo>
                  <a:pt x="125" y="75"/>
                </a:moveTo>
                <a:cubicBezTo>
                  <a:pt x="123" y="68"/>
                  <a:pt x="122" y="59"/>
                  <a:pt x="122" y="52"/>
                </a:cubicBezTo>
                <a:cubicBezTo>
                  <a:pt x="122" y="41"/>
                  <a:pt x="123" y="28"/>
                  <a:pt x="126" y="13"/>
                </a:cubicBezTo>
                <a:cubicBezTo>
                  <a:pt x="138" y="15"/>
                  <a:pt x="138" y="15"/>
                  <a:pt x="138" y="15"/>
                </a:cubicBezTo>
                <a:cubicBezTo>
                  <a:pt x="137" y="16"/>
                  <a:pt x="136" y="17"/>
                  <a:pt x="134" y="17"/>
                </a:cubicBezTo>
                <a:cubicBezTo>
                  <a:pt x="132" y="27"/>
                  <a:pt x="130" y="42"/>
                  <a:pt x="130" y="52"/>
                </a:cubicBezTo>
                <a:cubicBezTo>
                  <a:pt x="130" y="54"/>
                  <a:pt x="130" y="57"/>
                  <a:pt x="131" y="58"/>
                </a:cubicBezTo>
                <a:cubicBezTo>
                  <a:pt x="133" y="52"/>
                  <a:pt x="137" y="44"/>
                  <a:pt x="140" y="40"/>
                </a:cubicBezTo>
                <a:cubicBezTo>
                  <a:pt x="141" y="41"/>
                  <a:pt x="143" y="44"/>
                  <a:pt x="145" y="45"/>
                </a:cubicBezTo>
                <a:cubicBezTo>
                  <a:pt x="136" y="61"/>
                  <a:pt x="133" y="65"/>
                  <a:pt x="133" y="71"/>
                </a:cubicBezTo>
                <a:cubicBezTo>
                  <a:pt x="133" y="71"/>
                  <a:pt x="133" y="72"/>
                  <a:pt x="133" y="74"/>
                </a:cubicBezTo>
                <a:lnTo>
                  <a:pt x="125" y="75"/>
                </a:lnTo>
                <a:close/>
                <a:moveTo>
                  <a:pt x="190" y="10"/>
                </a:moveTo>
                <a:cubicBezTo>
                  <a:pt x="189" y="11"/>
                  <a:pt x="188" y="12"/>
                  <a:pt x="186" y="12"/>
                </a:cubicBezTo>
                <a:cubicBezTo>
                  <a:pt x="187" y="23"/>
                  <a:pt x="188" y="40"/>
                  <a:pt x="188" y="54"/>
                </a:cubicBezTo>
                <a:cubicBezTo>
                  <a:pt x="188" y="77"/>
                  <a:pt x="180" y="98"/>
                  <a:pt x="144" y="113"/>
                </a:cubicBezTo>
                <a:cubicBezTo>
                  <a:pt x="142" y="111"/>
                  <a:pt x="140" y="108"/>
                  <a:pt x="138" y="106"/>
                </a:cubicBezTo>
                <a:cubicBezTo>
                  <a:pt x="171" y="94"/>
                  <a:pt x="179" y="74"/>
                  <a:pt x="179" y="54"/>
                </a:cubicBezTo>
                <a:cubicBezTo>
                  <a:pt x="179" y="39"/>
                  <a:pt x="178" y="22"/>
                  <a:pt x="177" y="9"/>
                </a:cubicBezTo>
                <a:lnTo>
                  <a:pt x="190" y="10"/>
                </a:lnTo>
                <a:close/>
                <a:moveTo>
                  <a:pt x="253" y="10"/>
                </a:moveTo>
                <a:cubicBezTo>
                  <a:pt x="253" y="11"/>
                  <a:pt x="252" y="12"/>
                  <a:pt x="249" y="12"/>
                </a:cubicBezTo>
                <a:cubicBezTo>
                  <a:pt x="248" y="19"/>
                  <a:pt x="246" y="30"/>
                  <a:pt x="244" y="38"/>
                </a:cubicBezTo>
                <a:cubicBezTo>
                  <a:pt x="250" y="37"/>
                  <a:pt x="255" y="37"/>
                  <a:pt x="258" y="37"/>
                </a:cubicBezTo>
                <a:cubicBezTo>
                  <a:pt x="276" y="36"/>
                  <a:pt x="282" y="48"/>
                  <a:pt x="282" y="66"/>
                </a:cubicBezTo>
                <a:cubicBezTo>
                  <a:pt x="282" y="75"/>
                  <a:pt x="281" y="86"/>
                  <a:pt x="278" y="93"/>
                </a:cubicBezTo>
                <a:cubicBezTo>
                  <a:pt x="274" y="106"/>
                  <a:pt x="267" y="111"/>
                  <a:pt x="257" y="111"/>
                </a:cubicBezTo>
                <a:cubicBezTo>
                  <a:pt x="252" y="111"/>
                  <a:pt x="245" y="109"/>
                  <a:pt x="235" y="101"/>
                </a:cubicBezTo>
                <a:cubicBezTo>
                  <a:pt x="236" y="99"/>
                  <a:pt x="237" y="96"/>
                  <a:pt x="238" y="94"/>
                </a:cubicBezTo>
                <a:cubicBezTo>
                  <a:pt x="248" y="101"/>
                  <a:pt x="253" y="103"/>
                  <a:pt x="257" y="103"/>
                </a:cubicBezTo>
                <a:cubicBezTo>
                  <a:pt x="264" y="103"/>
                  <a:pt x="268" y="99"/>
                  <a:pt x="270" y="91"/>
                </a:cubicBezTo>
                <a:cubicBezTo>
                  <a:pt x="273" y="83"/>
                  <a:pt x="274" y="72"/>
                  <a:pt x="274" y="66"/>
                </a:cubicBezTo>
                <a:cubicBezTo>
                  <a:pt x="274" y="52"/>
                  <a:pt x="269" y="44"/>
                  <a:pt x="257" y="44"/>
                </a:cubicBezTo>
                <a:cubicBezTo>
                  <a:pt x="254" y="44"/>
                  <a:pt x="249" y="45"/>
                  <a:pt x="243" y="46"/>
                </a:cubicBezTo>
                <a:cubicBezTo>
                  <a:pt x="237" y="70"/>
                  <a:pt x="230" y="91"/>
                  <a:pt x="218" y="111"/>
                </a:cubicBezTo>
                <a:cubicBezTo>
                  <a:pt x="210" y="107"/>
                  <a:pt x="210" y="107"/>
                  <a:pt x="210" y="107"/>
                </a:cubicBezTo>
                <a:cubicBezTo>
                  <a:pt x="222" y="88"/>
                  <a:pt x="228" y="69"/>
                  <a:pt x="234" y="47"/>
                </a:cubicBezTo>
                <a:cubicBezTo>
                  <a:pt x="228" y="47"/>
                  <a:pt x="219" y="48"/>
                  <a:pt x="213" y="49"/>
                </a:cubicBezTo>
                <a:cubicBezTo>
                  <a:pt x="212" y="41"/>
                  <a:pt x="212" y="41"/>
                  <a:pt x="212" y="41"/>
                </a:cubicBezTo>
                <a:cubicBezTo>
                  <a:pt x="218" y="40"/>
                  <a:pt x="228" y="39"/>
                  <a:pt x="236" y="38"/>
                </a:cubicBezTo>
                <a:cubicBezTo>
                  <a:pt x="237" y="30"/>
                  <a:pt x="239" y="19"/>
                  <a:pt x="241" y="8"/>
                </a:cubicBezTo>
                <a:lnTo>
                  <a:pt x="253" y="10"/>
                </a:lnTo>
                <a:close/>
                <a:moveTo>
                  <a:pt x="281" y="6"/>
                </a:moveTo>
                <a:cubicBezTo>
                  <a:pt x="287" y="11"/>
                  <a:pt x="294" y="18"/>
                  <a:pt x="297" y="23"/>
                </a:cubicBezTo>
                <a:cubicBezTo>
                  <a:pt x="293" y="26"/>
                  <a:pt x="293" y="26"/>
                  <a:pt x="293" y="26"/>
                </a:cubicBezTo>
                <a:cubicBezTo>
                  <a:pt x="289" y="21"/>
                  <a:pt x="282" y="14"/>
                  <a:pt x="277" y="10"/>
                </a:cubicBezTo>
                <a:lnTo>
                  <a:pt x="281" y="6"/>
                </a:lnTo>
                <a:close/>
                <a:moveTo>
                  <a:pt x="308" y="76"/>
                </a:moveTo>
                <a:cubicBezTo>
                  <a:pt x="304" y="59"/>
                  <a:pt x="295" y="44"/>
                  <a:pt x="284" y="35"/>
                </a:cubicBezTo>
                <a:cubicBezTo>
                  <a:pt x="291" y="30"/>
                  <a:pt x="291" y="30"/>
                  <a:pt x="291" y="30"/>
                </a:cubicBezTo>
                <a:cubicBezTo>
                  <a:pt x="302" y="40"/>
                  <a:pt x="313" y="55"/>
                  <a:pt x="317" y="73"/>
                </a:cubicBezTo>
                <a:lnTo>
                  <a:pt x="308" y="76"/>
                </a:lnTo>
                <a:close/>
                <a:moveTo>
                  <a:pt x="299" y="1"/>
                </a:moveTo>
                <a:cubicBezTo>
                  <a:pt x="305" y="6"/>
                  <a:pt x="312" y="13"/>
                  <a:pt x="316" y="18"/>
                </a:cubicBezTo>
                <a:cubicBezTo>
                  <a:pt x="311" y="22"/>
                  <a:pt x="311" y="22"/>
                  <a:pt x="311" y="22"/>
                </a:cubicBezTo>
                <a:cubicBezTo>
                  <a:pt x="308" y="16"/>
                  <a:pt x="300" y="9"/>
                  <a:pt x="295" y="5"/>
                </a:cubicBezTo>
                <a:lnTo>
                  <a:pt x="299" y="1"/>
                </a:lnTo>
                <a:close/>
                <a:moveTo>
                  <a:pt x="411" y="47"/>
                </a:moveTo>
                <a:cubicBezTo>
                  <a:pt x="411" y="47"/>
                  <a:pt x="411" y="47"/>
                  <a:pt x="410" y="47"/>
                </a:cubicBezTo>
                <a:cubicBezTo>
                  <a:pt x="409" y="47"/>
                  <a:pt x="408" y="47"/>
                  <a:pt x="408" y="46"/>
                </a:cubicBezTo>
                <a:cubicBezTo>
                  <a:pt x="372" y="57"/>
                  <a:pt x="340" y="72"/>
                  <a:pt x="340" y="88"/>
                </a:cubicBezTo>
                <a:cubicBezTo>
                  <a:pt x="340" y="100"/>
                  <a:pt x="353" y="104"/>
                  <a:pt x="372" y="104"/>
                </a:cubicBezTo>
                <a:cubicBezTo>
                  <a:pt x="391" y="104"/>
                  <a:pt x="406" y="102"/>
                  <a:pt x="415" y="101"/>
                </a:cubicBezTo>
                <a:cubicBezTo>
                  <a:pt x="415" y="110"/>
                  <a:pt x="415" y="110"/>
                  <a:pt x="415" y="110"/>
                </a:cubicBezTo>
                <a:cubicBezTo>
                  <a:pt x="404" y="111"/>
                  <a:pt x="386" y="112"/>
                  <a:pt x="372" y="112"/>
                </a:cubicBezTo>
                <a:cubicBezTo>
                  <a:pt x="349" y="112"/>
                  <a:pt x="331" y="107"/>
                  <a:pt x="331" y="89"/>
                </a:cubicBezTo>
                <a:cubicBezTo>
                  <a:pt x="331" y="76"/>
                  <a:pt x="344" y="65"/>
                  <a:pt x="363" y="55"/>
                </a:cubicBezTo>
                <a:cubicBezTo>
                  <a:pt x="359" y="48"/>
                  <a:pt x="357" y="34"/>
                  <a:pt x="357" y="7"/>
                </a:cubicBezTo>
                <a:cubicBezTo>
                  <a:pt x="370" y="8"/>
                  <a:pt x="370" y="8"/>
                  <a:pt x="370" y="8"/>
                </a:cubicBezTo>
                <a:cubicBezTo>
                  <a:pt x="370" y="9"/>
                  <a:pt x="369" y="10"/>
                  <a:pt x="367" y="11"/>
                </a:cubicBezTo>
                <a:cubicBezTo>
                  <a:pt x="367" y="32"/>
                  <a:pt x="367" y="45"/>
                  <a:pt x="371" y="51"/>
                </a:cubicBezTo>
                <a:cubicBezTo>
                  <a:pt x="382" y="46"/>
                  <a:pt x="395" y="41"/>
                  <a:pt x="408" y="37"/>
                </a:cubicBezTo>
                <a:lnTo>
                  <a:pt x="411" y="47"/>
                </a:lnTo>
                <a:close/>
                <a:moveTo>
                  <a:pt x="432" y="48"/>
                </a:moveTo>
                <a:cubicBezTo>
                  <a:pt x="450" y="43"/>
                  <a:pt x="473" y="38"/>
                  <a:pt x="482" y="38"/>
                </a:cubicBezTo>
                <a:cubicBezTo>
                  <a:pt x="500" y="38"/>
                  <a:pt x="511" y="48"/>
                  <a:pt x="511" y="66"/>
                </a:cubicBezTo>
                <a:cubicBezTo>
                  <a:pt x="511" y="67"/>
                  <a:pt x="511" y="67"/>
                  <a:pt x="511" y="67"/>
                </a:cubicBezTo>
                <a:cubicBezTo>
                  <a:pt x="510" y="89"/>
                  <a:pt x="493" y="105"/>
                  <a:pt x="459" y="114"/>
                </a:cubicBezTo>
                <a:cubicBezTo>
                  <a:pt x="458" y="112"/>
                  <a:pt x="455" y="109"/>
                  <a:pt x="453" y="107"/>
                </a:cubicBezTo>
                <a:cubicBezTo>
                  <a:pt x="484" y="99"/>
                  <a:pt x="502" y="85"/>
                  <a:pt x="502" y="67"/>
                </a:cubicBezTo>
                <a:cubicBezTo>
                  <a:pt x="502" y="55"/>
                  <a:pt x="496" y="47"/>
                  <a:pt x="482" y="47"/>
                </a:cubicBezTo>
                <a:cubicBezTo>
                  <a:pt x="472" y="47"/>
                  <a:pt x="453" y="51"/>
                  <a:pt x="438" y="56"/>
                </a:cubicBezTo>
                <a:cubicBezTo>
                  <a:pt x="438" y="57"/>
                  <a:pt x="437" y="58"/>
                  <a:pt x="436" y="59"/>
                </a:cubicBezTo>
                <a:lnTo>
                  <a:pt x="432" y="48"/>
                </a:lnTo>
                <a:close/>
                <a:moveTo>
                  <a:pt x="449" y="7"/>
                </a:moveTo>
                <a:cubicBezTo>
                  <a:pt x="466" y="8"/>
                  <a:pt x="485" y="12"/>
                  <a:pt x="497" y="16"/>
                </a:cubicBezTo>
                <a:cubicBezTo>
                  <a:pt x="495" y="24"/>
                  <a:pt x="495" y="24"/>
                  <a:pt x="495" y="24"/>
                </a:cubicBezTo>
                <a:cubicBezTo>
                  <a:pt x="482" y="20"/>
                  <a:pt x="463" y="16"/>
                  <a:pt x="447" y="15"/>
                </a:cubicBezTo>
                <a:lnTo>
                  <a:pt x="449" y="7"/>
                </a:lnTo>
                <a:close/>
                <a:moveTo>
                  <a:pt x="615" y="104"/>
                </a:moveTo>
                <a:cubicBezTo>
                  <a:pt x="604" y="105"/>
                  <a:pt x="590" y="106"/>
                  <a:pt x="578" y="106"/>
                </a:cubicBezTo>
                <a:cubicBezTo>
                  <a:pt x="568" y="106"/>
                  <a:pt x="559" y="106"/>
                  <a:pt x="555" y="105"/>
                </a:cubicBezTo>
                <a:cubicBezTo>
                  <a:pt x="540" y="102"/>
                  <a:pt x="534" y="92"/>
                  <a:pt x="534" y="82"/>
                </a:cubicBezTo>
                <a:cubicBezTo>
                  <a:pt x="534" y="73"/>
                  <a:pt x="539" y="63"/>
                  <a:pt x="546" y="56"/>
                </a:cubicBezTo>
                <a:cubicBezTo>
                  <a:pt x="553" y="60"/>
                  <a:pt x="553" y="60"/>
                  <a:pt x="553" y="60"/>
                </a:cubicBezTo>
                <a:cubicBezTo>
                  <a:pt x="546" y="67"/>
                  <a:pt x="542" y="74"/>
                  <a:pt x="542" y="81"/>
                </a:cubicBezTo>
                <a:cubicBezTo>
                  <a:pt x="542" y="88"/>
                  <a:pt x="547" y="94"/>
                  <a:pt x="557" y="97"/>
                </a:cubicBezTo>
                <a:cubicBezTo>
                  <a:pt x="561" y="98"/>
                  <a:pt x="568" y="98"/>
                  <a:pt x="577" y="98"/>
                </a:cubicBezTo>
                <a:cubicBezTo>
                  <a:pt x="588" y="98"/>
                  <a:pt x="602" y="97"/>
                  <a:pt x="614" y="95"/>
                </a:cubicBezTo>
                <a:lnTo>
                  <a:pt x="615" y="104"/>
                </a:lnTo>
                <a:close/>
                <a:moveTo>
                  <a:pt x="561" y="43"/>
                </a:moveTo>
                <a:cubicBezTo>
                  <a:pt x="567" y="38"/>
                  <a:pt x="575" y="32"/>
                  <a:pt x="582" y="29"/>
                </a:cubicBezTo>
                <a:cubicBezTo>
                  <a:pt x="582" y="29"/>
                  <a:pt x="582" y="29"/>
                  <a:pt x="582" y="29"/>
                </a:cubicBezTo>
                <a:cubicBezTo>
                  <a:pt x="573" y="30"/>
                  <a:pt x="552" y="30"/>
                  <a:pt x="539" y="30"/>
                </a:cubicBezTo>
                <a:cubicBezTo>
                  <a:pt x="539" y="28"/>
                  <a:pt x="539" y="24"/>
                  <a:pt x="538" y="22"/>
                </a:cubicBezTo>
                <a:cubicBezTo>
                  <a:pt x="545" y="22"/>
                  <a:pt x="545" y="22"/>
                  <a:pt x="545" y="22"/>
                </a:cubicBezTo>
                <a:cubicBezTo>
                  <a:pt x="560" y="22"/>
                  <a:pt x="592" y="22"/>
                  <a:pt x="607" y="18"/>
                </a:cubicBezTo>
                <a:cubicBezTo>
                  <a:pt x="608" y="27"/>
                  <a:pt x="608" y="27"/>
                  <a:pt x="608" y="27"/>
                </a:cubicBezTo>
                <a:cubicBezTo>
                  <a:pt x="604" y="27"/>
                  <a:pt x="601" y="28"/>
                  <a:pt x="595" y="30"/>
                </a:cubicBezTo>
                <a:cubicBezTo>
                  <a:pt x="589" y="33"/>
                  <a:pt x="577" y="40"/>
                  <a:pt x="567" y="47"/>
                </a:cubicBezTo>
                <a:lnTo>
                  <a:pt x="561" y="43"/>
                </a:lnTo>
                <a:close/>
                <a:moveTo>
                  <a:pt x="614" y="60"/>
                </a:moveTo>
                <a:cubicBezTo>
                  <a:pt x="611" y="55"/>
                  <a:pt x="604" y="48"/>
                  <a:pt x="598" y="44"/>
                </a:cubicBezTo>
                <a:cubicBezTo>
                  <a:pt x="602" y="40"/>
                  <a:pt x="602" y="40"/>
                  <a:pt x="602" y="40"/>
                </a:cubicBezTo>
                <a:cubicBezTo>
                  <a:pt x="608" y="44"/>
                  <a:pt x="615" y="51"/>
                  <a:pt x="619" y="56"/>
                </a:cubicBezTo>
                <a:lnTo>
                  <a:pt x="614" y="60"/>
                </a:lnTo>
                <a:close/>
                <a:moveTo>
                  <a:pt x="627" y="49"/>
                </a:moveTo>
                <a:cubicBezTo>
                  <a:pt x="624" y="44"/>
                  <a:pt x="617" y="37"/>
                  <a:pt x="611" y="32"/>
                </a:cubicBezTo>
                <a:cubicBezTo>
                  <a:pt x="615" y="29"/>
                  <a:pt x="615" y="29"/>
                  <a:pt x="615" y="29"/>
                </a:cubicBezTo>
                <a:cubicBezTo>
                  <a:pt x="621" y="33"/>
                  <a:pt x="628" y="40"/>
                  <a:pt x="631" y="45"/>
                </a:cubicBezTo>
                <a:lnTo>
                  <a:pt x="627" y="49"/>
                </a:lnTo>
                <a:close/>
                <a:moveTo>
                  <a:pt x="740" y="32"/>
                </a:moveTo>
                <a:cubicBezTo>
                  <a:pt x="729" y="35"/>
                  <a:pt x="714" y="38"/>
                  <a:pt x="700" y="39"/>
                </a:cubicBezTo>
                <a:cubicBezTo>
                  <a:pt x="704" y="55"/>
                  <a:pt x="710" y="65"/>
                  <a:pt x="722" y="71"/>
                </a:cubicBezTo>
                <a:cubicBezTo>
                  <a:pt x="716" y="78"/>
                  <a:pt x="716" y="78"/>
                  <a:pt x="716" y="78"/>
                </a:cubicBezTo>
                <a:cubicBezTo>
                  <a:pt x="710" y="73"/>
                  <a:pt x="702" y="70"/>
                  <a:pt x="689" y="70"/>
                </a:cubicBezTo>
                <a:cubicBezTo>
                  <a:pt x="688" y="63"/>
                  <a:pt x="688" y="63"/>
                  <a:pt x="688" y="63"/>
                </a:cubicBezTo>
                <a:cubicBezTo>
                  <a:pt x="694" y="63"/>
                  <a:pt x="698" y="64"/>
                  <a:pt x="701" y="64"/>
                </a:cubicBezTo>
                <a:cubicBezTo>
                  <a:pt x="698" y="60"/>
                  <a:pt x="694" y="50"/>
                  <a:pt x="691" y="40"/>
                </a:cubicBezTo>
                <a:cubicBezTo>
                  <a:pt x="686" y="40"/>
                  <a:pt x="678" y="40"/>
                  <a:pt x="671" y="40"/>
                </a:cubicBezTo>
                <a:cubicBezTo>
                  <a:pt x="663" y="40"/>
                  <a:pt x="650" y="40"/>
                  <a:pt x="643" y="40"/>
                </a:cubicBezTo>
                <a:cubicBezTo>
                  <a:pt x="643" y="32"/>
                  <a:pt x="643" y="32"/>
                  <a:pt x="643" y="32"/>
                </a:cubicBezTo>
                <a:cubicBezTo>
                  <a:pt x="650" y="32"/>
                  <a:pt x="660" y="32"/>
                  <a:pt x="671" y="32"/>
                </a:cubicBezTo>
                <a:cubicBezTo>
                  <a:pt x="677" y="32"/>
                  <a:pt x="684" y="32"/>
                  <a:pt x="689" y="32"/>
                </a:cubicBezTo>
                <a:cubicBezTo>
                  <a:pt x="688" y="25"/>
                  <a:pt x="686" y="16"/>
                  <a:pt x="685" y="7"/>
                </a:cubicBezTo>
                <a:cubicBezTo>
                  <a:pt x="698" y="7"/>
                  <a:pt x="698" y="7"/>
                  <a:pt x="698" y="7"/>
                </a:cubicBezTo>
                <a:cubicBezTo>
                  <a:pt x="698" y="9"/>
                  <a:pt x="697" y="10"/>
                  <a:pt x="695" y="10"/>
                </a:cubicBezTo>
                <a:cubicBezTo>
                  <a:pt x="695" y="17"/>
                  <a:pt x="696" y="24"/>
                  <a:pt x="698" y="31"/>
                </a:cubicBezTo>
                <a:cubicBezTo>
                  <a:pt x="712" y="30"/>
                  <a:pt x="727" y="27"/>
                  <a:pt x="738" y="24"/>
                </a:cubicBezTo>
                <a:lnTo>
                  <a:pt x="740" y="32"/>
                </a:lnTo>
                <a:close/>
                <a:moveTo>
                  <a:pt x="719" y="112"/>
                </a:moveTo>
                <a:cubicBezTo>
                  <a:pt x="713" y="112"/>
                  <a:pt x="707" y="112"/>
                  <a:pt x="696" y="112"/>
                </a:cubicBezTo>
                <a:cubicBezTo>
                  <a:pt x="671" y="112"/>
                  <a:pt x="653" y="104"/>
                  <a:pt x="653" y="88"/>
                </a:cubicBezTo>
                <a:cubicBezTo>
                  <a:pt x="653" y="81"/>
                  <a:pt x="658" y="74"/>
                  <a:pt x="664" y="68"/>
                </a:cubicBezTo>
                <a:cubicBezTo>
                  <a:pt x="671" y="73"/>
                  <a:pt x="671" y="73"/>
                  <a:pt x="671" y="73"/>
                </a:cubicBezTo>
                <a:cubicBezTo>
                  <a:pt x="665" y="77"/>
                  <a:pt x="662" y="83"/>
                  <a:pt x="662" y="88"/>
                </a:cubicBezTo>
                <a:cubicBezTo>
                  <a:pt x="662" y="100"/>
                  <a:pt x="677" y="104"/>
                  <a:pt x="697" y="104"/>
                </a:cubicBezTo>
                <a:cubicBezTo>
                  <a:pt x="707" y="104"/>
                  <a:pt x="713" y="104"/>
                  <a:pt x="719" y="103"/>
                </a:cubicBezTo>
                <a:lnTo>
                  <a:pt x="719" y="112"/>
                </a:lnTo>
                <a:close/>
                <a:moveTo>
                  <a:pt x="716" y="3"/>
                </a:moveTo>
                <a:cubicBezTo>
                  <a:pt x="721" y="8"/>
                  <a:pt x="727" y="14"/>
                  <a:pt x="730" y="19"/>
                </a:cubicBezTo>
                <a:cubicBezTo>
                  <a:pt x="725" y="23"/>
                  <a:pt x="725" y="23"/>
                  <a:pt x="725" y="23"/>
                </a:cubicBezTo>
                <a:cubicBezTo>
                  <a:pt x="722" y="17"/>
                  <a:pt x="716" y="11"/>
                  <a:pt x="712" y="6"/>
                </a:cubicBezTo>
                <a:lnTo>
                  <a:pt x="716" y="3"/>
                </a:lnTo>
                <a:close/>
                <a:moveTo>
                  <a:pt x="733" y="0"/>
                </a:moveTo>
                <a:cubicBezTo>
                  <a:pt x="738" y="5"/>
                  <a:pt x="744" y="11"/>
                  <a:pt x="747" y="16"/>
                </a:cubicBezTo>
                <a:cubicBezTo>
                  <a:pt x="742" y="20"/>
                  <a:pt x="742" y="20"/>
                  <a:pt x="742" y="20"/>
                </a:cubicBezTo>
                <a:cubicBezTo>
                  <a:pt x="739" y="15"/>
                  <a:pt x="733" y="8"/>
                  <a:pt x="728" y="3"/>
                </a:cubicBezTo>
                <a:lnTo>
                  <a:pt x="733" y="0"/>
                </a:lnTo>
                <a:close/>
                <a:moveTo>
                  <a:pt x="776" y="20"/>
                </a:moveTo>
                <a:cubicBezTo>
                  <a:pt x="776" y="21"/>
                  <a:pt x="775" y="22"/>
                  <a:pt x="773" y="22"/>
                </a:cubicBezTo>
                <a:cubicBezTo>
                  <a:pt x="772" y="31"/>
                  <a:pt x="771" y="42"/>
                  <a:pt x="771" y="52"/>
                </a:cubicBezTo>
                <a:cubicBezTo>
                  <a:pt x="771" y="57"/>
                  <a:pt x="771" y="61"/>
                  <a:pt x="771" y="65"/>
                </a:cubicBezTo>
                <a:cubicBezTo>
                  <a:pt x="773" y="85"/>
                  <a:pt x="781" y="98"/>
                  <a:pt x="790" y="97"/>
                </a:cubicBezTo>
                <a:cubicBezTo>
                  <a:pt x="795" y="97"/>
                  <a:pt x="801" y="85"/>
                  <a:pt x="806" y="72"/>
                </a:cubicBezTo>
                <a:cubicBezTo>
                  <a:pt x="807" y="73"/>
                  <a:pt x="811" y="76"/>
                  <a:pt x="813" y="77"/>
                </a:cubicBezTo>
                <a:cubicBezTo>
                  <a:pt x="807" y="93"/>
                  <a:pt x="800" y="106"/>
                  <a:pt x="790" y="107"/>
                </a:cubicBezTo>
                <a:cubicBezTo>
                  <a:pt x="775" y="107"/>
                  <a:pt x="764" y="88"/>
                  <a:pt x="763" y="65"/>
                </a:cubicBezTo>
                <a:cubicBezTo>
                  <a:pt x="762" y="61"/>
                  <a:pt x="762" y="56"/>
                  <a:pt x="762" y="50"/>
                </a:cubicBezTo>
                <a:cubicBezTo>
                  <a:pt x="762" y="40"/>
                  <a:pt x="763" y="28"/>
                  <a:pt x="764" y="18"/>
                </a:cubicBezTo>
                <a:lnTo>
                  <a:pt x="776" y="20"/>
                </a:lnTo>
                <a:close/>
                <a:moveTo>
                  <a:pt x="856" y="76"/>
                </a:moveTo>
                <a:cubicBezTo>
                  <a:pt x="853" y="55"/>
                  <a:pt x="842" y="40"/>
                  <a:pt x="826" y="31"/>
                </a:cubicBezTo>
                <a:cubicBezTo>
                  <a:pt x="831" y="24"/>
                  <a:pt x="831" y="24"/>
                  <a:pt x="831" y="24"/>
                </a:cubicBezTo>
                <a:cubicBezTo>
                  <a:pt x="849" y="34"/>
                  <a:pt x="862" y="51"/>
                  <a:pt x="865" y="73"/>
                </a:cubicBezTo>
                <a:lnTo>
                  <a:pt x="856" y="76"/>
                </a:lnTo>
                <a:close/>
                <a:moveTo>
                  <a:pt x="932" y="60"/>
                </a:moveTo>
                <a:cubicBezTo>
                  <a:pt x="944" y="59"/>
                  <a:pt x="957" y="58"/>
                  <a:pt x="967" y="56"/>
                </a:cubicBezTo>
                <a:cubicBezTo>
                  <a:pt x="966" y="48"/>
                  <a:pt x="966" y="48"/>
                  <a:pt x="966" y="48"/>
                </a:cubicBezTo>
                <a:cubicBezTo>
                  <a:pt x="957" y="50"/>
                  <a:pt x="944" y="52"/>
                  <a:pt x="932" y="52"/>
                </a:cubicBezTo>
                <a:cubicBezTo>
                  <a:pt x="932" y="45"/>
                  <a:pt x="932" y="38"/>
                  <a:pt x="932" y="30"/>
                </a:cubicBezTo>
                <a:cubicBezTo>
                  <a:pt x="947" y="30"/>
                  <a:pt x="961" y="28"/>
                  <a:pt x="973" y="26"/>
                </a:cubicBezTo>
                <a:cubicBezTo>
                  <a:pt x="972" y="18"/>
                  <a:pt x="972" y="18"/>
                  <a:pt x="972" y="18"/>
                </a:cubicBezTo>
                <a:cubicBezTo>
                  <a:pt x="960" y="21"/>
                  <a:pt x="946" y="22"/>
                  <a:pt x="932" y="23"/>
                </a:cubicBezTo>
                <a:cubicBezTo>
                  <a:pt x="932" y="21"/>
                  <a:pt x="932" y="11"/>
                  <a:pt x="932" y="9"/>
                </a:cubicBezTo>
                <a:cubicBezTo>
                  <a:pt x="934" y="9"/>
                  <a:pt x="935" y="8"/>
                  <a:pt x="935" y="7"/>
                </a:cubicBezTo>
                <a:cubicBezTo>
                  <a:pt x="923" y="6"/>
                  <a:pt x="923" y="6"/>
                  <a:pt x="923" y="6"/>
                </a:cubicBezTo>
                <a:cubicBezTo>
                  <a:pt x="923" y="10"/>
                  <a:pt x="923" y="17"/>
                  <a:pt x="923" y="23"/>
                </a:cubicBezTo>
                <a:cubicBezTo>
                  <a:pt x="918" y="23"/>
                  <a:pt x="912" y="23"/>
                  <a:pt x="907" y="23"/>
                </a:cubicBezTo>
                <a:cubicBezTo>
                  <a:pt x="898" y="23"/>
                  <a:pt x="888" y="23"/>
                  <a:pt x="881" y="23"/>
                </a:cubicBezTo>
                <a:cubicBezTo>
                  <a:pt x="881" y="31"/>
                  <a:pt x="881" y="31"/>
                  <a:pt x="881" y="31"/>
                </a:cubicBezTo>
                <a:cubicBezTo>
                  <a:pt x="888" y="31"/>
                  <a:pt x="899" y="31"/>
                  <a:pt x="907" y="31"/>
                </a:cubicBezTo>
                <a:cubicBezTo>
                  <a:pt x="912" y="31"/>
                  <a:pt x="918" y="31"/>
                  <a:pt x="923" y="31"/>
                </a:cubicBezTo>
                <a:cubicBezTo>
                  <a:pt x="924" y="53"/>
                  <a:pt x="924" y="53"/>
                  <a:pt x="924" y="53"/>
                </a:cubicBezTo>
                <a:cubicBezTo>
                  <a:pt x="922" y="53"/>
                  <a:pt x="919" y="53"/>
                  <a:pt x="916" y="53"/>
                </a:cubicBezTo>
                <a:cubicBezTo>
                  <a:pt x="901" y="53"/>
                  <a:pt x="895" y="52"/>
                  <a:pt x="895" y="49"/>
                </a:cubicBezTo>
                <a:cubicBezTo>
                  <a:pt x="895" y="46"/>
                  <a:pt x="898" y="44"/>
                  <a:pt x="904" y="41"/>
                </a:cubicBezTo>
                <a:cubicBezTo>
                  <a:pt x="898" y="37"/>
                  <a:pt x="898" y="37"/>
                  <a:pt x="898" y="37"/>
                </a:cubicBezTo>
                <a:cubicBezTo>
                  <a:pt x="890" y="42"/>
                  <a:pt x="887" y="46"/>
                  <a:pt x="887" y="50"/>
                </a:cubicBezTo>
                <a:cubicBezTo>
                  <a:pt x="887" y="57"/>
                  <a:pt x="892" y="60"/>
                  <a:pt x="913" y="60"/>
                </a:cubicBezTo>
                <a:cubicBezTo>
                  <a:pt x="916" y="60"/>
                  <a:pt x="921" y="60"/>
                  <a:pt x="925" y="60"/>
                </a:cubicBezTo>
                <a:cubicBezTo>
                  <a:pt x="925" y="67"/>
                  <a:pt x="925" y="73"/>
                  <a:pt x="925" y="78"/>
                </a:cubicBezTo>
                <a:cubicBezTo>
                  <a:pt x="921" y="77"/>
                  <a:pt x="916" y="77"/>
                  <a:pt x="912" y="77"/>
                </a:cubicBezTo>
                <a:cubicBezTo>
                  <a:pt x="899" y="77"/>
                  <a:pt x="886" y="83"/>
                  <a:pt x="886" y="94"/>
                </a:cubicBezTo>
                <a:cubicBezTo>
                  <a:pt x="886" y="106"/>
                  <a:pt x="897" y="112"/>
                  <a:pt x="912" y="112"/>
                </a:cubicBezTo>
                <a:cubicBezTo>
                  <a:pt x="927" y="112"/>
                  <a:pt x="934" y="105"/>
                  <a:pt x="934" y="94"/>
                </a:cubicBezTo>
                <a:cubicBezTo>
                  <a:pt x="934" y="92"/>
                  <a:pt x="934" y="90"/>
                  <a:pt x="934" y="88"/>
                </a:cubicBezTo>
                <a:cubicBezTo>
                  <a:pt x="942" y="92"/>
                  <a:pt x="953" y="97"/>
                  <a:pt x="963" y="106"/>
                </a:cubicBezTo>
                <a:cubicBezTo>
                  <a:pt x="969" y="99"/>
                  <a:pt x="969" y="99"/>
                  <a:pt x="969" y="99"/>
                </a:cubicBezTo>
                <a:cubicBezTo>
                  <a:pt x="956" y="90"/>
                  <a:pt x="944" y="83"/>
                  <a:pt x="933" y="80"/>
                </a:cubicBezTo>
                <a:lnTo>
                  <a:pt x="932" y="60"/>
                </a:lnTo>
                <a:close/>
                <a:moveTo>
                  <a:pt x="913" y="105"/>
                </a:moveTo>
                <a:cubicBezTo>
                  <a:pt x="902" y="105"/>
                  <a:pt x="894" y="101"/>
                  <a:pt x="894" y="94"/>
                </a:cubicBezTo>
                <a:cubicBezTo>
                  <a:pt x="894" y="87"/>
                  <a:pt x="903" y="83"/>
                  <a:pt x="912" y="83"/>
                </a:cubicBezTo>
                <a:cubicBezTo>
                  <a:pt x="916" y="83"/>
                  <a:pt x="921" y="84"/>
                  <a:pt x="926" y="85"/>
                </a:cubicBezTo>
                <a:cubicBezTo>
                  <a:pt x="926" y="92"/>
                  <a:pt x="926" y="92"/>
                  <a:pt x="926" y="92"/>
                </a:cubicBezTo>
                <a:cubicBezTo>
                  <a:pt x="926" y="101"/>
                  <a:pt x="922" y="105"/>
                  <a:pt x="913" y="105"/>
                </a:cubicBezTo>
                <a:close/>
                <a:moveTo>
                  <a:pt x="1055" y="24"/>
                </a:moveTo>
                <a:cubicBezTo>
                  <a:pt x="1055" y="11"/>
                  <a:pt x="1055" y="10"/>
                  <a:pt x="1055" y="8"/>
                </a:cubicBezTo>
                <a:cubicBezTo>
                  <a:pt x="1057" y="8"/>
                  <a:pt x="1058" y="7"/>
                  <a:pt x="1058" y="6"/>
                </a:cubicBezTo>
                <a:cubicBezTo>
                  <a:pt x="1045" y="5"/>
                  <a:pt x="1045" y="5"/>
                  <a:pt x="1045" y="5"/>
                </a:cubicBezTo>
                <a:cubicBezTo>
                  <a:pt x="1046" y="8"/>
                  <a:pt x="1046" y="21"/>
                  <a:pt x="1046" y="24"/>
                </a:cubicBezTo>
                <a:cubicBezTo>
                  <a:pt x="1018" y="25"/>
                  <a:pt x="1018" y="25"/>
                  <a:pt x="1018" y="25"/>
                </a:cubicBezTo>
                <a:cubicBezTo>
                  <a:pt x="991" y="26"/>
                  <a:pt x="991" y="26"/>
                  <a:pt x="991" y="26"/>
                </a:cubicBezTo>
                <a:cubicBezTo>
                  <a:pt x="991" y="33"/>
                  <a:pt x="991" y="33"/>
                  <a:pt x="991" y="33"/>
                </a:cubicBezTo>
                <a:cubicBezTo>
                  <a:pt x="996" y="33"/>
                  <a:pt x="1034" y="32"/>
                  <a:pt x="1046" y="32"/>
                </a:cubicBezTo>
                <a:cubicBezTo>
                  <a:pt x="1047" y="37"/>
                  <a:pt x="1047" y="45"/>
                  <a:pt x="1047" y="47"/>
                </a:cubicBezTo>
                <a:cubicBezTo>
                  <a:pt x="1044" y="45"/>
                  <a:pt x="1040" y="43"/>
                  <a:pt x="1036" y="43"/>
                </a:cubicBezTo>
                <a:cubicBezTo>
                  <a:pt x="1024" y="43"/>
                  <a:pt x="1014" y="53"/>
                  <a:pt x="1014" y="66"/>
                </a:cubicBezTo>
                <a:cubicBezTo>
                  <a:pt x="1014" y="78"/>
                  <a:pt x="1024" y="87"/>
                  <a:pt x="1034" y="87"/>
                </a:cubicBezTo>
                <a:cubicBezTo>
                  <a:pt x="1040" y="87"/>
                  <a:pt x="1044" y="84"/>
                  <a:pt x="1047" y="80"/>
                </a:cubicBezTo>
                <a:cubicBezTo>
                  <a:pt x="1047" y="80"/>
                  <a:pt x="1047" y="80"/>
                  <a:pt x="1047" y="80"/>
                </a:cubicBezTo>
                <a:cubicBezTo>
                  <a:pt x="1044" y="92"/>
                  <a:pt x="1034" y="102"/>
                  <a:pt x="1016" y="108"/>
                </a:cubicBezTo>
                <a:cubicBezTo>
                  <a:pt x="1017" y="110"/>
                  <a:pt x="1020" y="113"/>
                  <a:pt x="1022" y="115"/>
                </a:cubicBezTo>
                <a:cubicBezTo>
                  <a:pt x="1043" y="107"/>
                  <a:pt x="1053" y="94"/>
                  <a:pt x="1056" y="80"/>
                </a:cubicBezTo>
                <a:cubicBezTo>
                  <a:pt x="1057" y="77"/>
                  <a:pt x="1057" y="73"/>
                  <a:pt x="1057" y="69"/>
                </a:cubicBezTo>
                <a:cubicBezTo>
                  <a:pt x="1057" y="64"/>
                  <a:pt x="1057" y="60"/>
                  <a:pt x="1056" y="56"/>
                </a:cubicBezTo>
                <a:cubicBezTo>
                  <a:pt x="1056" y="49"/>
                  <a:pt x="1055" y="41"/>
                  <a:pt x="1055" y="31"/>
                </a:cubicBezTo>
                <a:cubicBezTo>
                  <a:pt x="1069" y="31"/>
                  <a:pt x="1084" y="31"/>
                  <a:pt x="1094" y="31"/>
                </a:cubicBezTo>
                <a:cubicBezTo>
                  <a:pt x="1094" y="23"/>
                  <a:pt x="1094" y="23"/>
                  <a:pt x="1094" y="23"/>
                </a:cubicBezTo>
                <a:cubicBezTo>
                  <a:pt x="1085" y="23"/>
                  <a:pt x="1070" y="23"/>
                  <a:pt x="1055" y="24"/>
                </a:cubicBezTo>
                <a:close/>
                <a:moveTo>
                  <a:pt x="1035" y="80"/>
                </a:moveTo>
                <a:cubicBezTo>
                  <a:pt x="1028" y="80"/>
                  <a:pt x="1022" y="74"/>
                  <a:pt x="1022" y="66"/>
                </a:cubicBezTo>
                <a:cubicBezTo>
                  <a:pt x="1022" y="57"/>
                  <a:pt x="1028" y="51"/>
                  <a:pt x="1036" y="50"/>
                </a:cubicBezTo>
                <a:cubicBezTo>
                  <a:pt x="1048" y="50"/>
                  <a:pt x="1048" y="61"/>
                  <a:pt x="1048" y="66"/>
                </a:cubicBezTo>
                <a:cubicBezTo>
                  <a:pt x="1048" y="73"/>
                  <a:pt x="1044" y="80"/>
                  <a:pt x="1035" y="8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22" name="Freeform 238">
            <a:extLst>
              <a:ext uri="{FF2B5EF4-FFF2-40B4-BE49-F238E27FC236}">
                <a16:creationId xmlns:a16="http://schemas.microsoft.com/office/drawing/2014/main" id="{A23AE93D-2070-F3DD-DF67-E7BBEF0AA3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4366952" y="4228494"/>
            <a:ext cx="1448800" cy="464951"/>
          </a:xfrm>
          <a:custGeom>
            <a:avLst/>
            <a:gdLst>
              <a:gd name="T0" fmla="*/ 0 w 477"/>
              <a:gd name="T1" fmla="*/ 37 h 153"/>
              <a:gd name="T2" fmla="*/ 30 w 477"/>
              <a:gd name="T3" fmla="*/ 151 h 153"/>
              <a:gd name="T4" fmla="*/ 92 w 477"/>
              <a:gd name="T5" fmla="*/ 93 h 153"/>
              <a:gd name="T6" fmla="*/ 65 w 477"/>
              <a:gd name="T7" fmla="*/ 127 h 153"/>
              <a:gd name="T8" fmla="*/ 13 w 477"/>
              <a:gd name="T9" fmla="*/ 139 h 153"/>
              <a:gd name="T10" fmla="*/ 31 w 477"/>
              <a:gd name="T11" fmla="*/ 49 h 153"/>
              <a:gd name="T12" fmla="*/ 65 w 477"/>
              <a:gd name="T13" fmla="*/ 127 h 153"/>
              <a:gd name="T14" fmla="*/ 115 w 477"/>
              <a:gd name="T15" fmla="*/ 151 h 153"/>
              <a:gd name="T16" fmla="*/ 173 w 477"/>
              <a:gd name="T17" fmla="*/ 37 h 153"/>
              <a:gd name="T18" fmla="*/ 128 w 477"/>
              <a:gd name="T19" fmla="*/ 49 h 153"/>
              <a:gd name="T20" fmla="*/ 169 w 477"/>
              <a:gd name="T21" fmla="*/ 87 h 153"/>
              <a:gd name="T22" fmla="*/ 128 w 477"/>
              <a:gd name="T23" fmla="*/ 99 h 153"/>
              <a:gd name="T24" fmla="*/ 175 w 477"/>
              <a:gd name="T25" fmla="*/ 139 h 153"/>
              <a:gd name="T26" fmla="*/ 167 w 477"/>
              <a:gd name="T27" fmla="*/ 0 h 153"/>
              <a:gd name="T28" fmla="*/ 139 w 477"/>
              <a:gd name="T29" fmla="*/ 26 h 153"/>
              <a:gd name="T30" fmla="*/ 131 w 477"/>
              <a:gd name="T31" fmla="*/ 0 h 153"/>
              <a:gd name="T32" fmla="*/ 157 w 477"/>
              <a:gd name="T33" fmla="*/ 0 h 153"/>
              <a:gd name="T34" fmla="*/ 277 w 477"/>
              <a:gd name="T35" fmla="*/ 151 h 153"/>
              <a:gd name="T36" fmla="*/ 214 w 477"/>
              <a:gd name="T37" fmla="*/ 99 h 153"/>
              <a:gd name="T38" fmla="*/ 211 w 477"/>
              <a:gd name="T39" fmla="*/ 95 h 153"/>
              <a:gd name="T40" fmla="*/ 198 w 477"/>
              <a:gd name="T41" fmla="*/ 151 h 153"/>
              <a:gd name="T42" fmla="*/ 211 w 477"/>
              <a:gd name="T43" fmla="*/ 37 h 153"/>
              <a:gd name="T44" fmla="*/ 211 w 477"/>
              <a:gd name="T45" fmla="*/ 91 h 153"/>
              <a:gd name="T46" fmla="*/ 257 w 477"/>
              <a:gd name="T47" fmla="*/ 37 h 153"/>
              <a:gd name="T48" fmla="*/ 225 w 477"/>
              <a:gd name="T49" fmla="*/ 92 h 153"/>
              <a:gd name="T50" fmla="*/ 377 w 477"/>
              <a:gd name="T51" fmla="*/ 105 h 153"/>
              <a:gd name="T52" fmla="*/ 291 w 477"/>
              <a:gd name="T53" fmla="*/ 107 h 153"/>
              <a:gd name="T54" fmla="*/ 305 w 477"/>
              <a:gd name="T55" fmla="*/ 37 h 153"/>
              <a:gd name="T56" fmla="*/ 334 w 477"/>
              <a:gd name="T57" fmla="*/ 141 h 153"/>
              <a:gd name="T58" fmla="*/ 363 w 477"/>
              <a:gd name="T59" fmla="*/ 37 h 153"/>
              <a:gd name="T60" fmla="*/ 377 w 477"/>
              <a:gd name="T61" fmla="*/ 105 h 153"/>
              <a:gd name="T62" fmla="*/ 426 w 477"/>
              <a:gd name="T63" fmla="*/ 142 h 153"/>
              <a:gd name="T64" fmla="*/ 392 w 477"/>
              <a:gd name="T65" fmla="*/ 151 h 153"/>
              <a:gd name="T66" fmla="*/ 403 w 477"/>
              <a:gd name="T67" fmla="*/ 141 h 153"/>
              <a:gd name="T68" fmla="*/ 421 w 477"/>
              <a:gd name="T69" fmla="*/ 37 h 153"/>
              <a:gd name="T70" fmla="*/ 435 w 477"/>
              <a:gd name="T71" fmla="*/ 110 h 153"/>
              <a:gd name="T72" fmla="*/ 464 w 477"/>
              <a:gd name="T73" fmla="*/ 151 h 153"/>
              <a:gd name="T74" fmla="*/ 477 w 477"/>
              <a:gd name="T75" fmla="*/ 37 h 1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477" h="153">
                <a:moveTo>
                  <a:pt x="31" y="37"/>
                </a:moveTo>
                <a:cubicBezTo>
                  <a:pt x="0" y="37"/>
                  <a:pt x="0" y="37"/>
                  <a:pt x="0" y="37"/>
                </a:cubicBezTo>
                <a:cubicBezTo>
                  <a:pt x="0" y="151"/>
                  <a:pt x="0" y="151"/>
                  <a:pt x="0" y="151"/>
                </a:cubicBezTo>
                <a:cubicBezTo>
                  <a:pt x="30" y="151"/>
                  <a:pt x="30" y="151"/>
                  <a:pt x="30" y="151"/>
                </a:cubicBezTo>
                <a:cubicBezTo>
                  <a:pt x="49" y="151"/>
                  <a:pt x="64" y="146"/>
                  <a:pt x="75" y="135"/>
                </a:cubicBezTo>
                <a:cubicBezTo>
                  <a:pt x="86" y="124"/>
                  <a:pt x="92" y="110"/>
                  <a:pt x="92" y="93"/>
                </a:cubicBezTo>
                <a:cubicBezTo>
                  <a:pt x="92" y="55"/>
                  <a:pt x="72" y="37"/>
                  <a:pt x="31" y="37"/>
                </a:cubicBezTo>
                <a:close/>
                <a:moveTo>
                  <a:pt x="65" y="127"/>
                </a:moveTo>
                <a:cubicBezTo>
                  <a:pt x="57" y="135"/>
                  <a:pt x="45" y="139"/>
                  <a:pt x="30" y="139"/>
                </a:cubicBezTo>
                <a:cubicBezTo>
                  <a:pt x="13" y="139"/>
                  <a:pt x="13" y="139"/>
                  <a:pt x="13" y="139"/>
                </a:cubicBezTo>
                <a:cubicBezTo>
                  <a:pt x="13" y="49"/>
                  <a:pt x="13" y="49"/>
                  <a:pt x="13" y="49"/>
                </a:cubicBezTo>
                <a:cubicBezTo>
                  <a:pt x="31" y="49"/>
                  <a:pt x="31" y="49"/>
                  <a:pt x="31" y="49"/>
                </a:cubicBezTo>
                <a:cubicBezTo>
                  <a:pt x="62" y="49"/>
                  <a:pt x="78" y="63"/>
                  <a:pt x="78" y="93"/>
                </a:cubicBezTo>
                <a:cubicBezTo>
                  <a:pt x="78" y="108"/>
                  <a:pt x="74" y="119"/>
                  <a:pt x="65" y="127"/>
                </a:cubicBezTo>
                <a:close/>
                <a:moveTo>
                  <a:pt x="175" y="151"/>
                </a:moveTo>
                <a:cubicBezTo>
                  <a:pt x="115" y="151"/>
                  <a:pt x="115" y="151"/>
                  <a:pt x="115" y="151"/>
                </a:cubicBezTo>
                <a:cubicBezTo>
                  <a:pt x="115" y="37"/>
                  <a:pt x="115" y="37"/>
                  <a:pt x="115" y="37"/>
                </a:cubicBezTo>
                <a:cubicBezTo>
                  <a:pt x="173" y="37"/>
                  <a:pt x="173" y="37"/>
                  <a:pt x="173" y="37"/>
                </a:cubicBezTo>
                <a:cubicBezTo>
                  <a:pt x="173" y="49"/>
                  <a:pt x="173" y="49"/>
                  <a:pt x="173" y="49"/>
                </a:cubicBezTo>
                <a:cubicBezTo>
                  <a:pt x="128" y="49"/>
                  <a:pt x="128" y="49"/>
                  <a:pt x="128" y="49"/>
                </a:cubicBezTo>
                <a:cubicBezTo>
                  <a:pt x="128" y="87"/>
                  <a:pt x="128" y="87"/>
                  <a:pt x="128" y="87"/>
                </a:cubicBezTo>
                <a:cubicBezTo>
                  <a:pt x="169" y="87"/>
                  <a:pt x="169" y="87"/>
                  <a:pt x="169" y="87"/>
                </a:cubicBezTo>
                <a:cubicBezTo>
                  <a:pt x="169" y="99"/>
                  <a:pt x="169" y="99"/>
                  <a:pt x="169" y="99"/>
                </a:cubicBezTo>
                <a:cubicBezTo>
                  <a:pt x="128" y="99"/>
                  <a:pt x="128" y="99"/>
                  <a:pt x="128" y="99"/>
                </a:cubicBezTo>
                <a:cubicBezTo>
                  <a:pt x="128" y="139"/>
                  <a:pt x="128" y="139"/>
                  <a:pt x="128" y="139"/>
                </a:cubicBezTo>
                <a:cubicBezTo>
                  <a:pt x="175" y="139"/>
                  <a:pt x="175" y="139"/>
                  <a:pt x="175" y="139"/>
                </a:cubicBezTo>
                <a:lnTo>
                  <a:pt x="175" y="151"/>
                </a:lnTo>
                <a:close/>
                <a:moveTo>
                  <a:pt x="167" y="0"/>
                </a:moveTo>
                <a:cubicBezTo>
                  <a:pt x="150" y="26"/>
                  <a:pt x="150" y="26"/>
                  <a:pt x="150" y="26"/>
                </a:cubicBezTo>
                <a:cubicBezTo>
                  <a:pt x="139" y="26"/>
                  <a:pt x="139" y="26"/>
                  <a:pt x="139" y="26"/>
                </a:cubicBezTo>
                <a:cubicBezTo>
                  <a:pt x="122" y="0"/>
                  <a:pt x="122" y="0"/>
                  <a:pt x="122" y="0"/>
                </a:cubicBezTo>
                <a:cubicBezTo>
                  <a:pt x="131" y="0"/>
                  <a:pt x="131" y="0"/>
                  <a:pt x="131" y="0"/>
                </a:cubicBezTo>
                <a:cubicBezTo>
                  <a:pt x="144" y="18"/>
                  <a:pt x="144" y="18"/>
                  <a:pt x="144" y="18"/>
                </a:cubicBezTo>
                <a:cubicBezTo>
                  <a:pt x="157" y="0"/>
                  <a:pt x="157" y="0"/>
                  <a:pt x="157" y="0"/>
                </a:cubicBezTo>
                <a:lnTo>
                  <a:pt x="167" y="0"/>
                </a:lnTo>
                <a:close/>
                <a:moveTo>
                  <a:pt x="277" y="151"/>
                </a:moveTo>
                <a:cubicBezTo>
                  <a:pt x="259" y="151"/>
                  <a:pt x="259" y="151"/>
                  <a:pt x="259" y="151"/>
                </a:cubicBezTo>
                <a:cubicBezTo>
                  <a:pt x="214" y="99"/>
                  <a:pt x="214" y="99"/>
                  <a:pt x="214" y="99"/>
                </a:cubicBezTo>
                <a:cubicBezTo>
                  <a:pt x="213" y="97"/>
                  <a:pt x="212" y="96"/>
                  <a:pt x="211" y="95"/>
                </a:cubicBezTo>
                <a:cubicBezTo>
                  <a:pt x="211" y="95"/>
                  <a:pt x="211" y="95"/>
                  <a:pt x="211" y="95"/>
                </a:cubicBezTo>
                <a:cubicBezTo>
                  <a:pt x="211" y="151"/>
                  <a:pt x="211" y="151"/>
                  <a:pt x="211" y="151"/>
                </a:cubicBezTo>
                <a:cubicBezTo>
                  <a:pt x="198" y="151"/>
                  <a:pt x="198" y="151"/>
                  <a:pt x="198" y="151"/>
                </a:cubicBezTo>
                <a:cubicBezTo>
                  <a:pt x="198" y="37"/>
                  <a:pt x="198" y="37"/>
                  <a:pt x="198" y="37"/>
                </a:cubicBezTo>
                <a:cubicBezTo>
                  <a:pt x="211" y="37"/>
                  <a:pt x="211" y="37"/>
                  <a:pt x="211" y="37"/>
                </a:cubicBezTo>
                <a:cubicBezTo>
                  <a:pt x="211" y="91"/>
                  <a:pt x="211" y="91"/>
                  <a:pt x="211" y="91"/>
                </a:cubicBezTo>
                <a:cubicBezTo>
                  <a:pt x="211" y="91"/>
                  <a:pt x="211" y="91"/>
                  <a:pt x="211" y="91"/>
                </a:cubicBezTo>
                <a:cubicBezTo>
                  <a:pt x="212" y="89"/>
                  <a:pt x="213" y="88"/>
                  <a:pt x="214" y="87"/>
                </a:cubicBezTo>
                <a:cubicBezTo>
                  <a:pt x="257" y="37"/>
                  <a:pt x="257" y="37"/>
                  <a:pt x="257" y="37"/>
                </a:cubicBezTo>
                <a:cubicBezTo>
                  <a:pt x="274" y="37"/>
                  <a:pt x="274" y="37"/>
                  <a:pt x="274" y="37"/>
                </a:cubicBezTo>
                <a:cubicBezTo>
                  <a:pt x="225" y="92"/>
                  <a:pt x="225" y="92"/>
                  <a:pt x="225" y="92"/>
                </a:cubicBezTo>
                <a:lnTo>
                  <a:pt x="277" y="151"/>
                </a:lnTo>
                <a:close/>
                <a:moveTo>
                  <a:pt x="377" y="105"/>
                </a:moveTo>
                <a:cubicBezTo>
                  <a:pt x="377" y="137"/>
                  <a:pt x="362" y="153"/>
                  <a:pt x="333" y="153"/>
                </a:cubicBezTo>
                <a:cubicBezTo>
                  <a:pt x="305" y="153"/>
                  <a:pt x="291" y="138"/>
                  <a:pt x="291" y="107"/>
                </a:cubicBezTo>
                <a:cubicBezTo>
                  <a:pt x="291" y="37"/>
                  <a:pt x="291" y="37"/>
                  <a:pt x="291" y="37"/>
                </a:cubicBezTo>
                <a:cubicBezTo>
                  <a:pt x="305" y="37"/>
                  <a:pt x="305" y="37"/>
                  <a:pt x="305" y="37"/>
                </a:cubicBezTo>
                <a:cubicBezTo>
                  <a:pt x="305" y="106"/>
                  <a:pt x="305" y="106"/>
                  <a:pt x="305" y="106"/>
                </a:cubicBezTo>
                <a:cubicBezTo>
                  <a:pt x="305" y="129"/>
                  <a:pt x="315" y="141"/>
                  <a:pt x="334" y="141"/>
                </a:cubicBezTo>
                <a:cubicBezTo>
                  <a:pt x="354" y="141"/>
                  <a:pt x="363" y="130"/>
                  <a:pt x="363" y="107"/>
                </a:cubicBezTo>
                <a:cubicBezTo>
                  <a:pt x="363" y="37"/>
                  <a:pt x="363" y="37"/>
                  <a:pt x="363" y="37"/>
                </a:cubicBezTo>
                <a:cubicBezTo>
                  <a:pt x="377" y="37"/>
                  <a:pt x="377" y="37"/>
                  <a:pt x="377" y="37"/>
                </a:cubicBezTo>
                <a:lnTo>
                  <a:pt x="377" y="105"/>
                </a:lnTo>
                <a:close/>
                <a:moveTo>
                  <a:pt x="435" y="110"/>
                </a:moveTo>
                <a:cubicBezTo>
                  <a:pt x="435" y="124"/>
                  <a:pt x="432" y="134"/>
                  <a:pt x="426" y="142"/>
                </a:cubicBezTo>
                <a:cubicBezTo>
                  <a:pt x="420" y="150"/>
                  <a:pt x="413" y="153"/>
                  <a:pt x="403" y="153"/>
                </a:cubicBezTo>
                <a:cubicBezTo>
                  <a:pt x="398" y="153"/>
                  <a:pt x="395" y="153"/>
                  <a:pt x="392" y="151"/>
                </a:cubicBezTo>
                <a:cubicBezTo>
                  <a:pt x="392" y="138"/>
                  <a:pt x="392" y="138"/>
                  <a:pt x="392" y="138"/>
                </a:cubicBezTo>
                <a:cubicBezTo>
                  <a:pt x="395" y="140"/>
                  <a:pt x="398" y="141"/>
                  <a:pt x="403" y="141"/>
                </a:cubicBezTo>
                <a:cubicBezTo>
                  <a:pt x="415" y="141"/>
                  <a:pt x="421" y="131"/>
                  <a:pt x="421" y="110"/>
                </a:cubicBezTo>
                <a:cubicBezTo>
                  <a:pt x="421" y="37"/>
                  <a:pt x="421" y="37"/>
                  <a:pt x="421" y="37"/>
                </a:cubicBezTo>
                <a:cubicBezTo>
                  <a:pt x="435" y="37"/>
                  <a:pt x="435" y="37"/>
                  <a:pt x="435" y="37"/>
                </a:cubicBezTo>
                <a:lnTo>
                  <a:pt x="435" y="110"/>
                </a:lnTo>
                <a:close/>
                <a:moveTo>
                  <a:pt x="477" y="151"/>
                </a:moveTo>
                <a:cubicBezTo>
                  <a:pt x="464" y="151"/>
                  <a:pt x="464" y="151"/>
                  <a:pt x="464" y="151"/>
                </a:cubicBezTo>
                <a:cubicBezTo>
                  <a:pt x="464" y="37"/>
                  <a:pt x="464" y="37"/>
                  <a:pt x="464" y="37"/>
                </a:cubicBezTo>
                <a:cubicBezTo>
                  <a:pt x="477" y="37"/>
                  <a:pt x="477" y="37"/>
                  <a:pt x="477" y="37"/>
                </a:cubicBezTo>
                <a:lnTo>
                  <a:pt x="477" y="151"/>
                </a:lnTo>
                <a:close/>
              </a:path>
            </a:pathLst>
          </a:custGeom>
          <a:solidFill>
            <a:srgbClr val="50E6FF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23" name="Freeform 239">
            <a:extLst>
              <a:ext uri="{FF2B5EF4-FFF2-40B4-BE49-F238E27FC236}">
                <a16:creationId xmlns:a16="http://schemas.microsoft.com/office/drawing/2014/main" id="{A624AF24-59CF-69AD-6239-6EAF8294E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3655439" y="1694482"/>
            <a:ext cx="852840" cy="273577"/>
          </a:xfrm>
          <a:custGeom>
            <a:avLst/>
            <a:gdLst>
              <a:gd name="T0" fmla="*/ 60 w 281"/>
              <a:gd name="T1" fmla="*/ 11 h 90"/>
              <a:gd name="T2" fmla="*/ 35 w 281"/>
              <a:gd name="T3" fmla="*/ 11 h 90"/>
              <a:gd name="T4" fmla="*/ 35 w 281"/>
              <a:gd name="T5" fmla="*/ 89 h 90"/>
              <a:gd name="T6" fmla="*/ 25 w 281"/>
              <a:gd name="T7" fmla="*/ 89 h 90"/>
              <a:gd name="T8" fmla="*/ 25 w 281"/>
              <a:gd name="T9" fmla="*/ 11 h 90"/>
              <a:gd name="T10" fmla="*/ 0 w 281"/>
              <a:gd name="T11" fmla="*/ 11 h 90"/>
              <a:gd name="T12" fmla="*/ 0 w 281"/>
              <a:gd name="T13" fmla="*/ 2 h 90"/>
              <a:gd name="T14" fmla="*/ 60 w 281"/>
              <a:gd name="T15" fmla="*/ 2 h 90"/>
              <a:gd name="T16" fmla="*/ 60 w 281"/>
              <a:gd name="T17" fmla="*/ 11 h 90"/>
              <a:gd name="T18" fmla="*/ 99 w 281"/>
              <a:gd name="T19" fmla="*/ 2 h 90"/>
              <a:gd name="T20" fmla="*/ 88 w 281"/>
              <a:gd name="T21" fmla="*/ 2 h 90"/>
              <a:gd name="T22" fmla="*/ 55 w 281"/>
              <a:gd name="T23" fmla="*/ 89 h 90"/>
              <a:gd name="T24" fmla="*/ 66 w 281"/>
              <a:gd name="T25" fmla="*/ 89 h 90"/>
              <a:gd name="T26" fmla="*/ 75 w 281"/>
              <a:gd name="T27" fmla="*/ 64 h 90"/>
              <a:gd name="T28" fmla="*/ 112 w 281"/>
              <a:gd name="T29" fmla="*/ 64 h 90"/>
              <a:gd name="T30" fmla="*/ 121 w 281"/>
              <a:gd name="T31" fmla="*/ 89 h 90"/>
              <a:gd name="T32" fmla="*/ 132 w 281"/>
              <a:gd name="T33" fmla="*/ 89 h 90"/>
              <a:gd name="T34" fmla="*/ 99 w 281"/>
              <a:gd name="T35" fmla="*/ 2 h 90"/>
              <a:gd name="T36" fmla="*/ 78 w 281"/>
              <a:gd name="T37" fmla="*/ 55 h 90"/>
              <a:gd name="T38" fmla="*/ 92 w 281"/>
              <a:gd name="T39" fmla="*/ 18 h 90"/>
              <a:gd name="T40" fmla="*/ 93 w 281"/>
              <a:gd name="T41" fmla="*/ 12 h 90"/>
              <a:gd name="T42" fmla="*/ 93 w 281"/>
              <a:gd name="T43" fmla="*/ 12 h 90"/>
              <a:gd name="T44" fmla="*/ 95 w 281"/>
              <a:gd name="T45" fmla="*/ 18 h 90"/>
              <a:gd name="T46" fmla="*/ 108 w 281"/>
              <a:gd name="T47" fmla="*/ 55 h 90"/>
              <a:gd name="T48" fmla="*/ 78 w 281"/>
              <a:gd name="T49" fmla="*/ 55 h 90"/>
              <a:gd name="T50" fmla="*/ 203 w 281"/>
              <a:gd name="T51" fmla="*/ 85 h 90"/>
              <a:gd name="T52" fmla="*/ 179 w 281"/>
              <a:gd name="T53" fmla="*/ 90 h 90"/>
              <a:gd name="T54" fmla="*/ 149 w 281"/>
              <a:gd name="T55" fmla="*/ 78 h 90"/>
              <a:gd name="T56" fmla="*/ 138 w 281"/>
              <a:gd name="T57" fmla="*/ 47 h 90"/>
              <a:gd name="T58" fmla="*/ 150 w 281"/>
              <a:gd name="T59" fmla="*/ 13 h 90"/>
              <a:gd name="T60" fmla="*/ 182 w 281"/>
              <a:gd name="T61" fmla="*/ 0 h 90"/>
              <a:gd name="T62" fmla="*/ 203 w 281"/>
              <a:gd name="T63" fmla="*/ 4 h 90"/>
              <a:gd name="T64" fmla="*/ 203 w 281"/>
              <a:gd name="T65" fmla="*/ 15 h 90"/>
              <a:gd name="T66" fmla="*/ 182 w 281"/>
              <a:gd name="T67" fmla="*/ 9 h 90"/>
              <a:gd name="T68" fmla="*/ 158 w 281"/>
              <a:gd name="T69" fmla="*/ 19 h 90"/>
              <a:gd name="T70" fmla="*/ 148 w 281"/>
              <a:gd name="T71" fmla="*/ 46 h 90"/>
              <a:gd name="T72" fmla="*/ 157 w 281"/>
              <a:gd name="T73" fmla="*/ 72 h 90"/>
              <a:gd name="T74" fmla="*/ 180 w 281"/>
              <a:gd name="T75" fmla="*/ 81 h 90"/>
              <a:gd name="T76" fmla="*/ 203 w 281"/>
              <a:gd name="T77" fmla="*/ 75 h 90"/>
              <a:gd name="T78" fmla="*/ 203 w 281"/>
              <a:gd name="T79" fmla="*/ 85 h 90"/>
              <a:gd name="T80" fmla="*/ 281 w 281"/>
              <a:gd name="T81" fmla="*/ 89 h 90"/>
              <a:gd name="T82" fmla="*/ 267 w 281"/>
              <a:gd name="T83" fmla="*/ 89 h 90"/>
              <a:gd name="T84" fmla="*/ 233 w 281"/>
              <a:gd name="T85" fmla="*/ 49 h 90"/>
              <a:gd name="T86" fmla="*/ 231 w 281"/>
              <a:gd name="T87" fmla="*/ 46 h 90"/>
              <a:gd name="T88" fmla="*/ 231 w 281"/>
              <a:gd name="T89" fmla="*/ 46 h 90"/>
              <a:gd name="T90" fmla="*/ 231 w 281"/>
              <a:gd name="T91" fmla="*/ 89 h 90"/>
              <a:gd name="T92" fmla="*/ 220 w 281"/>
              <a:gd name="T93" fmla="*/ 89 h 90"/>
              <a:gd name="T94" fmla="*/ 220 w 281"/>
              <a:gd name="T95" fmla="*/ 2 h 90"/>
              <a:gd name="T96" fmla="*/ 231 w 281"/>
              <a:gd name="T97" fmla="*/ 2 h 90"/>
              <a:gd name="T98" fmla="*/ 231 w 281"/>
              <a:gd name="T99" fmla="*/ 43 h 90"/>
              <a:gd name="T100" fmla="*/ 231 w 281"/>
              <a:gd name="T101" fmla="*/ 43 h 90"/>
              <a:gd name="T102" fmla="*/ 233 w 281"/>
              <a:gd name="T103" fmla="*/ 40 h 90"/>
              <a:gd name="T104" fmla="*/ 266 w 281"/>
              <a:gd name="T105" fmla="*/ 2 h 90"/>
              <a:gd name="T106" fmla="*/ 278 w 281"/>
              <a:gd name="T107" fmla="*/ 2 h 90"/>
              <a:gd name="T108" fmla="*/ 241 w 281"/>
              <a:gd name="T109" fmla="*/ 43 h 90"/>
              <a:gd name="T110" fmla="*/ 281 w 281"/>
              <a:gd name="T111" fmla="*/ 89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281" h="90">
                <a:moveTo>
                  <a:pt x="60" y="11"/>
                </a:moveTo>
                <a:cubicBezTo>
                  <a:pt x="35" y="11"/>
                  <a:pt x="35" y="11"/>
                  <a:pt x="35" y="11"/>
                </a:cubicBezTo>
                <a:cubicBezTo>
                  <a:pt x="35" y="89"/>
                  <a:pt x="35" y="89"/>
                  <a:pt x="35" y="89"/>
                </a:cubicBezTo>
                <a:cubicBezTo>
                  <a:pt x="25" y="89"/>
                  <a:pt x="25" y="89"/>
                  <a:pt x="25" y="89"/>
                </a:cubicBezTo>
                <a:cubicBezTo>
                  <a:pt x="25" y="11"/>
                  <a:pt x="25" y="11"/>
                  <a:pt x="25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2"/>
                  <a:pt x="0" y="2"/>
                  <a:pt x="0" y="2"/>
                </a:cubicBezTo>
                <a:cubicBezTo>
                  <a:pt x="60" y="2"/>
                  <a:pt x="60" y="2"/>
                  <a:pt x="60" y="2"/>
                </a:cubicBezTo>
                <a:lnTo>
                  <a:pt x="60" y="11"/>
                </a:lnTo>
                <a:close/>
                <a:moveTo>
                  <a:pt x="99" y="2"/>
                </a:moveTo>
                <a:cubicBezTo>
                  <a:pt x="88" y="2"/>
                  <a:pt x="88" y="2"/>
                  <a:pt x="88" y="2"/>
                </a:cubicBezTo>
                <a:cubicBezTo>
                  <a:pt x="55" y="89"/>
                  <a:pt x="55" y="89"/>
                  <a:pt x="55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75" y="64"/>
                  <a:pt x="75" y="64"/>
                  <a:pt x="75" y="64"/>
                </a:cubicBezTo>
                <a:cubicBezTo>
                  <a:pt x="112" y="64"/>
                  <a:pt x="112" y="64"/>
                  <a:pt x="112" y="64"/>
                </a:cubicBezTo>
                <a:cubicBezTo>
                  <a:pt x="121" y="89"/>
                  <a:pt x="121" y="89"/>
                  <a:pt x="121" y="89"/>
                </a:cubicBezTo>
                <a:cubicBezTo>
                  <a:pt x="132" y="89"/>
                  <a:pt x="132" y="89"/>
                  <a:pt x="132" y="89"/>
                </a:cubicBezTo>
                <a:lnTo>
                  <a:pt x="99" y="2"/>
                </a:lnTo>
                <a:close/>
                <a:moveTo>
                  <a:pt x="78" y="55"/>
                </a:moveTo>
                <a:cubicBezTo>
                  <a:pt x="92" y="18"/>
                  <a:pt x="92" y="18"/>
                  <a:pt x="92" y="18"/>
                </a:cubicBezTo>
                <a:cubicBezTo>
                  <a:pt x="92" y="17"/>
                  <a:pt x="93" y="15"/>
                  <a:pt x="93" y="12"/>
                </a:cubicBezTo>
                <a:cubicBezTo>
                  <a:pt x="93" y="12"/>
                  <a:pt x="93" y="12"/>
                  <a:pt x="93" y="12"/>
                </a:cubicBezTo>
                <a:cubicBezTo>
                  <a:pt x="94" y="15"/>
                  <a:pt x="94" y="17"/>
                  <a:pt x="95" y="18"/>
                </a:cubicBezTo>
                <a:cubicBezTo>
                  <a:pt x="108" y="55"/>
                  <a:pt x="108" y="55"/>
                  <a:pt x="108" y="55"/>
                </a:cubicBezTo>
                <a:lnTo>
                  <a:pt x="78" y="55"/>
                </a:lnTo>
                <a:close/>
                <a:moveTo>
                  <a:pt x="203" y="85"/>
                </a:moveTo>
                <a:cubicBezTo>
                  <a:pt x="196" y="89"/>
                  <a:pt x="188" y="90"/>
                  <a:pt x="179" y="90"/>
                </a:cubicBezTo>
                <a:cubicBezTo>
                  <a:pt x="166" y="90"/>
                  <a:pt x="156" y="86"/>
                  <a:pt x="149" y="78"/>
                </a:cubicBezTo>
                <a:cubicBezTo>
                  <a:pt x="141" y="70"/>
                  <a:pt x="138" y="60"/>
                  <a:pt x="138" y="47"/>
                </a:cubicBezTo>
                <a:cubicBezTo>
                  <a:pt x="138" y="33"/>
                  <a:pt x="142" y="22"/>
                  <a:pt x="150" y="13"/>
                </a:cubicBezTo>
                <a:cubicBezTo>
                  <a:pt x="159" y="5"/>
                  <a:pt x="169" y="0"/>
                  <a:pt x="182" y="0"/>
                </a:cubicBezTo>
                <a:cubicBezTo>
                  <a:pt x="190" y="0"/>
                  <a:pt x="197" y="1"/>
                  <a:pt x="203" y="4"/>
                </a:cubicBezTo>
                <a:cubicBezTo>
                  <a:pt x="203" y="15"/>
                  <a:pt x="203" y="15"/>
                  <a:pt x="203" y="15"/>
                </a:cubicBezTo>
                <a:cubicBezTo>
                  <a:pt x="196" y="11"/>
                  <a:pt x="190" y="9"/>
                  <a:pt x="182" y="9"/>
                </a:cubicBezTo>
                <a:cubicBezTo>
                  <a:pt x="172" y="9"/>
                  <a:pt x="164" y="13"/>
                  <a:pt x="158" y="19"/>
                </a:cubicBezTo>
                <a:cubicBezTo>
                  <a:pt x="151" y="26"/>
                  <a:pt x="148" y="35"/>
                  <a:pt x="148" y="46"/>
                </a:cubicBezTo>
                <a:cubicBezTo>
                  <a:pt x="148" y="57"/>
                  <a:pt x="151" y="65"/>
                  <a:pt x="157" y="72"/>
                </a:cubicBezTo>
                <a:cubicBezTo>
                  <a:pt x="163" y="78"/>
                  <a:pt x="171" y="81"/>
                  <a:pt x="180" y="81"/>
                </a:cubicBezTo>
                <a:cubicBezTo>
                  <a:pt x="189" y="81"/>
                  <a:pt x="196" y="79"/>
                  <a:pt x="203" y="75"/>
                </a:cubicBezTo>
                <a:lnTo>
                  <a:pt x="203" y="85"/>
                </a:lnTo>
                <a:close/>
                <a:moveTo>
                  <a:pt x="281" y="89"/>
                </a:moveTo>
                <a:cubicBezTo>
                  <a:pt x="267" y="89"/>
                  <a:pt x="267" y="89"/>
                  <a:pt x="267" y="89"/>
                </a:cubicBezTo>
                <a:cubicBezTo>
                  <a:pt x="233" y="49"/>
                  <a:pt x="233" y="49"/>
                  <a:pt x="233" y="49"/>
                </a:cubicBezTo>
                <a:cubicBezTo>
                  <a:pt x="232" y="47"/>
                  <a:pt x="231" y="46"/>
                  <a:pt x="231" y="46"/>
                </a:cubicBezTo>
                <a:cubicBezTo>
                  <a:pt x="231" y="46"/>
                  <a:pt x="231" y="46"/>
                  <a:pt x="231" y="46"/>
                </a:cubicBezTo>
                <a:cubicBezTo>
                  <a:pt x="231" y="89"/>
                  <a:pt x="231" y="89"/>
                  <a:pt x="231" y="89"/>
                </a:cubicBezTo>
                <a:cubicBezTo>
                  <a:pt x="220" y="89"/>
                  <a:pt x="220" y="89"/>
                  <a:pt x="220" y="89"/>
                </a:cubicBezTo>
                <a:cubicBezTo>
                  <a:pt x="220" y="2"/>
                  <a:pt x="220" y="2"/>
                  <a:pt x="220" y="2"/>
                </a:cubicBezTo>
                <a:cubicBezTo>
                  <a:pt x="231" y="2"/>
                  <a:pt x="231" y="2"/>
                  <a:pt x="231" y="2"/>
                </a:cubicBezTo>
                <a:cubicBezTo>
                  <a:pt x="231" y="43"/>
                  <a:pt x="231" y="43"/>
                  <a:pt x="231" y="43"/>
                </a:cubicBezTo>
                <a:cubicBezTo>
                  <a:pt x="231" y="43"/>
                  <a:pt x="231" y="43"/>
                  <a:pt x="231" y="43"/>
                </a:cubicBezTo>
                <a:cubicBezTo>
                  <a:pt x="231" y="42"/>
                  <a:pt x="232" y="41"/>
                  <a:pt x="233" y="40"/>
                </a:cubicBezTo>
                <a:cubicBezTo>
                  <a:pt x="266" y="2"/>
                  <a:pt x="266" y="2"/>
                  <a:pt x="266" y="2"/>
                </a:cubicBezTo>
                <a:cubicBezTo>
                  <a:pt x="278" y="2"/>
                  <a:pt x="278" y="2"/>
                  <a:pt x="278" y="2"/>
                </a:cubicBezTo>
                <a:cubicBezTo>
                  <a:pt x="241" y="43"/>
                  <a:pt x="241" y="43"/>
                  <a:pt x="241" y="43"/>
                </a:cubicBezTo>
                <a:lnTo>
                  <a:pt x="281" y="89"/>
                </a:lnTo>
                <a:close/>
              </a:path>
            </a:pathLst>
          </a:custGeom>
          <a:solidFill>
            <a:srgbClr val="50E6FF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24" name="Freeform 240">
            <a:extLst>
              <a:ext uri="{FF2B5EF4-FFF2-40B4-BE49-F238E27FC236}">
                <a16:creationId xmlns:a16="http://schemas.microsoft.com/office/drawing/2014/main" id="{5B06964F-F627-7E03-21AB-563E9E85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82614" y="4730525"/>
            <a:ext cx="1114855" cy="464951"/>
          </a:xfrm>
          <a:custGeom>
            <a:avLst/>
            <a:gdLst>
              <a:gd name="T0" fmla="*/ 336 w 367"/>
              <a:gd name="T1" fmla="*/ 11 h 153"/>
              <a:gd name="T2" fmla="*/ 285 w 367"/>
              <a:gd name="T3" fmla="*/ 48 h 153"/>
              <a:gd name="T4" fmla="*/ 274 w 367"/>
              <a:gd name="T5" fmla="*/ 40 h 153"/>
              <a:gd name="T6" fmla="*/ 241 w 367"/>
              <a:gd name="T7" fmla="*/ 118 h 153"/>
              <a:gd name="T8" fmla="*/ 264 w 367"/>
              <a:gd name="T9" fmla="*/ 49 h 153"/>
              <a:gd name="T10" fmla="*/ 290 w 367"/>
              <a:gd name="T11" fmla="*/ 118 h 153"/>
              <a:gd name="T12" fmla="*/ 324 w 367"/>
              <a:gd name="T13" fmla="*/ 103 h 153"/>
              <a:gd name="T14" fmla="*/ 234 w 367"/>
              <a:gd name="T15" fmla="*/ 153 h 153"/>
              <a:gd name="T16" fmla="*/ 312 w 367"/>
              <a:gd name="T17" fmla="*/ 135 h 153"/>
              <a:gd name="T18" fmla="*/ 299 w 367"/>
              <a:gd name="T19" fmla="*/ 36 h 153"/>
              <a:gd name="T20" fmla="*/ 345 w 367"/>
              <a:gd name="T21" fmla="*/ 118 h 153"/>
              <a:gd name="T22" fmla="*/ 7 w 367"/>
              <a:gd name="T23" fmla="*/ 38 h 153"/>
              <a:gd name="T24" fmla="*/ 21 w 367"/>
              <a:gd name="T25" fmla="*/ 118 h 153"/>
              <a:gd name="T26" fmla="*/ 38 w 367"/>
              <a:gd name="T27" fmla="*/ 49 h 153"/>
              <a:gd name="T28" fmla="*/ 51 w 367"/>
              <a:gd name="T29" fmla="*/ 118 h 153"/>
              <a:gd name="T30" fmla="*/ 59 w 367"/>
              <a:gd name="T31" fmla="*/ 78 h 153"/>
              <a:gd name="T32" fmla="*/ 0 w 367"/>
              <a:gd name="T33" fmla="*/ 153 h 153"/>
              <a:gd name="T34" fmla="*/ 53 w 367"/>
              <a:gd name="T35" fmla="*/ 139 h 153"/>
              <a:gd name="T36" fmla="*/ 51 w 367"/>
              <a:gd name="T37" fmla="*/ 70 h 153"/>
              <a:gd name="T38" fmla="*/ 69 w 367"/>
              <a:gd name="T39" fmla="*/ 49 h 153"/>
              <a:gd name="T40" fmla="*/ 7 w 367"/>
              <a:gd name="T41" fmla="*/ 38 h 153"/>
              <a:gd name="T42" fmla="*/ 153 w 367"/>
              <a:gd name="T43" fmla="*/ 39 h 153"/>
              <a:gd name="T44" fmla="*/ 113 w 367"/>
              <a:gd name="T45" fmla="*/ 118 h 153"/>
              <a:gd name="T46" fmla="*/ 161 w 367"/>
              <a:gd name="T47" fmla="*/ 54 h 153"/>
              <a:gd name="T48" fmla="*/ 166 w 367"/>
              <a:gd name="T49" fmla="*/ 118 h 153"/>
              <a:gd name="T50" fmla="*/ 179 w 367"/>
              <a:gd name="T51" fmla="*/ 54 h 153"/>
              <a:gd name="T52" fmla="*/ 203 w 367"/>
              <a:gd name="T53" fmla="*/ 118 h 153"/>
              <a:gd name="T54" fmla="*/ 217 w 367"/>
              <a:gd name="T55" fmla="*/ 49 h 153"/>
              <a:gd name="T56" fmla="*/ 231 w 367"/>
              <a:gd name="T57" fmla="*/ 38 h 153"/>
              <a:gd name="T58" fmla="*/ 115 w 367"/>
              <a:gd name="T59" fmla="*/ 80 h 153"/>
              <a:gd name="T60" fmla="*/ 115 w 367"/>
              <a:gd name="T61" fmla="*/ 106 h 153"/>
              <a:gd name="T62" fmla="*/ 115 w 367"/>
              <a:gd name="T63" fmla="*/ 80 h 153"/>
              <a:gd name="T64" fmla="*/ 169 w 367"/>
              <a:gd name="T65" fmla="*/ 62 h 153"/>
              <a:gd name="T66" fmla="*/ 161 w 367"/>
              <a:gd name="T67" fmla="*/ 20 h 153"/>
              <a:gd name="T68" fmla="*/ 183 w 367"/>
              <a:gd name="T69" fmla="*/ 20 h 153"/>
              <a:gd name="T70" fmla="*/ 161 w 367"/>
              <a:gd name="T71" fmla="*/ 20 h 1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367" h="153">
                <a:moveTo>
                  <a:pt x="358" y="118"/>
                </a:moveTo>
                <a:cubicBezTo>
                  <a:pt x="359" y="74"/>
                  <a:pt x="367" y="24"/>
                  <a:pt x="336" y="11"/>
                </a:cubicBezTo>
                <a:cubicBezTo>
                  <a:pt x="311" y="0"/>
                  <a:pt x="270" y="17"/>
                  <a:pt x="289" y="44"/>
                </a:cubicBezTo>
                <a:cubicBezTo>
                  <a:pt x="288" y="45"/>
                  <a:pt x="287" y="47"/>
                  <a:pt x="285" y="48"/>
                </a:cubicBezTo>
                <a:cubicBezTo>
                  <a:pt x="285" y="48"/>
                  <a:pt x="285" y="49"/>
                  <a:pt x="285" y="49"/>
                </a:cubicBezTo>
                <a:cubicBezTo>
                  <a:pt x="282" y="46"/>
                  <a:pt x="279" y="42"/>
                  <a:pt x="274" y="40"/>
                </a:cubicBezTo>
                <a:cubicBezTo>
                  <a:pt x="270" y="38"/>
                  <a:pt x="262" y="38"/>
                  <a:pt x="257" y="40"/>
                </a:cubicBezTo>
                <a:cubicBezTo>
                  <a:pt x="233" y="48"/>
                  <a:pt x="240" y="87"/>
                  <a:pt x="241" y="118"/>
                </a:cubicBezTo>
                <a:cubicBezTo>
                  <a:pt x="245" y="118"/>
                  <a:pt x="250" y="118"/>
                  <a:pt x="254" y="118"/>
                </a:cubicBezTo>
                <a:cubicBezTo>
                  <a:pt x="254" y="99"/>
                  <a:pt x="249" y="52"/>
                  <a:pt x="264" y="49"/>
                </a:cubicBezTo>
                <a:cubicBezTo>
                  <a:pt x="283" y="46"/>
                  <a:pt x="277" y="99"/>
                  <a:pt x="277" y="118"/>
                </a:cubicBezTo>
                <a:cubicBezTo>
                  <a:pt x="281" y="118"/>
                  <a:pt x="286" y="118"/>
                  <a:pt x="290" y="118"/>
                </a:cubicBezTo>
                <a:cubicBezTo>
                  <a:pt x="289" y="94"/>
                  <a:pt x="284" y="55"/>
                  <a:pt x="303" y="50"/>
                </a:cubicBezTo>
                <a:cubicBezTo>
                  <a:pt x="328" y="43"/>
                  <a:pt x="329" y="83"/>
                  <a:pt x="324" y="103"/>
                </a:cubicBezTo>
                <a:cubicBezTo>
                  <a:pt x="320" y="115"/>
                  <a:pt x="314" y="125"/>
                  <a:pt x="301" y="127"/>
                </a:cubicBezTo>
                <a:cubicBezTo>
                  <a:pt x="271" y="134"/>
                  <a:pt x="234" y="116"/>
                  <a:pt x="234" y="153"/>
                </a:cubicBezTo>
                <a:cubicBezTo>
                  <a:pt x="238" y="153"/>
                  <a:pt x="243" y="153"/>
                  <a:pt x="247" y="153"/>
                </a:cubicBezTo>
                <a:cubicBezTo>
                  <a:pt x="247" y="130"/>
                  <a:pt x="294" y="143"/>
                  <a:pt x="312" y="135"/>
                </a:cubicBezTo>
                <a:cubicBezTo>
                  <a:pt x="335" y="125"/>
                  <a:pt x="350" y="74"/>
                  <a:pt x="330" y="47"/>
                </a:cubicBezTo>
                <a:cubicBezTo>
                  <a:pt x="322" y="37"/>
                  <a:pt x="309" y="42"/>
                  <a:pt x="299" y="36"/>
                </a:cubicBezTo>
                <a:cubicBezTo>
                  <a:pt x="293" y="14"/>
                  <a:pt x="330" y="15"/>
                  <a:pt x="338" y="26"/>
                </a:cubicBezTo>
                <a:cubicBezTo>
                  <a:pt x="350" y="40"/>
                  <a:pt x="346" y="92"/>
                  <a:pt x="345" y="118"/>
                </a:cubicBezTo>
                <a:cubicBezTo>
                  <a:pt x="350" y="118"/>
                  <a:pt x="354" y="118"/>
                  <a:pt x="358" y="118"/>
                </a:cubicBezTo>
                <a:close/>
                <a:moveTo>
                  <a:pt x="7" y="38"/>
                </a:moveTo>
                <a:cubicBezTo>
                  <a:pt x="7" y="65"/>
                  <a:pt x="7" y="91"/>
                  <a:pt x="7" y="118"/>
                </a:cubicBezTo>
                <a:cubicBezTo>
                  <a:pt x="12" y="118"/>
                  <a:pt x="16" y="118"/>
                  <a:pt x="21" y="118"/>
                </a:cubicBezTo>
                <a:cubicBezTo>
                  <a:pt x="21" y="95"/>
                  <a:pt x="21" y="72"/>
                  <a:pt x="21" y="49"/>
                </a:cubicBezTo>
                <a:cubicBezTo>
                  <a:pt x="27" y="49"/>
                  <a:pt x="32" y="49"/>
                  <a:pt x="38" y="49"/>
                </a:cubicBezTo>
                <a:cubicBezTo>
                  <a:pt x="38" y="72"/>
                  <a:pt x="38" y="95"/>
                  <a:pt x="38" y="118"/>
                </a:cubicBezTo>
                <a:cubicBezTo>
                  <a:pt x="43" y="118"/>
                  <a:pt x="47" y="118"/>
                  <a:pt x="51" y="118"/>
                </a:cubicBezTo>
                <a:cubicBezTo>
                  <a:pt x="51" y="103"/>
                  <a:pt x="49" y="84"/>
                  <a:pt x="57" y="78"/>
                </a:cubicBezTo>
                <a:cubicBezTo>
                  <a:pt x="58" y="78"/>
                  <a:pt x="59" y="78"/>
                  <a:pt x="59" y="78"/>
                </a:cubicBezTo>
                <a:cubicBezTo>
                  <a:pt x="75" y="79"/>
                  <a:pt x="72" y="109"/>
                  <a:pt x="66" y="119"/>
                </a:cubicBezTo>
                <a:cubicBezTo>
                  <a:pt x="51" y="142"/>
                  <a:pt x="1" y="110"/>
                  <a:pt x="0" y="153"/>
                </a:cubicBezTo>
                <a:cubicBezTo>
                  <a:pt x="5" y="153"/>
                  <a:pt x="9" y="153"/>
                  <a:pt x="14" y="153"/>
                </a:cubicBezTo>
                <a:cubicBezTo>
                  <a:pt x="14" y="132"/>
                  <a:pt x="36" y="142"/>
                  <a:pt x="53" y="139"/>
                </a:cubicBezTo>
                <a:cubicBezTo>
                  <a:pt x="67" y="136"/>
                  <a:pt x="76" y="126"/>
                  <a:pt x="81" y="115"/>
                </a:cubicBezTo>
                <a:cubicBezTo>
                  <a:pt x="90" y="92"/>
                  <a:pt x="78" y="54"/>
                  <a:pt x="51" y="70"/>
                </a:cubicBezTo>
                <a:cubicBezTo>
                  <a:pt x="51" y="63"/>
                  <a:pt x="51" y="56"/>
                  <a:pt x="51" y="49"/>
                </a:cubicBezTo>
                <a:cubicBezTo>
                  <a:pt x="57" y="49"/>
                  <a:pt x="63" y="49"/>
                  <a:pt x="69" y="49"/>
                </a:cubicBezTo>
                <a:cubicBezTo>
                  <a:pt x="69" y="45"/>
                  <a:pt x="69" y="42"/>
                  <a:pt x="69" y="38"/>
                </a:cubicBezTo>
                <a:cubicBezTo>
                  <a:pt x="48" y="38"/>
                  <a:pt x="28" y="38"/>
                  <a:pt x="7" y="38"/>
                </a:cubicBezTo>
                <a:close/>
                <a:moveTo>
                  <a:pt x="171" y="46"/>
                </a:moveTo>
                <a:cubicBezTo>
                  <a:pt x="165" y="44"/>
                  <a:pt x="159" y="41"/>
                  <a:pt x="153" y="39"/>
                </a:cubicBezTo>
                <a:cubicBezTo>
                  <a:pt x="131" y="33"/>
                  <a:pt x="111" y="45"/>
                  <a:pt x="103" y="58"/>
                </a:cubicBezTo>
                <a:cubicBezTo>
                  <a:pt x="92" y="75"/>
                  <a:pt x="90" y="113"/>
                  <a:pt x="113" y="118"/>
                </a:cubicBezTo>
                <a:cubicBezTo>
                  <a:pt x="147" y="125"/>
                  <a:pt x="144" y="59"/>
                  <a:pt x="111" y="71"/>
                </a:cubicBezTo>
                <a:cubicBezTo>
                  <a:pt x="116" y="49"/>
                  <a:pt x="140" y="47"/>
                  <a:pt x="161" y="54"/>
                </a:cubicBezTo>
                <a:cubicBezTo>
                  <a:pt x="158" y="58"/>
                  <a:pt x="155" y="63"/>
                  <a:pt x="152" y="67"/>
                </a:cubicBezTo>
                <a:cubicBezTo>
                  <a:pt x="145" y="86"/>
                  <a:pt x="148" y="113"/>
                  <a:pt x="166" y="118"/>
                </a:cubicBezTo>
                <a:cubicBezTo>
                  <a:pt x="186" y="123"/>
                  <a:pt x="194" y="95"/>
                  <a:pt x="191" y="78"/>
                </a:cubicBezTo>
                <a:cubicBezTo>
                  <a:pt x="189" y="68"/>
                  <a:pt x="185" y="61"/>
                  <a:pt x="179" y="54"/>
                </a:cubicBezTo>
                <a:cubicBezTo>
                  <a:pt x="185" y="50"/>
                  <a:pt x="195" y="49"/>
                  <a:pt x="203" y="49"/>
                </a:cubicBezTo>
                <a:cubicBezTo>
                  <a:pt x="203" y="118"/>
                  <a:pt x="203" y="118"/>
                  <a:pt x="203" y="118"/>
                </a:cubicBezTo>
                <a:cubicBezTo>
                  <a:pt x="217" y="118"/>
                  <a:pt x="217" y="118"/>
                  <a:pt x="217" y="118"/>
                </a:cubicBezTo>
                <a:cubicBezTo>
                  <a:pt x="217" y="49"/>
                  <a:pt x="217" y="49"/>
                  <a:pt x="217" y="49"/>
                </a:cubicBezTo>
                <a:cubicBezTo>
                  <a:pt x="231" y="49"/>
                  <a:pt x="231" y="49"/>
                  <a:pt x="231" y="49"/>
                </a:cubicBezTo>
                <a:cubicBezTo>
                  <a:pt x="231" y="38"/>
                  <a:pt x="231" y="38"/>
                  <a:pt x="231" y="38"/>
                </a:cubicBezTo>
                <a:cubicBezTo>
                  <a:pt x="209" y="38"/>
                  <a:pt x="183" y="36"/>
                  <a:pt x="171" y="46"/>
                </a:cubicBezTo>
                <a:close/>
                <a:moveTo>
                  <a:pt x="115" y="80"/>
                </a:moveTo>
                <a:cubicBezTo>
                  <a:pt x="118" y="80"/>
                  <a:pt x="118" y="81"/>
                  <a:pt x="120" y="82"/>
                </a:cubicBezTo>
                <a:cubicBezTo>
                  <a:pt x="127" y="86"/>
                  <a:pt x="126" y="109"/>
                  <a:pt x="115" y="106"/>
                </a:cubicBezTo>
                <a:cubicBezTo>
                  <a:pt x="110" y="104"/>
                  <a:pt x="105" y="89"/>
                  <a:pt x="111" y="83"/>
                </a:cubicBezTo>
                <a:cubicBezTo>
                  <a:pt x="112" y="82"/>
                  <a:pt x="113" y="81"/>
                  <a:pt x="115" y="80"/>
                </a:cubicBezTo>
                <a:close/>
                <a:moveTo>
                  <a:pt x="169" y="107"/>
                </a:moveTo>
                <a:cubicBezTo>
                  <a:pt x="156" y="100"/>
                  <a:pt x="163" y="71"/>
                  <a:pt x="169" y="62"/>
                </a:cubicBezTo>
                <a:cubicBezTo>
                  <a:pt x="179" y="67"/>
                  <a:pt x="183" y="104"/>
                  <a:pt x="169" y="107"/>
                </a:cubicBezTo>
                <a:close/>
                <a:moveTo>
                  <a:pt x="161" y="20"/>
                </a:moveTo>
                <a:cubicBezTo>
                  <a:pt x="161" y="26"/>
                  <a:pt x="166" y="31"/>
                  <a:pt x="172" y="31"/>
                </a:cubicBezTo>
                <a:cubicBezTo>
                  <a:pt x="178" y="31"/>
                  <a:pt x="183" y="26"/>
                  <a:pt x="183" y="20"/>
                </a:cubicBezTo>
                <a:cubicBezTo>
                  <a:pt x="183" y="14"/>
                  <a:pt x="178" y="9"/>
                  <a:pt x="172" y="9"/>
                </a:cubicBezTo>
                <a:cubicBezTo>
                  <a:pt x="166" y="9"/>
                  <a:pt x="161" y="14"/>
                  <a:pt x="161" y="20"/>
                </a:cubicBezTo>
                <a:close/>
              </a:path>
            </a:pathLst>
          </a:custGeom>
          <a:solidFill>
            <a:srgbClr val="FF5C39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25" name="Freeform 241">
            <a:extLst>
              <a:ext uri="{FF2B5EF4-FFF2-40B4-BE49-F238E27FC236}">
                <a16:creationId xmlns:a16="http://schemas.microsoft.com/office/drawing/2014/main" id="{15113FCA-376E-737C-68C6-CDEE69C669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517942" y="3247986"/>
            <a:ext cx="1548982" cy="236329"/>
          </a:xfrm>
          <a:custGeom>
            <a:avLst/>
            <a:gdLst>
              <a:gd name="T0" fmla="*/ 13 w 510"/>
              <a:gd name="T1" fmla="*/ 25 h 78"/>
              <a:gd name="T2" fmla="*/ 39 w 510"/>
              <a:gd name="T3" fmla="*/ 1 h 78"/>
              <a:gd name="T4" fmla="*/ 24 w 510"/>
              <a:gd name="T5" fmla="*/ 61 h 78"/>
              <a:gd name="T6" fmla="*/ 40 w 510"/>
              <a:gd name="T7" fmla="*/ 29 h 78"/>
              <a:gd name="T8" fmla="*/ 13 w 510"/>
              <a:gd name="T9" fmla="*/ 35 h 78"/>
              <a:gd name="T10" fmla="*/ 21 w 510"/>
              <a:gd name="T11" fmla="*/ 51 h 78"/>
              <a:gd name="T12" fmla="*/ 91 w 510"/>
              <a:gd name="T13" fmla="*/ 12 h 78"/>
              <a:gd name="T14" fmla="*/ 57 w 510"/>
              <a:gd name="T15" fmla="*/ 62 h 78"/>
              <a:gd name="T16" fmla="*/ 53 w 510"/>
              <a:gd name="T17" fmla="*/ 51 h 78"/>
              <a:gd name="T18" fmla="*/ 63 w 510"/>
              <a:gd name="T19" fmla="*/ 28 h 78"/>
              <a:gd name="T20" fmla="*/ 104 w 510"/>
              <a:gd name="T21" fmla="*/ 61 h 78"/>
              <a:gd name="T22" fmla="*/ 112 w 510"/>
              <a:gd name="T23" fmla="*/ 61 h 78"/>
              <a:gd name="T24" fmla="*/ 152 w 510"/>
              <a:gd name="T25" fmla="*/ 48 h 78"/>
              <a:gd name="T26" fmla="*/ 150 w 510"/>
              <a:gd name="T27" fmla="*/ 1 h 78"/>
              <a:gd name="T28" fmla="*/ 141 w 510"/>
              <a:gd name="T29" fmla="*/ 11 h 78"/>
              <a:gd name="T30" fmla="*/ 149 w 510"/>
              <a:gd name="T31" fmla="*/ 37 h 78"/>
              <a:gd name="T32" fmla="*/ 193 w 510"/>
              <a:gd name="T33" fmla="*/ 12 h 78"/>
              <a:gd name="T34" fmla="*/ 179 w 510"/>
              <a:gd name="T35" fmla="*/ 1 h 78"/>
              <a:gd name="T36" fmla="*/ 269 w 510"/>
              <a:gd name="T37" fmla="*/ 8 h 78"/>
              <a:gd name="T38" fmla="*/ 218 w 510"/>
              <a:gd name="T39" fmla="*/ 32 h 78"/>
              <a:gd name="T40" fmla="*/ 269 w 510"/>
              <a:gd name="T41" fmla="*/ 53 h 78"/>
              <a:gd name="T42" fmla="*/ 259 w 510"/>
              <a:gd name="T43" fmla="*/ 45 h 78"/>
              <a:gd name="T44" fmla="*/ 232 w 510"/>
              <a:gd name="T45" fmla="*/ 31 h 78"/>
              <a:gd name="T46" fmla="*/ 259 w 510"/>
              <a:gd name="T47" fmla="*/ 17 h 78"/>
              <a:gd name="T48" fmla="*/ 335 w 510"/>
              <a:gd name="T49" fmla="*/ 50 h 78"/>
              <a:gd name="T50" fmla="*/ 287 w 510"/>
              <a:gd name="T51" fmla="*/ 50 h 78"/>
              <a:gd name="T52" fmla="*/ 294 w 510"/>
              <a:gd name="T53" fmla="*/ 78 h 78"/>
              <a:gd name="T54" fmla="*/ 332 w 510"/>
              <a:gd name="T55" fmla="*/ 78 h 78"/>
              <a:gd name="T56" fmla="*/ 335 w 510"/>
              <a:gd name="T57" fmla="*/ 50 h 78"/>
              <a:gd name="T58" fmla="*/ 308 w 510"/>
              <a:gd name="T59" fmla="*/ 31 h 78"/>
              <a:gd name="T60" fmla="*/ 322 w 510"/>
              <a:gd name="T61" fmla="*/ 50 h 78"/>
              <a:gd name="T62" fmla="*/ 348 w 510"/>
              <a:gd name="T63" fmla="*/ 61 h 78"/>
              <a:gd name="T64" fmla="*/ 388 w 510"/>
              <a:gd name="T65" fmla="*/ 48 h 78"/>
              <a:gd name="T66" fmla="*/ 386 w 510"/>
              <a:gd name="T67" fmla="*/ 1 h 78"/>
              <a:gd name="T68" fmla="*/ 377 w 510"/>
              <a:gd name="T69" fmla="*/ 11 h 78"/>
              <a:gd name="T70" fmla="*/ 385 w 510"/>
              <a:gd name="T71" fmla="*/ 37 h 78"/>
              <a:gd name="T72" fmla="*/ 415 w 510"/>
              <a:gd name="T73" fmla="*/ 1 h 78"/>
              <a:gd name="T74" fmla="*/ 429 w 510"/>
              <a:gd name="T75" fmla="*/ 40 h 78"/>
              <a:gd name="T76" fmla="*/ 459 w 510"/>
              <a:gd name="T77" fmla="*/ 20 h 78"/>
              <a:gd name="T78" fmla="*/ 429 w 510"/>
              <a:gd name="T79" fmla="*/ 30 h 78"/>
              <a:gd name="T80" fmla="*/ 445 w 510"/>
              <a:gd name="T81" fmla="*/ 20 h 78"/>
              <a:gd name="T82" fmla="*/ 472 w 510"/>
              <a:gd name="T83" fmla="*/ 5 h 78"/>
              <a:gd name="T84" fmla="*/ 480 w 510"/>
              <a:gd name="T85" fmla="*/ 34 h 78"/>
              <a:gd name="T86" fmla="*/ 477 w 510"/>
              <a:gd name="T87" fmla="*/ 61 h 78"/>
              <a:gd name="T88" fmla="*/ 496 w 510"/>
              <a:gd name="T89" fmla="*/ 38 h 78"/>
              <a:gd name="T90" fmla="*/ 510 w 510"/>
              <a:gd name="T91" fmla="*/ 1 h 78"/>
              <a:gd name="T92" fmla="*/ 490 w 510"/>
              <a:gd name="T93" fmla="*/ 27 h 78"/>
              <a:gd name="T94" fmla="*/ 490 w 510"/>
              <a:gd name="T95" fmla="*/ 11 h 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510" h="78">
                <a:moveTo>
                  <a:pt x="40" y="29"/>
                </a:moveTo>
                <a:cubicBezTo>
                  <a:pt x="36" y="26"/>
                  <a:pt x="31" y="25"/>
                  <a:pt x="25" y="25"/>
                </a:cubicBezTo>
                <a:cubicBezTo>
                  <a:pt x="13" y="25"/>
                  <a:pt x="13" y="25"/>
                  <a:pt x="13" y="25"/>
                </a:cubicBezTo>
                <a:cubicBezTo>
                  <a:pt x="13" y="12"/>
                  <a:pt x="13" y="12"/>
                  <a:pt x="13" y="12"/>
                </a:cubicBezTo>
                <a:cubicBezTo>
                  <a:pt x="39" y="12"/>
                  <a:pt x="39" y="12"/>
                  <a:pt x="39" y="12"/>
                </a:cubicBezTo>
                <a:cubicBezTo>
                  <a:pt x="39" y="1"/>
                  <a:pt x="39" y="1"/>
                  <a:pt x="39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61"/>
                  <a:pt x="0" y="61"/>
                  <a:pt x="0" y="61"/>
                </a:cubicBezTo>
                <a:cubicBezTo>
                  <a:pt x="24" y="61"/>
                  <a:pt x="24" y="61"/>
                  <a:pt x="24" y="61"/>
                </a:cubicBezTo>
                <a:cubicBezTo>
                  <a:pt x="31" y="61"/>
                  <a:pt x="36" y="59"/>
                  <a:pt x="40" y="56"/>
                </a:cubicBezTo>
                <a:cubicBezTo>
                  <a:pt x="43" y="53"/>
                  <a:pt x="45" y="48"/>
                  <a:pt x="45" y="42"/>
                </a:cubicBezTo>
                <a:cubicBezTo>
                  <a:pt x="45" y="37"/>
                  <a:pt x="43" y="32"/>
                  <a:pt x="40" y="29"/>
                </a:cubicBezTo>
                <a:close/>
                <a:moveTo>
                  <a:pt x="21" y="51"/>
                </a:moveTo>
                <a:cubicBezTo>
                  <a:pt x="13" y="51"/>
                  <a:pt x="13" y="51"/>
                  <a:pt x="13" y="51"/>
                </a:cubicBezTo>
                <a:cubicBezTo>
                  <a:pt x="13" y="35"/>
                  <a:pt x="13" y="35"/>
                  <a:pt x="13" y="35"/>
                </a:cubicBezTo>
                <a:cubicBezTo>
                  <a:pt x="22" y="35"/>
                  <a:pt x="22" y="35"/>
                  <a:pt x="22" y="35"/>
                </a:cubicBezTo>
                <a:cubicBezTo>
                  <a:pt x="28" y="35"/>
                  <a:pt x="31" y="38"/>
                  <a:pt x="31" y="43"/>
                </a:cubicBezTo>
                <a:cubicBezTo>
                  <a:pt x="31" y="48"/>
                  <a:pt x="28" y="51"/>
                  <a:pt x="21" y="51"/>
                </a:cubicBezTo>
                <a:close/>
                <a:moveTo>
                  <a:pt x="104" y="61"/>
                </a:moveTo>
                <a:cubicBezTo>
                  <a:pt x="91" y="61"/>
                  <a:pt x="91" y="61"/>
                  <a:pt x="91" y="61"/>
                </a:cubicBezTo>
                <a:cubicBezTo>
                  <a:pt x="91" y="12"/>
                  <a:pt x="91" y="12"/>
                  <a:pt x="91" y="12"/>
                </a:cubicBezTo>
                <a:cubicBezTo>
                  <a:pt x="79" y="12"/>
                  <a:pt x="79" y="12"/>
                  <a:pt x="79" y="12"/>
                </a:cubicBezTo>
                <a:cubicBezTo>
                  <a:pt x="75" y="35"/>
                  <a:pt x="72" y="49"/>
                  <a:pt x="70" y="54"/>
                </a:cubicBezTo>
                <a:cubicBezTo>
                  <a:pt x="67" y="59"/>
                  <a:pt x="62" y="62"/>
                  <a:pt x="57" y="62"/>
                </a:cubicBezTo>
                <a:cubicBezTo>
                  <a:pt x="54" y="62"/>
                  <a:pt x="52" y="62"/>
                  <a:pt x="49" y="61"/>
                </a:cubicBezTo>
                <a:cubicBezTo>
                  <a:pt x="49" y="50"/>
                  <a:pt x="49" y="50"/>
                  <a:pt x="49" y="50"/>
                </a:cubicBezTo>
                <a:cubicBezTo>
                  <a:pt x="51" y="50"/>
                  <a:pt x="52" y="51"/>
                  <a:pt x="53" y="51"/>
                </a:cubicBezTo>
                <a:cubicBezTo>
                  <a:pt x="55" y="51"/>
                  <a:pt x="56" y="50"/>
                  <a:pt x="56" y="50"/>
                </a:cubicBezTo>
                <a:cubicBezTo>
                  <a:pt x="57" y="49"/>
                  <a:pt x="58" y="47"/>
                  <a:pt x="59" y="44"/>
                </a:cubicBezTo>
                <a:cubicBezTo>
                  <a:pt x="60" y="41"/>
                  <a:pt x="62" y="35"/>
                  <a:pt x="63" y="28"/>
                </a:cubicBezTo>
                <a:cubicBezTo>
                  <a:pt x="65" y="20"/>
                  <a:pt x="66" y="11"/>
                  <a:pt x="68" y="1"/>
                </a:cubicBezTo>
                <a:cubicBezTo>
                  <a:pt x="104" y="1"/>
                  <a:pt x="104" y="1"/>
                  <a:pt x="104" y="1"/>
                </a:cubicBezTo>
                <a:lnTo>
                  <a:pt x="104" y="61"/>
                </a:lnTo>
                <a:close/>
                <a:moveTo>
                  <a:pt x="150" y="1"/>
                </a:moveTo>
                <a:cubicBezTo>
                  <a:pt x="134" y="1"/>
                  <a:pt x="134" y="1"/>
                  <a:pt x="134" y="1"/>
                </a:cubicBezTo>
                <a:cubicBezTo>
                  <a:pt x="112" y="61"/>
                  <a:pt x="112" y="61"/>
                  <a:pt x="112" y="61"/>
                </a:cubicBezTo>
                <a:cubicBezTo>
                  <a:pt x="127" y="61"/>
                  <a:pt x="127" y="61"/>
                  <a:pt x="127" y="61"/>
                </a:cubicBezTo>
                <a:cubicBezTo>
                  <a:pt x="131" y="48"/>
                  <a:pt x="131" y="48"/>
                  <a:pt x="131" y="48"/>
                </a:cubicBezTo>
                <a:cubicBezTo>
                  <a:pt x="152" y="48"/>
                  <a:pt x="152" y="48"/>
                  <a:pt x="152" y="48"/>
                </a:cubicBezTo>
                <a:cubicBezTo>
                  <a:pt x="157" y="61"/>
                  <a:pt x="157" y="61"/>
                  <a:pt x="157" y="61"/>
                </a:cubicBezTo>
                <a:cubicBezTo>
                  <a:pt x="172" y="61"/>
                  <a:pt x="172" y="61"/>
                  <a:pt x="172" y="61"/>
                </a:cubicBezTo>
                <a:lnTo>
                  <a:pt x="150" y="1"/>
                </a:lnTo>
                <a:close/>
                <a:moveTo>
                  <a:pt x="134" y="37"/>
                </a:moveTo>
                <a:cubicBezTo>
                  <a:pt x="140" y="17"/>
                  <a:pt x="140" y="17"/>
                  <a:pt x="140" y="17"/>
                </a:cubicBezTo>
                <a:cubicBezTo>
                  <a:pt x="141" y="15"/>
                  <a:pt x="141" y="13"/>
                  <a:pt x="141" y="11"/>
                </a:cubicBezTo>
                <a:cubicBezTo>
                  <a:pt x="142" y="11"/>
                  <a:pt x="142" y="11"/>
                  <a:pt x="142" y="11"/>
                </a:cubicBezTo>
                <a:cubicBezTo>
                  <a:pt x="142" y="13"/>
                  <a:pt x="142" y="15"/>
                  <a:pt x="143" y="17"/>
                </a:cubicBezTo>
                <a:cubicBezTo>
                  <a:pt x="149" y="37"/>
                  <a:pt x="149" y="37"/>
                  <a:pt x="149" y="37"/>
                </a:cubicBezTo>
                <a:lnTo>
                  <a:pt x="134" y="37"/>
                </a:lnTo>
                <a:close/>
                <a:moveTo>
                  <a:pt x="215" y="12"/>
                </a:moveTo>
                <a:cubicBezTo>
                  <a:pt x="193" y="12"/>
                  <a:pt x="193" y="12"/>
                  <a:pt x="193" y="12"/>
                </a:cubicBezTo>
                <a:cubicBezTo>
                  <a:pt x="193" y="61"/>
                  <a:pt x="193" y="61"/>
                  <a:pt x="193" y="61"/>
                </a:cubicBezTo>
                <a:cubicBezTo>
                  <a:pt x="179" y="61"/>
                  <a:pt x="179" y="61"/>
                  <a:pt x="179" y="61"/>
                </a:cubicBezTo>
                <a:cubicBezTo>
                  <a:pt x="179" y="1"/>
                  <a:pt x="179" y="1"/>
                  <a:pt x="179" y="1"/>
                </a:cubicBezTo>
                <a:cubicBezTo>
                  <a:pt x="215" y="1"/>
                  <a:pt x="215" y="1"/>
                  <a:pt x="215" y="1"/>
                </a:cubicBezTo>
                <a:lnTo>
                  <a:pt x="215" y="12"/>
                </a:lnTo>
                <a:close/>
                <a:moveTo>
                  <a:pt x="269" y="8"/>
                </a:moveTo>
                <a:cubicBezTo>
                  <a:pt x="264" y="2"/>
                  <a:pt x="257" y="0"/>
                  <a:pt x="248" y="0"/>
                </a:cubicBezTo>
                <a:cubicBezTo>
                  <a:pt x="239" y="0"/>
                  <a:pt x="232" y="3"/>
                  <a:pt x="226" y="8"/>
                </a:cubicBezTo>
                <a:cubicBezTo>
                  <a:pt x="221" y="14"/>
                  <a:pt x="218" y="22"/>
                  <a:pt x="218" y="32"/>
                </a:cubicBezTo>
                <a:cubicBezTo>
                  <a:pt x="218" y="41"/>
                  <a:pt x="221" y="48"/>
                  <a:pt x="226" y="54"/>
                </a:cubicBezTo>
                <a:cubicBezTo>
                  <a:pt x="232" y="59"/>
                  <a:pt x="239" y="62"/>
                  <a:pt x="247" y="62"/>
                </a:cubicBezTo>
                <a:cubicBezTo>
                  <a:pt x="256" y="62"/>
                  <a:pt x="264" y="59"/>
                  <a:pt x="269" y="53"/>
                </a:cubicBezTo>
                <a:cubicBezTo>
                  <a:pt x="275" y="48"/>
                  <a:pt x="277" y="40"/>
                  <a:pt x="277" y="30"/>
                </a:cubicBezTo>
                <a:cubicBezTo>
                  <a:pt x="277" y="21"/>
                  <a:pt x="275" y="14"/>
                  <a:pt x="269" y="8"/>
                </a:cubicBezTo>
                <a:close/>
                <a:moveTo>
                  <a:pt x="259" y="45"/>
                </a:moveTo>
                <a:cubicBezTo>
                  <a:pt x="256" y="49"/>
                  <a:pt x="252" y="50"/>
                  <a:pt x="248" y="50"/>
                </a:cubicBezTo>
                <a:cubicBezTo>
                  <a:pt x="243" y="50"/>
                  <a:pt x="239" y="49"/>
                  <a:pt x="237" y="45"/>
                </a:cubicBezTo>
                <a:cubicBezTo>
                  <a:pt x="234" y="42"/>
                  <a:pt x="232" y="37"/>
                  <a:pt x="232" y="31"/>
                </a:cubicBezTo>
                <a:cubicBezTo>
                  <a:pt x="232" y="25"/>
                  <a:pt x="234" y="20"/>
                  <a:pt x="237" y="17"/>
                </a:cubicBezTo>
                <a:cubicBezTo>
                  <a:pt x="239" y="13"/>
                  <a:pt x="243" y="11"/>
                  <a:pt x="248" y="11"/>
                </a:cubicBezTo>
                <a:cubicBezTo>
                  <a:pt x="253" y="11"/>
                  <a:pt x="256" y="13"/>
                  <a:pt x="259" y="17"/>
                </a:cubicBezTo>
                <a:cubicBezTo>
                  <a:pt x="262" y="20"/>
                  <a:pt x="263" y="25"/>
                  <a:pt x="263" y="31"/>
                </a:cubicBezTo>
                <a:cubicBezTo>
                  <a:pt x="263" y="37"/>
                  <a:pt x="262" y="42"/>
                  <a:pt x="259" y="45"/>
                </a:cubicBezTo>
                <a:close/>
                <a:moveTo>
                  <a:pt x="335" y="50"/>
                </a:moveTo>
                <a:cubicBezTo>
                  <a:pt x="335" y="1"/>
                  <a:pt x="335" y="1"/>
                  <a:pt x="335" y="1"/>
                </a:cubicBezTo>
                <a:cubicBezTo>
                  <a:pt x="300" y="1"/>
                  <a:pt x="300" y="1"/>
                  <a:pt x="300" y="1"/>
                </a:cubicBezTo>
                <a:cubicBezTo>
                  <a:pt x="300" y="19"/>
                  <a:pt x="295" y="36"/>
                  <a:pt x="287" y="50"/>
                </a:cubicBezTo>
                <a:cubicBezTo>
                  <a:pt x="282" y="50"/>
                  <a:pt x="282" y="50"/>
                  <a:pt x="282" y="50"/>
                </a:cubicBezTo>
                <a:cubicBezTo>
                  <a:pt x="282" y="78"/>
                  <a:pt x="282" y="78"/>
                  <a:pt x="282" y="78"/>
                </a:cubicBezTo>
                <a:cubicBezTo>
                  <a:pt x="294" y="78"/>
                  <a:pt x="294" y="78"/>
                  <a:pt x="294" y="78"/>
                </a:cubicBezTo>
                <a:cubicBezTo>
                  <a:pt x="294" y="61"/>
                  <a:pt x="294" y="61"/>
                  <a:pt x="294" y="61"/>
                </a:cubicBezTo>
                <a:cubicBezTo>
                  <a:pt x="332" y="61"/>
                  <a:pt x="332" y="61"/>
                  <a:pt x="332" y="61"/>
                </a:cubicBezTo>
                <a:cubicBezTo>
                  <a:pt x="332" y="78"/>
                  <a:pt x="332" y="78"/>
                  <a:pt x="332" y="78"/>
                </a:cubicBezTo>
                <a:cubicBezTo>
                  <a:pt x="344" y="78"/>
                  <a:pt x="344" y="78"/>
                  <a:pt x="344" y="78"/>
                </a:cubicBezTo>
                <a:cubicBezTo>
                  <a:pt x="344" y="50"/>
                  <a:pt x="344" y="50"/>
                  <a:pt x="344" y="50"/>
                </a:cubicBezTo>
                <a:lnTo>
                  <a:pt x="335" y="50"/>
                </a:lnTo>
                <a:close/>
                <a:moveTo>
                  <a:pt x="322" y="50"/>
                </a:moveTo>
                <a:cubicBezTo>
                  <a:pt x="301" y="50"/>
                  <a:pt x="301" y="50"/>
                  <a:pt x="301" y="50"/>
                </a:cubicBezTo>
                <a:cubicBezTo>
                  <a:pt x="304" y="44"/>
                  <a:pt x="306" y="38"/>
                  <a:pt x="308" y="31"/>
                </a:cubicBezTo>
                <a:cubicBezTo>
                  <a:pt x="310" y="24"/>
                  <a:pt x="311" y="18"/>
                  <a:pt x="311" y="12"/>
                </a:cubicBezTo>
                <a:cubicBezTo>
                  <a:pt x="322" y="12"/>
                  <a:pt x="322" y="12"/>
                  <a:pt x="322" y="12"/>
                </a:cubicBezTo>
                <a:lnTo>
                  <a:pt x="322" y="50"/>
                </a:lnTo>
                <a:close/>
                <a:moveTo>
                  <a:pt x="386" y="1"/>
                </a:moveTo>
                <a:cubicBezTo>
                  <a:pt x="370" y="1"/>
                  <a:pt x="370" y="1"/>
                  <a:pt x="370" y="1"/>
                </a:cubicBezTo>
                <a:cubicBezTo>
                  <a:pt x="348" y="61"/>
                  <a:pt x="348" y="61"/>
                  <a:pt x="348" y="61"/>
                </a:cubicBezTo>
                <a:cubicBezTo>
                  <a:pt x="362" y="61"/>
                  <a:pt x="362" y="61"/>
                  <a:pt x="362" y="61"/>
                </a:cubicBezTo>
                <a:cubicBezTo>
                  <a:pt x="367" y="48"/>
                  <a:pt x="367" y="48"/>
                  <a:pt x="367" y="48"/>
                </a:cubicBezTo>
                <a:cubicBezTo>
                  <a:pt x="388" y="48"/>
                  <a:pt x="388" y="48"/>
                  <a:pt x="388" y="48"/>
                </a:cubicBezTo>
                <a:cubicBezTo>
                  <a:pt x="393" y="61"/>
                  <a:pt x="393" y="61"/>
                  <a:pt x="393" y="61"/>
                </a:cubicBezTo>
                <a:cubicBezTo>
                  <a:pt x="407" y="61"/>
                  <a:pt x="407" y="61"/>
                  <a:pt x="407" y="61"/>
                </a:cubicBezTo>
                <a:lnTo>
                  <a:pt x="386" y="1"/>
                </a:lnTo>
                <a:close/>
                <a:moveTo>
                  <a:pt x="370" y="37"/>
                </a:moveTo>
                <a:cubicBezTo>
                  <a:pt x="376" y="17"/>
                  <a:pt x="376" y="17"/>
                  <a:pt x="376" y="17"/>
                </a:cubicBezTo>
                <a:cubicBezTo>
                  <a:pt x="377" y="15"/>
                  <a:pt x="377" y="13"/>
                  <a:pt x="377" y="11"/>
                </a:cubicBezTo>
                <a:cubicBezTo>
                  <a:pt x="378" y="11"/>
                  <a:pt x="378" y="11"/>
                  <a:pt x="378" y="11"/>
                </a:cubicBezTo>
                <a:cubicBezTo>
                  <a:pt x="378" y="13"/>
                  <a:pt x="378" y="15"/>
                  <a:pt x="379" y="17"/>
                </a:cubicBezTo>
                <a:cubicBezTo>
                  <a:pt x="385" y="37"/>
                  <a:pt x="385" y="37"/>
                  <a:pt x="385" y="37"/>
                </a:cubicBezTo>
                <a:lnTo>
                  <a:pt x="370" y="37"/>
                </a:lnTo>
                <a:close/>
                <a:moveTo>
                  <a:pt x="436" y="1"/>
                </a:moveTo>
                <a:cubicBezTo>
                  <a:pt x="415" y="1"/>
                  <a:pt x="415" y="1"/>
                  <a:pt x="415" y="1"/>
                </a:cubicBezTo>
                <a:cubicBezTo>
                  <a:pt x="415" y="61"/>
                  <a:pt x="415" y="61"/>
                  <a:pt x="415" y="61"/>
                </a:cubicBezTo>
                <a:cubicBezTo>
                  <a:pt x="429" y="61"/>
                  <a:pt x="429" y="61"/>
                  <a:pt x="429" y="61"/>
                </a:cubicBezTo>
                <a:cubicBezTo>
                  <a:pt x="429" y="40"/>
                  <a:pt x="429" y="40"/>
                  <a:pt x="429" y="40"/>
                </a:cubicBezTo>
                <a:cubicBezTo>
                  <a:pt x="435" y="40"/>
                  <a:pt x="435" y="40"/>
                  <a:pt x="435" y="40"/>
                </a:cubicBezTo>
                <a:cubicBezTo>
                  <a:pt x="442" y="40"/>
                  <a:pt x="448" y="38"/>
                  <a:pt x="453" y="35"/>
                </a:cubicBezTo>
                <a:cubicBezTo>
                  <a:pt x="457" y="31"/>
                  <a:pt x="459" y="26"/>
                  <a:pt x="459" y="20"/>
                </a:cubicBezTo>
                <a:cubicBezTo>
                  <a:pt x="459" y="7"/>
                  <a:pt x="452" y="1"/>
                  <a:pt x="436" y="1"/>
                </a:cubicBezTo>
                <a:close/>
                <a:moveTo>
                  <a:pt x="434" y="30"/>
                </a:moveTo>
                <a:cubicBezTo>
                  <a:pt x="429" y="30"/>
                  <a:pt x="429" y="30"/>
                  <a:pt x="429" y="30"/>
                </a:cubicBezTo>
                <a:cubicBezTo>
                  <a:pt x="429" y="11"/>
                  <a:pt x="429" y="11"/>
                  <a:pt x="429" y="11"/>
                </a:cubicBezTo>
                <a:cubicBezTo>
                  <a:pt x="434" y="11"/>
                  <a:pt x="434" y="11"/>
                  <a:pt x="434" y="11"/>
                </a:cubicBezTo>
                <a:cubicBezTo>
                  <a:pt x="441" y="11"/>
                  <a:pt x="445" y="14"/>
                  <a:pt x="445" y="20"/>
                </a:cubicBezTo>
                <a:cubicBezTo>
                  <a:pt x="445" y="27"/>
                  <a:pt x="441" y="30"/>
                  <a:pt x="434" y="30"/>
                </a:cubicBezTo>
                <a:close/>
                <a:moveTo>
                  <a:pt x="489" y="1"/>
                </a:moveTo>
                <a:cubicBezTo>
                  <a:pt x="482" y="1"/>
                  <a:pt x="476" y="2"/>
                  <a:pt x="472" y="5"/>
                </a:cubicBezTo>
                <a:cubicBezTo>
                  <a:pt x="468" y="8"/>
                  <a:pt x="466" y="12"/>
                  <a:pt x="466" y="18"/>
                </a:cubicBezTo>
                <a:cubicBezTo>
                  <a:pt x="466" y="26"/>
                  <a:pt x="471" y="31"/>
                  <a:pt x="480" y="33"/>
                </a:cubicBezTo>
                <a:cubicBezTo>
                  <a:pt x="480" y="34"/>
                  <a:pt x="480" y="34"/>
                  <a:pt x="480" y="34"/>
                </a:cubicBezTo>
                <a:cubicBezTo>
                  <a:pt x="476" y="35"/>
                  <a:pt x="473" y="38"/>
                  <a:pt x="470" y="43"/>
                </a:cubicBezTo>
                <a:cubicBezTo>
                  <a:pt x="462" y="61"/>
                  <a:pt x="462" y="61"/>
                  <a:pt x="462" y="61"/>
                </a:cubicBezTo>
                <a:cubicBezTo>
                  <a:pt x="477" y="61"/>
                  <a:pt x="477" y="61"/>
                  <a:pt x="477" y="61"/>
                </a:cubicBezTo>
                <a:cubicBezTo>
                  <a:pt x="484" y="45"/>
                  <a:pt x="484" y="45"/>
                  <a:pt x="484" y="45"/>
                </a:cubicBezTo>
                <a:cubicBezTo>
                  <a:pt x="486" y="40"/>
                  <a:pt x="489" y="38"/>
                  <a:pt x="492" y="38"/>
                </a:cubicBezTo>
                <a:cubicBezTo>
                  <a:pt x="496" y="38"/>
                  <a:pt x="496" y="38"/>
                  <a:pt x="496" y="38"/>
                </a:cubicBezTo>
                <a:cubicBezTo>
                  <a:pt x="496" y="61"/>
                  <a:pt x="496" y="61"/>
                  <a:pt x="496" y="61"/>
                </a:cubicBezTo>
                <a:cubicBezTo>
                  <a:pt x="510" y="61"/>
                  <a:pt x="510" y="61"/>
                  <a:pt x="510" y="61"/>
                </a:cubicBezTo>
                <a:cubicBezTo>
                  <a:pt x="510" y="1"/>
                  <a:pt x="510" y="1"/>
                  <a:pt x="510" y="1"/>
                </a:cubicBezTo>
                <a:lnTo>
                  <a:pt x="489" y="1"/>
                </a:lnTo>
                <a:close/>
                <a:moveTo>
                  <a:pt x="496" y="27"/>
                </a:moveTo>
                <a:cubicBezTo>
                  <a:pt x="490" y="27"/>
                  <a:pt x="490" y="27"/>
                  <a:pt x="490" y="27"/>
                </a:cubicBezTo>
                <a:cubicBezTo>
                  <a:pt x="487" y="27"/>
                  <a:pt x="485" y="27"/>
                  <a:pt x="483" y="25"/>
                </a:cubicBezTo>
                <a:cubicBezTo>
                  <a:pt x="482" y="24"/>
                  <a:pt x="481" y="21"/>
                  <a:pt x="481" y="19"/>
                </a:cubicBezTo>
                <a:cubicBezTo>
                  <a:pt x="481" y="14"/>
                  <a:pt x="484" y="11"/>
                  <a:pt x="490" y="11"/>
                </a:cubicBezTo>
                <a:cubicBezTo>
                  <a:pt x="496" y="11"/>
                  <a:pt x="496" y="11"/>
                  <a:pt x="496" y="11"/>
                </a:cubicBezTo>
                <a:lnTo>
                  <a:pt x="496" y="27"/>
                </a:lnTo>
                <a:close/>
              </a:path>
            </a:pathLst>
          </a:custGeom>
          <a:solidFill>
            <a:srgbClr val="50E6FF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26" name="Freeform 242">
            <a:extLst>
              <a:ext uri="{FF2B5EF4-FFF2-40B4-BE49-F238E27FC236}">
                <a16:creationId xmlns:a16="http://schemas.microsoft.com/office/drawing/2014/main" id="{F8649316-6C56-A162-46B1-37EEDFC41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 rot="16200000">
            <a:off x="10129465" y="3804099"/>
            <a:ext cx="319703" cy="1203703"/>
          </a:xfrm>
          <a:custGeom>
            <a:avLst/>
            <a:gdLst>
              <a:gd name="T0" fmla="*/ 21 w 70"/>
              <a:gd name="T1" fmla="*/ 4 h 264"/>
              <a:gd name="T2" fmla="*/ 0 w 70"/>
              <a:gd name="T3" fmla="*/ 0 h 264"/>
              <a:gd name="T4" fmla="*/ 15 w 70"/>
              <a:gd name="T5" fmla="*/ 6 h 264"/>
              <a:gd name="T6" fmla="*/ 0 w 70"/>
              <a:gd name="T7" fmla="*/ 45 h 264"/>
              <a:gd name="T8" fmla="*/ 21 w 70"/>
              <a:gd name="T9" fmla="*/ 51 h 264"/>
              <a:gd name="T10" fmla="*/ 70 w 70"/>
              <a:gd name="T11" fmla="*/ 43 h 264"/>
              <a:gd name="T12" fmla="*/ 44 w 70"/>
              <a:gd name="T13" fmla="*/ 13 h 264"/>
              <a:gd name="T14" fmla="*/ 21 w 70"/>
              <a:gd name="T15" fmla="*/ 37 h 264"/>
              <a:gd name="T16" fmla="*/ 42 w 70"/>
              <a:gd name="T17" fmla="*/ 19 h 264"/>
              <a:gd name="T18" fmla="*/ 64 w 70"/>
              <a:gd name="T19" fmla="*/ 37 h 264"/>
              <a:gd name="T20" fmla="*/ 54 w 70"/>
              <a:gd name="T21" fmla="*/ 59 h 264"/>
              <a:gd name="T22" fmla="*/ 40 w 70"/>
              <a:gd name="T23" fmla="*/ 70 h 264"/>
              <a:gd name="T24" fmla="*/ 37 w 70"/>
              <a:gd name="T25" fmla="*/ 66 h 264"/>
              <a:gd name="T26" fmla="*/ 15 w 70"/>
              <a:gd name="T27" fmla="*/ 55 h 264"/>
              <a:gd name="T28" fmla="*/ 31 w 70"/>
              <a:gd name="T29" fmla="*/ 70 h 264"/>
              <a:gd name="T30" fmla="*/ 38 w 70"/>
              <a:gd name="T31" fmla="*/ 78 h 264"/>
              <a:gd name="T32" fmla="*/ 15 w 70"/>
              <a:gd name="T33" fmla="*/ 86 h 264"/>
              <a:gd name="T34" fmla="*/ 70 w 70"/>
              <a:gd name="T35" fmla="*/ 92 h 264"/>
              <a:gd name="T36" fmla="*/ 65 w 70"/>
              <a:gd name="T37" fmla="*/ 63 h 264"/>
              <a:gd name="T38" fmla="*/ 44 w 70"/>
              <a:gd name="T39" fmla="*/ 86 h 264"/>
              <a:gd name="T40" fmla="*/ 47 w 70"/>
              <a:gd name="T41" fmla="*/ 68 h 264"/>
              <a:gd name="T42" fmla="*/ 61 w 70"/>
              <a:gd name="T43" fmla="*/ 68 h 264"/>
              <a:gd name="T44" fmla="*/ 64 w 70"/>
              <a:gd name="T45" fmla="*/ 86 h 264"/>
              <a:gd name="T46" fmla="*/ 15 w 70"/>
              <a:gd name="T47" fmla="*/ 135 h 264"/>
              <a:gd name="T48" fmla="*/ 42 w 70"/>
              <a:gd name="T49" fmla="*/ 113 h 264"/>
              <a:gd name="T50" fmla="*/ 15 w 70"/>
              <a:gd name="T51" fmla="*/ 113 h 264"/>
              <a:gd name="T52" fmla="*/ 70 w 70"/>
              <a:gd name="T53" fmla="*/ 106 h 264"/>
              <a:gd name="T54" fmla="*/ 44 w 70"/>
              <a:gd name="T55" fmla="*/ 113 h 264"/>
              <a:gd name="T56" fmla="*/ 46 w 70"/>
              <a:gd name="T57" fmla="*/ 114 h 264"/>
              <a:gd name="T58" fmla="*/ 70 w 70"/>
              <a:gd name="T59" fmla="*/ 143 h 264"/>
              <a:gd name="T60" fmla="*/ 15 w 70"/>
              <a:gd name="T61" fmla="*/ 144 h 264"/>
              <a:gd name="T62" fmla="*/ 31 w 70"/>
              <a:gd name="T63" fmla="*/ 172 h 264"/>
              <a:gd name="T64" fmla="*/ 14 w 70"/>
              <a:gd name="T65" fmla="*/ 154 h 264"/>
              <a:gd name="T66" fmla="*/ 22 w 70"/>
              <a:gd name="T67" fmla="*/ 147 h 264"/>
              <a:gd name="T68" fmla="*/ 22 w 70"/>
              <a:gd name="T69" fmla="*/ 159 h 264"/>
              <a:gd name="T70" fmla="*/ 70 w 70"/>
              <a:gd name="T71" fmla="*/ 147 h 264"/>
              <a:gd name="T72" fmla="*/ 40 w 70"/>
              <a:gd name="T73" fmla="*/ 167 h 264"/>
              <a:gd name="T74" fmla="*/ 37 w 70"/>
              <a:gd name="T75" fmla="*/ 168 h 264"/>
              <a:gd name="T76" fmla="*/ 70 w 70"/>
              <a:gd name="T77" fmla="*/ 182 h 264"/>
              <a:gd name="T78" fmla="*/ 64 w 70"/>
              <a:gd name="T79" fmla="*/ 223 h 264"/>
              <a:gd name="T80" fmla="*/ 46 w 70"/>
              <a:gd name="T81" fmla="*/ 202 h 264"/>
              <a:gd name="T82" fmla="*/ 70 w 70"/>
              <a:gd name="T83" fmla="*/ 196 h 264"/>
              <a:gd name="T84" fmla="*/ 15 w 70"/>
              <a:gd name="T85" fmla="*/ 202 h 264"/>
              <a:gd name="T86" fmla="*/ 40 w 70"/>
              <a:gd name="T87" fmla="*/ 215 h 264"/>
              <a:gd name="T88" fmla="*/ 14 w 70"/>
              <a:gd name="T89" fmla="*/ 239 h 264"/>
              <a:gd name="T90" fmla="*/ 43 w 70"/>
              <a:gd name="T91" fmla="*/ 264 h 264"/>
              <a:gd name="T92" fmla="*/ 70 w 70"/>
              <a:gd name="T93" fmla="*/ 240 h 264"/>
              <a:gd name="T94" fmla="*/ 59 w 70"/>
              <a:gd name="T95" fmla="*/ 253 h 264"/>
              <a:gd name="T96" fmla="*/ 26 w 70"/>
              <a:gd name="T97" fmla="*/ 253 h 264"/>
              <a:gd name="T98" fmla="*/ 26 w 70"/>
              <a:gd name="T99" fmla="*/ 226 h 264"/>
              <a:gd name="T100" fmla="*/ 59 w 70"/>
              <a:gd name="T101" fmla="*/ 226 h 264"/>
              <a:gd name="T102" fmla="*/ 59 w 70"/>
              <a:gd name="T103" fmla="*/ 253 h 2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70" h="264">
                <a:moveTo>
                  <a:pt x="44" y="13"/>
                </a:moveTo>
                <a:cubicBezTo>
                  <a:pt x="35" y="11"/>
                  <a:pt x="27" y="8"/>
                  <a:pt x="21" y="4"/>
                </a:cubicBezTo>
                <a:cubicBezTo>
                  <a:pt x="21" y="0"/>
                  <a:pt x="21" y="0"/>
                  <a:pt x="21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6"/>
                  <a:pt x="0" y="6"/>
                  <a:pt x="0" y="6"/>
                </a:cubicBezTo>
                <a:cubicBezTo>
                  <a:pt x="15" y="6"/>
                  <a:pt x="15" y="6"/>
                  <a:pt x="15" y="6"/>
                </a:cubicBezTo>
                <a:cubicBezTo>
                  <a:pt x="15" y="45"/>
                  <a:pt x="15" y="45"/>
                  <a:pt x="15" y="45"/>
                </a:cubicBezTo>
                <a:cubicBezTo>
                  <a:pt x="0" y="45"/>
                  <a:pt x="0" y="45"/>
                  <a:pt x="0" y="45"/>
                </a:cubicBezTo>
                <a:cubicBezTo>
                  <a:pt x="0" y="51"/>
                  <a:pt x="0" y="51"/>
                  <a:pt x="0" y="51"/>
                </a:cubicBezTo>
                <a:cubicBezTo>
                  <a:pt x="21" y="51"/>
                  <a:pt x="21" y="51"/>
                  <a:pt x="21" y="51"/>
                </a:cubicBezTo>
                <a:cubicBezTo>
                  <a:pt x="21" y="43"/>
                  <a:pt x="21" y="43"/>
                  <a:pt x="21" y="43"/>
                </a:cubicBezTo>
                <a:cubicBezTo>
                  <a:pt x="70" y="43"/>
                  <a:pt x="70" y="43"/>
                  <a:pt x="70" y="43"/>
                </a:cubicBezTo>
                <a:cubicBezTo>
                  <a:pt x="70" y="18"/>
                  <a:pt x="70" y="18"/>
                  <a:pt x="70" y="18"/>
                </a:cubicBezTo>
                <a:cubicBezTo>
                  <a:pt x="62" y="17"/>
                  <a:pt x="53" y="16"/>
                  <a:pt x="44" y="13"/>
                </a:cubicBezTo>
                <a:close/>
                <a:moveTo>
                  <a:pt x="64" y="37"/>
                </a:moveTo>
                <a:cubicBezTo>
                  <a:pt x="21" y="37"/>
                  <a:pt x="21" y="37"/>
                  <a:pt x="21" y="37"/>
                </a:cubicBezTo>
                <a:cubicBezTo>
                  <a:pt x="21" y="11"/>
                  <a:pt x="21" y="11"/>
                  <a:pt x="21" y="11"/>
                </a:cubicBezTo>
                <a:cubicBezTo>
                  <a:pt x="26" y="14"/>
                  <a:pt x="33" y="16"/>
                  <a:pt x="42" y="19"/>
                </a:cubicBezTo>
                <a:cubicBezTo>
                  <a:pt x="50" y="21"/>
                  <a:pt x="57" y="23"/>
                  <a:pt x="64" y="23"/>
                </a:cubicBezTo>
                <a:lnTo>
                  <a:pt x="64" y="37"/>
                </a:lnTo>
                <a:close/>
                <a:moveTo>
                  <a:pt x="65" y="63"/>
                </a:moveTo>
                <a:cubicBezTo>
                  <a:pt x="63" y="60"/>
                  <a:pt x="59" y="59"/>
                  <a:pt x="54" y="59"/>
                </a:cubicBezTo>
                <a:cubicBezTo>
                  <a:pt x="51" y="59"/>
                  <a:pt x="47" y="60"/>
                  <a:pt x="45" y="62"/>
                </a:cubicBezTo>
                <a:cubicBezTo>
                  <a:pt x="42" y="64"/>
                  <a:pt x="41" y="66"/>
                  <a:pt x="40" y="70"/>
                </a:cubicBezTo>
                <a:cubicBezTo>
                  <a:pt x="40" y="70"/>
                  <a:pt x="40" y="70"/>
                  <a:pt x="40" y="70"/>
                </a:cubicBezTo>
                <a:cubicBezTo>
                  <a:pt x="39" y="69"/>
                  <a:pt x="38" y="67"/>
                  <a:pt x="37" y="66"/>
                </a:cubicBezTo>
                <a:cubicBezTo>
                  <a:pt x="36" y="65"/>
                  <a:pt x="34" y="64"/>
                  <a:pt x="33" y="64"/>
                </a:cubicBezTo>
                <a:cubicBezTo>
                  <a:pt x="15" y="55"/>
                  <a:pt x="15" y="55"/>
                  <a:pt x="15" y="55"/>
                </a:cubicBezTo>
                <a:cubicBezTo>
                  <a:pt x="15" y="63"/>
                  <a:pt x="15" y="63"/>
                  <a:pt x="15" y="63"/>
                </a:cubicBezTo>
                <a:cubicBezTo>
                  <a:pt x="31" y="70"/>
                  <a:pt x="31" y="70"/>
                  <a:pt x="31" y="70"/>
                </a:cubicBezTo>
                <a:cubicBezTo>
                  <a:pt x="34" y="71"/>
                  <a:pt x="36" y="72"/>
                  <a:pt x="37" y="74"/>
                </a:cubicBezTo>
                <a:cubicBezTo>
                  <a:pt x="38" y="75"/>
                  <a:pt x="38" y="76"/>
                  <a:pt x="38" y="78"/>
                </a:cubicBezTo>
                <a:cubicBezTo>
                  <a:pt x="38" y="86"/>
                  <a:pt x="38" y="86"/>
                  <a:pt x="38" y="86"/>
                </a:cubicBezTo>
                <a:cubicBezTo>
                  <a:pt x="15" y="86"/>
                  <a:pt x="15" y="86"/>
                  <a:pt x="15" y="86"/>
                </a:cubicBezTo>
                <a:cubicBezTo>
                  <a:pt x="15" y="92"/>
                  <a:pt x="15" y="92"/>
                  <a:pt x="15" y="92"/>
                </a:cubicBezTo>
                <a:cubicBezTo>
                  <a:pt x="70" y="92"/>
                  <a:pt x="70" y="92"/>
                  <a:pt x="70" y="92"/>
                </a:cubicBezTo>
                <a:cubicBezTo>
                  <a:pt x="70" y="76"/>
                  <a:pt x="70" y="76"/>
                  <a:pt x="70" y="76"/>
                </a:cubicBezTo>
                <a:cubicBezTo>
                  <a:pt x="70" y="71"/>
                  <a:pt x="68" y="67"/>
                  <a:pt x="65" y="63"/>
                </a:cubicBezTo>
                <a:close/>
                <a:moveTo>
                  <a:pt x="64" y="86"/>
                </a:moveTo>
                <a:cubicBezTo>
                  <a:pt x="44" y="86"/>
                  <a:pt x="44" y="86"/>
                  <a:pt x="44" y="86"/>
                </a:cubicBezTo>
                <a:cubicBezTo>
                  <a:pt x="44" y="77"/>
                  <a:pt x="44" y="77"/>
                  <a:pt x="44" y="77"/>
                </a:cubicBezTo>
                <a:cubicBezTo>
                  <a:pt x="44" y="73"/>
                  <a:pt x="45" y="70"/>
                  <a:pt x="47" y="68"/>
                </a:cubicBezTo>
                <a:cubicBezTo>
                  <a:pt x="48" y="66"/>
                  <a:pt x="51" y="65"/>
                  <a:pt x="54" y="65"/>
                </a:cubicBezTo>
                <a:cubicBezTo>
                  <a:pt x="57" y="65"/>
                  <a:pt x="59" y="66"/>
                  <a:pt x="61" y="68"/>
                </a:cubicBezTo>
                <a:cubicBezTo>
                  <a:pt x="63" y="70"/>
                  <a:pt x="64" y="73"/>
                  <a:pt x="64" y="77"/>
                </a:cubicBezTo>
                <a:lnTo>
                  <a:pt x="64" y="86"/>
                </a:lnTo>
                <a:close/>
                <a:moveTo>
                  <a:pt x="15" y="144"/>
                </a:moveTo>
                <a:cubicBezTo>
                  <a:pt x="15" y="135"/>
                  <a:pt x="15" y="135"/>
                  <a:pt x="15" y="135"/>
                </a:cubicBezTo>
                <a:cubicBezTo>
                  <a:pt x="40" y="114"/>
                  <a:pt x="40" y="114"/>
                  <a:pt x="40" y="114"/>
                </a:cubicBezTo>
                <a:cubicBezTo>
                  <a:pt x="41" y="114"/>
                  <a:pt x="42" y="113"/>
                  <a:pt x="42" y="113"/>
                </a:cubicBezTo>
                <a:cubicBezTo>
                  <a:pt x="42" y="113"/>
                  <a:pt x="42" y="113"/>
                  <a:pt x="42" y="113"/>
                </a:cubicBezTo>
                <a:cubicBezTo>
                  <a:pt x="15" y="113"/>
                  <a:pt x="15" y="113"/>
                  <a:pt x="15" y="113"/>
                </a:cubicBezTo>
                <a:cubicBezTo>
                  <a:pt x="15" y="106"/>
                  <a:pt x="15" y="106"/>
                  <a:pt x="15" y="106"/>
                </a:cubicBezTo>
                <a:cubicBezTo>
                  <a:pt x="70" y="106"/>
                  <a:pt x="70" y="106"/>
                  <a:pt x="70" y="106"/>
                </a:cubicBezTo>
                <a:cubicBezTo>
                  <a:pt x="70" y="113"/>
                  <a:pt x="70" y="113"/>
                  <a:pt x="70" y="113"/>
                </a:cubicBezTo>
                <a:cubicBezTo>
                  <a:pt x="44" y="113"/>
                  <a:pt x="44" y="113"/>
                  <a:pt x="44" y="113"/>
                </a:cubicBezTo>
                <a:cubicBezTo>
                  <a:pt x="44" y="113"/>
                  <a:pt x="44" y="113"/>
                  <a:pt x="44" y="113"/>
                </a:cubicBezTo>
                <a:cubicBezTo>
                  <a:pt x="44" y="113"/>
                  <a:pt x="45" y="114"/>
                  <a:pt x="46" y="114"/>
                </a:cubicBezTo>
                <a:cubicBezTo>
                  <a:pt x="70" y="135"/>
                  <a:pt x="70" y="135"/>
                  <a:pt x="70" y="135"/>
                </a:cubicBezTo>
                <a:cubicBezTo>
                  <a:pt x="70" y="143"/>
                  <a:pt x="70" y="143"/>
                  <a:pt x="70" y="143"/>
                </a:cubicBezTo>
                <a:cubicBezTo>
                  <a:pt x="43" y="119"/>
                  <a:pt x="43" y="119"/>
                  <a:pt x="43" y="119"/>
                </a:cubicBezTo>
                <a:lnTo>
                  <a:pt x="15" y="144"/>
                </a:lnTo>
                <a:close/>
                <a:moveTo>
                  <a:pt x="70" y="189"/>
                </a:moveTo>
                <a:cubicBezTo>
                  <a:pt x="31" y="172"/>
                  <a:pt x="31" y="172"/>
                  <a:pt x="31" y="172"/>
                </a:cubicBezTo>
                <a:cubicBezTo>
                  <a:pt x="25" y="169"/>
                  <a:pt x="20" y="166"/>
                  <a:pt x="18" y="163"/>
                </a:cubicBezTo>
                <a:cubicBezTo>
                  <a:pt x="15" y="161"/>
                  <a:pt x="14" y="158"/>
                  <a:pt x="14" y="154"/>
                </a:cubicBezTo>
                <a:cubicBezTo>
                  <a:pt x="14" y="152"/>
                  <a:pt x="14" y="149"/>
                  <a:pt x="15" y="147"/>
                </a:cubicBezTo>
                <a:cubicBezTo>
                  <a:pt x="22" y="147"/>
                  <a:pt x="22" y="147"/>
                  <a:pt x="22" y="147"/>
                </a:cubicBezTo>
                <a:cubicBezTo>
                  <a:pt x="20" y="150"/>
                  <a:pt x="20" y="152"/>
                  <a:pt x="20" y="154"/>
                </a:cubicBezTo>
                <a:cubicBezTo>
                  <a:pt x="20" y="156"/>
                  <a:pt x="21" y="158"/>
                  <a:pt x="22" y="159"/>
                </a:cubicBezTo>
                <a:cubicBezTo>
                  <a:pt x="24" y="161"/>
                  <a:pt x="27" y="163"/>
                  <a:pt x="31" y="165"/>
                </a:cubicBezTo>
                <a:cubicBezTo>
                  <a:pt x="70" y="147"/>
                  <a:pt x="70" y="147"/>
                  <a:pt x="70" y="147"/>
                </a:cubicBezTo>
                <a:cubicBezTo>
                  <a:pt x="70" y="154"/>
                  <a:pt x="70" y="154"/>
                  <a:pt x="70" y="154"/>
                </a:cubicBezTo>
                <a:cubicBezTo>
                  <a:pt x="40" y="167"/>
                  <a:pt x="40" y="167"/>
                  <a:pt x="40" y="167"/>
                </a:cubicBezTo>
                <a:cubicBezTo>
                  <a:pt x="40" y="167"/>
                  <a:pt x="39" y="168"/>
                  <a:pt x="37" y="168"/>
                </a:cubicBezTo>
                <a:cubicBezTo>
                  <a:pt x="37" y="168"/>
                  <a:pt x="37" y="168"/>
                  <a:pt x="37" y="168"/>
                </a:cubicBezTo>
                <a:cubicBezTo>
                  <a:pt x="37" y="168"/>
                  <a:pt x="38" y="169"/>
                  <a:pt x="41" y="170"/>
                </a:cubicBezTo>
                <a:cubicBezTo>
                  <a:pt x="70" y="182"/>
                  <a:pt x="70" y="182"/>
                  <a:pt x="70" y="182"/>
                </a:cubicBezTo>
                <a:lnTo>
                  <a:pt x="70" y="189"/>
                </a:lnTo>
                <a:close/>
                <a:moveTo>
                  <a:pt x="64" y="223"/>
                </a:moveTo>
                <a:cubicBezTo>
                  <a:pt x="60" y="218"/>
                  <a:pt x="54" y="216"/>
                  <a:pt x="46" y="215"/>
                </a:cubicBezTo>
                <a:cubicBezTo>
                  <a:pt x="46" y="202"/>
                  <a:pt x="46" y="202"/>
                  <a:pt x="46" y="202"/>
                </a:cubicBezTo>
                <a:cubicBezTo>
                  <a:pt x="70" y="202"/>
                  <a:pt x="70" y="202"/>
                  <a:pt x="70" y="202"/>
                </a:cubicBezTo>
                <a:cubicBezTo>
                  <a:pt x="70" y="196"/>
                  <a:pt x="70" y="196"/>
                  <a:pt x="70" y="196"/>
                </a:cubicBezTo>
                <a:cubicBezTo>
                  <a:pt x="15" y="196"/>
                  <a:pt x="15" y="196"/>
                  <a:pt x="15" y="196"/>
                </a:cubicBezTo>
                <a:cubicBezTo>
                  <a:pt x="15" y="202"/>
                  <a:pt x="15" y="202"/>
                  <a:pt x="15" y="202"/>
                </a:cubicBezTo>
                <a:cubicBezTo>
                  <a:pt x="40" y="202"/>
                  <a:pt x="40" y="202"/>
                  <a:pt x="40" y="202"/>
                </a:cubicBezTo>
                <a:cubicBezTo>
                  <a:pt x="40" y="215"/>
                  <a:pt x="40" y="215"/>
                  <a:pt x="40" y="215"/>
                </a:cubicBezTo>
                <a:cubicBezTo>
                  <a:pt x="33" y="215"/>
                  <a:pt x="26" y="217"/>
                  <a:pt x="21" y="222"/>
                </a:cubicBezTo>
                <a:cubicBezTo>
                  <a:pt x="17" y="226"/>
                  <a:pt x="14" y="232"/>
                  <a:pt x="14" y="239"/>
                </a:cubicBezTo>
                <a:cubicBezTo>
                  <a:pt x="14" y="247"/>
                  <a:pt x="17" y="253"/>
                  <a:pt x="22" y="257"/>
                </a:cubicBezTo>
                <a:cubicBezTo>
                  <a:pt x="27" y="262"/>
                  <a:pt x="34" y="264"/>
                  <a:pt x="43" y="264"/>
                </a:cubicBezTo>
                <a:cubicBezTo>
                  <a:pt x="51" y="264"/>
                  <a:pt x="58" y="262"/>
                  <a:pt x="63" y="258"/>
                </a:cubicBezTo>
                <a:cubicBezTo>
                  <a:pt x="68" y="253"/>
                  <a:pt x="70" y="247"/>
                  <a:pt x="70" y="240"/>
                </a:cubicBezTo>
                <a:cubicBezTo>
                  <a:pt x="70" y="233"/>
                  <a:pt x="68" y="227"/>
                  <a:pt x="64" y="223"/>
                </a:cubicBezTo>
                <a:close/>
                <a:moveTo>
                  <a:pt x="59" y="253"/>
                </a:moveTo>
                <a:cubicBezTo>
                  <a:pt x="55" y="256"/>
                  <a:pt x="49" y="257"/>
                  <a:pt x="42" y="257"/>
                </a:cubicBezTo>
                <a:cubicBezTo>
                  <a:pt x="35" y="257"/>
                  <a:pt x="30" y="256"/>
                  <a:pt x="26" y="253"/>
                </a:cubicBezTo>
                <a:cubicBezTo>
                  <a:pt x="22" y="249"/>
                  <a:pt x="20" y="245"/>
                  <a:pt x="20" y="239"/>
                </a:cubicBezTo>
                <a:cubicBezTo>
                  <a:pt x="20" y="233"/>
                  <a:pt x="22" y="229"/>
                  <a:pt x="26" y="226"/>
                </a:cubicBezTo>
                <a:cubicBezTo>
                  <a:pt x="30" y="223"/>
                  <a:pt x="35" y="221"/>
                  <a:pt x="42" y="221"/>
                </a:cubicBezTo>
                <a:cubicBezTo>
                  <a:pt x="49" y="221"/>
                  <a:pt x="55" y="223"/>
                  <a:pt x="59" y="226"/>
                </a:cubicBezTo>
                <a:cubicBezTo>
                  <a:pt x="63" y="229"/>
                  <a:pt x="65" y="234"/>
                  <a:pt x="65" y="240"/>
                </a:cubicBezTo>
                <a:cubicBezTo>
                  <a:pt x="65" y="245"/>
                  <a:pt x="63" y="250"/>
                  <a:pt x="59" y="253"/>
                </a:cubicBezTo>
                <a:close/>
              </a:path>
            </a:pathLst>
          </a:custGeom>
          <a:solidFill>
            <a:srgbClr val="50E6FF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27" name="Freeform 243">
            <a:extLst>
              <a:ext uri="{FF2B5EF4-FFF2-40B4-BE49-F238E27FC236}">
                <a16:creationId xmlns:a16="http://schemas.microsoft.com/office/drawing/2014/main" id="{7794C3F6-EC7E-7E40-B5C7-958A13EA5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989316" y="3715352"/>
            <a:ext cx="1077609" cy="222200"/>
          </a:xfrm>
          <a:custGeom>
            <a:avLst/>
            <a:gdLst>
              <a:gd name="T0" fmla="*/ 0 w 355"/>
              <a:gd name="T1" fmla="*/ 56 h 73"/>
              <a:gd name="T2" fmla="*/ 50 w 355"/>
              <a:gd name="T3" fmla="*/ 27 h 73"/>
              <a:gd name="T4" fmla="*/ 19 w 355"/>
              <a:gd name="T5" fmla="*/ 46 h 73"/>
              <a:gd name="T6" fmla="*/ 19 w 355"/>
              <a:gd name="T7" fmla="*/ 10 h 73"/>
              <a:gd name="T8" fmla="*/ 32 w 355"/>
              <a:gd name="T9" fmla="*/ 41 h 73"/>
              <a:gd name="T10" fmla="*/ 53 w 355"/>
              <a:gd name="T11" fmla="*/ 49 h 73"/>
              <a:gd name="T12" fmla="*/ 55 w 355"/>
              <a:gd name="T13" fmla="*/ 0 h 73"/>
              <a:gd name="T14" fmla="*/ 70 w 355"/>
              <a:gd name="T15" fmla="*/ 46 h 73"/>
              <a:gd name="T16" fmla="*/ 120 w 355"/>
              <a:gd name="T17" fmla="*/ 56 h 73"/>
              <a:gd name="T18" fmla="*/ 120 w 355"/>
              <a:gd name="T19" fmla="*/ 0 h 73"/>
              <a:gd name="T20" fmla="*/ 133 w 355"/>
              <a:gd name="T21" fmla="*/ 56 h 73"/>
              <a:gd name="T22" fmla="*/ 165 w 355"/>
              <a:gd name="T23" fmla="*/ 10 h 73"/>
              <a:gd name="T24" fmla="*/ 164 w 355"/>
              <a:gd name="T25" fmla="*/ 23 h 73"/>
              <a:gd name="T26" fmla="*/ 145 w 355"/>
              <a:gd name="T27" fmla="*/ 46 h 73"/>
              <a:gd name="T28" fmla="*/ 162 w 355"/>
              <a:gd name="T29" fmla="*/ 72 h 73"/>
              <a:gd name="T30" fmla="*/ 152 w 355"/>
              <a:gd name="T31" fmla="*/ 71 h 73"/>
              <a:gd name="T32" fmla="*/ 152 w 355"/>
              <a:gd name="T33" fmla="*/ 61 h 73"/>
              <a:gd name="T34" fmla="*/ 163 w 355"/>
              <a:gd name="T35" fmla="*/ 56 h 73"/>
              <a:gd name="T36" fmla="*/ 157 w 355"/>
              <a:gd name="T37" fmla="*/ 67 h 73"/>
              <a:gd name="T38" fmla="*/ 162 w 355"/>
              <a:gd name="T39" fmla="*/ 67 h 73"/>
              <a:gd name="T40" fmla="*/ 206 w 355"/>
              <a:gd name="T41" fmla="*/ 56 h 73"/>
              <a:gd name="T42" fmla="*/ 188 w 355"/>
              <a:gd name="T43" fmla="*/ 29 h 73"/>
              <a:gd name="T44" fmla="*/ 176 w 355"/>
              <a:gd name="T45" fmla="*/ 0 h 73"/>
              <a:gd name="T46" fmla="*/ 189 w 355"/>
              <a:gd name="T47" fmla="*/ 27 h 73"/>
              <a:gd name="T48" fmla="*/ 221 w 355"/>
              <a:gd name="T49" fmla="*/ 0 h 73"/>
              <a:gd name="T50" fmla="*/ 274 w 355"/>
              <a:gd name="T51" fmla="*/ 32 h 73"/>
              <a:gd name="T52" fmla="*/ 227 w 355"/>
              <a:gd name="T53" fmla="*/ 0 h 73"/>
              <a:gd name="T54" fmla="*/ 251 w 355"/>
              <a:gd name="T55" fmla="*/ 46 h 73"/>
              <a:gd name="T56" fmla="*/ 274 w 355"/>
              <a:gd name="T57" fmla="*/ 0 h 73"/>
              <a:gd name="T58" fmla="*/ 303 w 355"/>
              <a:gd name="T59" fmla="*/ 51 h 73"/>
              <a:gd name="T60" fmla="*/ 280 w 355"/>
              <a:gd name="T61" fmla="*/ 44 h 73"/>
              <a:gd name="T62" fmla="*/ 296 w 355"/>
              <a:gd name="T63" fmla="*/ 0 h 73"/>
              <a:gd name="T64" fmla="*/ 355 w 355"/>
              <a:gd name="T65" fmla="*/ 56 h 73"/>
              <a:gd name="T66" fmla="*/ 354 w 355"/>
              <a:gd name="T67" fmla="*/ 0 h 73"/>
              <a:gd name="T68" fmla="*/ 334 w 355"/>
              <a:gd name="T69" fmla="*/ 23 h 73"/>
              <a:gd name="T70" fmla="*/ 334 w 355"/>
              <a:gd name="T71" fmla="*/ 33 h 73"/>
              <a:gd name="T72" fmla="*/ 355 w 355"/>
              <a:gd name="T73" fmla="*/ 56 h 73"/>
              <a:gd name="T74" fmla="*/ 346 w 355"/>
              <a:gd name="T75" fmla="*/ 73 h 73"/>
              <a:gd name="T76" fmla="*/ 339 w 355"/>
              <a:gd name="T77" fmla="*/ 64 h 73"/>
              <a:gd name="T78" fmla="*/ 345 w 355"/>
              <a:gd name="T79" fmla="*/ 56 h 73"/>
              <a:gd name="T80" fmla="*/ 345 w 355"/>
              <a:gd name="T81" fmla="*/ 65 h 73"/>
              <a:gd name="T82" fmla="*/ 349 w 355"/>
              <a:gd name="T83" fmla="*/ 67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355" h="73">
                <a:moveTo>
                  <a:pt x="2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56"/>
                  <a:pt x="0" y="56"/>
                  <a:pt x="0" y="56"/>
                </a:cubicBezTo>
                <a:cubicBezTo>
                  <a:pt x="20" y="56"/>
                  <a:pt x="20" y="56"/>
                  <a:pt x="20" y="56"/>
                </a:cubicBezTo>
                <a:cubicBezTo>
                  <a:pt x="29" y="56"/>
                  <a:pt x="36" y="54"/>
                  <a:pt x="42" y="48"/>
                </a:cubicBezTo>
                <a:cubicBezTo>
                  <a:pt x="47" y="43"/>
                  <a:pt x="50" y="36"/>
                  <a:pt x="50" y="27"/>
                </a:cubicBezTo>
                <a:cubicBezTo>
                  <a:pt x="50" y="9"/>
                  <a:pt x="40" y="0"/>
                  <a:pt x="20" y="0"/>
                </a:cubicBezTo>
                <a:close/>
                <a:moveTo>
                  <a:pt x="32" y="41"/>
                </a:moveTo>
                <a:cubicBezTo>
                  <a:pt x="29" y="44"/>
                  <a:pt x="25" y="46"/>
                  <a:pt x="19" y="46"/>
                </a:cubicBezTo>
                <a:cubicBezTo>
                  <a:pt x="13" y="46"/>
                  <a:pt x="13" y="46"/>
                  <a:pt x="13" y="46"/>
                </a:cubicBezTo>
                <a:cubicBezTo>
                  <a:pt x="13" y="10"/>
                  <a:pt x="13" y="10"/>
                  <a:pt x="13" y="10"/>
                </a:cubicBezTo>
                <a:cubicBezTo>
                  <a:pt x="19" y="10"/>
                  <a:pt x="19" y="10"/>
                  <a:pt x="19" y="10"/>
                </a:cubicBezTo>
                <a:cubicBezTo>
                  <a:pt x="25" y="10"/>
                  <a:pt x="29" y="12"/>
                  <a:pt x="32" y="15"/>
                </a:cubicBezTo>
                <a:cubicBezTo>
                  <a:pt x="35" y="18"/>
                  <a:pt x="37" y="22"/>
                  <a:pt x="37" y="28"/>
                </a:cubicBezTo>
                <a:cubicBezTo>
                  <a:pt x="37" y="33"/>
                  <a:pt x="35" y="38"/>
                  <a:pt x="32" y="41"/>
                </a:cubicBezTo>
                <a:close/>
                <a:moveTo>
                  <a:pt x="99" y="56"/>
                </a:moveTo>
                <a:cubicBezTo>
                  <a:pt x="53" y="56"/>
                  <a:pt x="53" y="56"/>
                  <a:pt x="53" y="56"/>
                </a:cubicBezTo>
                <a:cubicBezTo>
                  <a:pt x="53" y="49"/>
                  <a:pt x="53" y="49"/>
                  <a:pt x="53" y="49"/>
                </a:cubicBezTo>
                <a:cubicBezTo>
                  <a:pt x="82" y="10"/>
                  <a:pt x="82" y="10"/>
                  <a:pt x="82" y="10"/>
                </a:cubicBezTo>
                <a:cubicBezTo>
                  <a:pt x="55" y="10"/>
                  <a:pt x="55" y="10"/>
                  <a:pt x="55" y="10"/>
                </a:cubicBezTo>
                <a:cubicBezTo>
                  <a:pt x="55" y="0"/>
                  <a:pt x="55" y="0"/>
                  <a:pt x="55" y="0"/>
                </a:cubicBezTo>
                <a:cubicBezTo>
                  <a:pt x="99" y="0"/>
                  <a:pt x="99" y="0"/>
                  <a:pt x="99" y="0"/>
                </a:cubicBezTo>
                <a:cubicBezTo>
                  <a:pt x="99" y="7"/>
                  <a:pt x="99" y="7"/>
                  <a:pt x="99" y="7"/>
                </a:cubicBezTo>
                <a:cubicBezTo>
                  <a:pt x="70" y="46"/>
                  <a:pt x="70" y="46"/>
                  <a:pt x="70" y="46"/>
                </a:cubicBezTo>
                <a:cubicBezTo>
                  <a:pt x="99" y="46"/>
                  <a:pt x="99" y="46"/>
                  <a:pt x="99" y="46"/>
                </a:cubicBezTo>
                <a:lnTo>
                  <a:pt x="99" y="56"/>
                </a:lnTo>
                <a:close/>
                <a:moveTo>
                  <a:pt x="120" y="56"/>
                </a:moveTo>
                <a:cubicBezTo>
                  <a:pt x="107" y="56"/>
                  <a:pt x="107" y="56"/>
                  <a:pt x="107" y="56"/>
                </a:cubicBezTo>
                <a:cubicBezTo>
                  <a:pt x="107" y="0"/>
                  <a:pt x="107" y="0"/>
                  <a:pt x="107" y="0"/>
                </a:cubicBezTo>
                <a:cubicBezTo>
                  <a:pt x="120" y="0"/>
                  <a:pt x="120" y="0"/>
                  <a:pt x="120" y="0"/>
                </a:cubicBezTo>
                <a:lnTo>
                  <a:pt x="120" y="56"/>
                </a:lnTo>
                <a:close/>
                <a:moveTo>
                  <a:pt x="166" y="56"/>
                </a:moveTo>
                <a:cubicBezTo>
                  <a:pt x="133" y="56"/>
                  <a:pt x="133" y="56"/>
                  <a:pt x="133" y="56"/>
                </a:cubicBezTo>
                <a:cubicBezTo>
                  <a:pt x="133" y="0"/>
                  <a:pt x="133" y="0"/>
                  <a:pt x="133" y="0"/>
                </a:cubicBezTo>
                <a:cubicBezTo>
                  <a:pt x="165" y="0"/>
                  <a:pt x="165" y="0"/>
                  <a:pt x="165" y="0"/>
                </a:cubicBezTo>
                <a:cubicBezTo>
                  <a:pt x="165" y="10"/>
                  <a:pt x="165" y="10"/>
                  <a:pt x="165" y="10"/>
                </a:cubicBezTo>
                <a:cubicBezTo>
                  <a:pt x="145" y="10"/>
                  <a:pt x="145" y="10"/>
                  <a:pt x="145" y="10"/>
                </a:cubicBezTo>
                <a:cubicBezTo>
                  <a:pt x="145" y="23"/>
                  <a:pt x="145" y="23"/>
                  <a:pt x="145" y="23"/>
                </a:cubicBezTo>
                <a:cubicBezTo>
                  <a:pt x="164" y="23"/>
                  <a:pt x="164" y="23"/>
                  <a:pt x="164" y="23"/>
                </a:cubicBezTo>
                <a:cubicBezTo>
                  <a:pt x="164" y="33"/>
                  <a:pt x="164" y="33"/>
                  <a:pt x="164" y="33"/>
                </a:cubicBezTo>
                <a:cubicBezTo>
                  <a:pt x="145" y="33"/>
                  <a:pt x="145" y="33"/>
                  <a:pt x="145" y="33"/>
                </a:cubicBezTo>
                <a:cubicBezTo>
                  <a:pt x="145" y="46"/>
                  <a:pt x="145" y="46"/>
                  <a:pt x="145" y="46"/>
                </a:cubicBezTo>
                <a:cubicBezTo>
                  <a:pt x="166" y="46"/>
                  <a:pt x="166" y="46"/>
                  <a:pt x="166" y="46"/>
                </a:cubicBezTo>
                <a:lnTo>
                  <a:pt x="166" y="56"/>
                </a:lnTo>
                <a:close/>
                <a:moveTo>
                  <a:pt x="162" y="72"/>
                </a:moveTo>
                <a:cubicBezTo>
                  <a:pt x="162" y="72"/>
                  <a:pt x="161" y="73"/>
                  <a:pt x="160" y="73"/>
                </a:cubicBezTo>
                <a:cubicBezTo>
                  <a:pt x="159" y="73"/>
                  <a:pt x="158" y="73"/>
                  <a:pt x="157" y="73"/>
                </a:cubicBezTo>
                <a:cubicBezTo>
                  <a:pt x="155" y="73"/>
                  <a:pt x="153" y="72"/>
                  <a:pt x="152" y="71"/>
                </a:cubicBezTo>
                <a:cubicBezTo>
                  <a:pt x="151" y="70"/>
                  <a:pt x="150" y="68"/>
                  <a:pt x="150" y="66"/>
                </a:cubicBezTo>
                <a:cubicBezTo>
                  <a:pt x="150" y="65"/>
                  <a:pt x="150" y="64"/>
                  <a:pt x="150" y="64"/>
                </a:cubicBezTo>
                <a:cubicBezTo>
                  <a:pt x="151" y="63"/>
                  <a:pt x="151" y="62"/>
                  <a:pt x="152" y="61"/>
                </a:cubicBezTo>
                <a:cubicBezTo>
                  <a:pt x="152" y="60"/>
                  <a:pt x="153" y="59"/>
                  <a:pt x="154" y="58"/>
                </a:cubicBezTo>
                <a:cubicBezTo>
                  <a:pt x="155" y="58"/>
                  <a:pt x="156" y="57"/>
                  <a:pt x="157" y="56"/>
                </a:cubicBezTo>
                <a:cubicBezTo>
                  <a:pt x="163" y="56"/>
                  <a:pt x="163" y="56"/>
                  <a:pt x="163" y="56"/>
                </a:cubicBezTo>
                <a:cubicBezTo>
                  <a:pt x="161" y="58"/>
                  <a:pt x="159" y="59"/>
                  <a:pt x="158" y="61"/>
                </a:cubicBezTo>
                <a:cubicBezTo>
                  <a:pt x="157" y="62"/>
                  <a:pt x="157" y="63"/>
                  <a:pt x="157" y="65"/>
                </a:cubicBezTo>
                <a:cubicBezTo>
                  <a:pt x="157" y="65"/>
                  <a:pt x="157" y="66"/>
                  <a:pt x="157" y="67"/>
                </a:cubicBezTo>
                <a:cubicBezTo>
                  <a:pt x="158" y="67"/>
                  <a:pt x="158" y="67"/>
                  <a:pt x="159" y="67"/>
                </a:cubicBezTo>
                <a:cubicBezTo>
                  <a:pt x="160" y="67"/>
                  <a:pt x="160" y="67"/>
                  <a:pt x="161" y="67"/>
                </a:cubicBezTo>
                <a:cubicBezTo>
                  <a:pt x="161" y="67"/>
                  <a:pt x="162" y="67"/>
                  <a:pt x="162" y="67"/>
                </a:cubicBezTo>
                <a:lnTo>
                  <a:pt x="162" y="72"/>
                </a:lnTo>
                <a:close/>
                <a:moveTo>
                  <a:pt x="223" y="56"/>
                </a:moveTo>
                <a:cubicBezTo>
                  <a:pt x="206" y="56"/>
                  <a:pt x="206" y="56"/>
                  <a:pt x="206" y="56"/>
                </a:cubicBezTo>
                <a:cubicBezTo>
                  <a:pt x="190" y="32"/>
                  <a:pt x="190" y="32"/>
                  <a:pt x="190" y="32"/>
                </a:cubicBezTo>
                <a:cubicBezTo>
                  <a:pt x="190" y="31"/>
                  <a:pt x="189" y="30"/>
                  <a:pt x="189" y="29"/>
                </a:cubicBezTo>
                <a:cubicBezTo>
                  <a:pt x="188" y="29"/>
                  <a:pt x="188" y="29"/>
                  <a:pt x="188" y="29"/>
                </a:cubicBezTo>
                <a:cubicBezTo>
                  <a:pt x="188" y="56"/>
                  <a:pt x="188" y="56"/>
                  <a:pt x="188" y="56"/>
                </a:cubicBezTo>
                <a:cubicBezTo>
                  <a:pt x="176" y="56"/>
                  <a:pt x="176" y="56"/>
                  <a:pt x="176" y="56"/>
                </a:cubicBezTo>
                <a:cubicBezTo>
                  <a:pt x="176" y="0"/>
                  <a:pt x="176" y="0"/>
                  <a:pt x="176" y="0"/>
                </a:cubicBezTo>
                <a:cubicBezTo>
                  <a:pt x="188" y="0"/>
                  <a:pt x="188" y="0"/>
                  <a:pt x="188" y="0"/>
                </a:cubicBezTo>
                <a:cubicBezTo>
                  <a:pt x="188" y="27"/>
                  <a:pt x="188" y="27"/>
                  <a:pt x="188" y="27"/>
                </a:cubicBezTo>
                <a:cubicBezTo>
                  <a:pt x="189" y="27"/>
                  <a:pt x="189" y="27"/>
                  <a:pt x="189" y="27"/>
                </a:cubicBezTo>
                <a:cubicBezTo>
                  <a:pt x="189" y="26"/>
                  <a:pt x="189" y="25"/>
                  <a:pt x="190" y="23"/>
                </a:cubicBezTo>
                <a:cubicBezTo>
                  <a:pt x="206" y="0"/>
                  <a:pt x="206" y="0"/>
                  <a:pt x="206" y="0"/>
                </a:cubicBezTo>
                <a:cubicBezTo>
                  <a:pt x="221" y="0"/>
                  <a:pt x="221" y="0"/>
                  <a:pt x="221" y="0"/>
                </a:cubicBezTo>
                <a:cubicBezTo>
                  <a:pt x="201" y="27"/>
                  <a:pt x="201" y="27"/>
                  <a:pt x="201" y="27"/>
                </a:cubicBezTo>
                <a:lnTo>
                  <a:pt x="223" y="56"/>
                </a:lnTo>
                <a:close/>
                <a:moveTo>
                  <a:pt x="274" y="32"/>
                </a:moveTo>
                <a:cubicBezTo>
                  <a:pt x="274" y="49"/>
                  <a:pt x="266" y="57"/>
                  <a:pt x="250" y="57"/>
                </a:cubicBezTo>
                <a:cubicBezTo>
                  <a:pt x="235" y="57"/>
                  <a:pt x="227" y="49"/>
                  <a:pt x="227" y="32"/>
                </a:cubicBezTo>
                <a:cubicBezTo>
                  <a:pt x="227" y="0"/>
                  <a:pt x="227" y="0"/>
                  <a:pt x="227" y="0"/>
                </a:cubicBezTo>
                <a:cubicBezTo>
                  <a:pt x="240" y="0"/>
                  <a:pt x="240" y="0"/>
                  <a:pt x="240" y="0"/>
                </a:cubicBezTo>
                <a:cubicBezTo>
                  <a:pt x="240" y="33"/>
                  <a:pt x="240" y="33"/>
                  <a:pt x="240" y="33"/>
                </a:cubicBezTo>
                <a:cubicBezTo>
                  <a:pt x="240" y="42"/>
                  <a:pt x="244" y="46"/>
                  <a:pt x="251" y="46"/>
                </a:cubicBezTo>
                <a:cubicBezTo>
                  <a:pt x="258" y="46"/>
                  <a:pt x="261" y="42"/>
                  <a:pt x="261" y="33"/>
                </a:cubicBezTo>
                <a:cubicBezTo>
                  <a:pt x="261" y="0"/>
                  <a:pt x="261" y="0"/>
                  <a:pt x="261" y="0"/>
                </a:cubicBezTo>
                <a:cubicBezTo>
                  <a:pt x="274" y="0"/>
                  <a:pt x="274" y="0"/>
                  <a:pt x="274" y="0"/>
                </a:cubicBezTo>
                <a:lnTo>
                  <a:pt x="274" y="32"/>
                </a:lnTo>
                <a:close/>
                <a:moveTo>
                  <a:pt x="309" y="34"/>
                </a:moveTo>
                <a:cubicBezTo>
                  <a:pt x="309" y="42"/>
                  <a:pt x="307" y="47"/>
                  <a:pt x="303" y="51"/>
                </a:cubicBezTo>
                <a:cubicBezTo>
                  <a:pt x="300" y="55"/>
                  <a:pt x="295" y="57"/>
                  <a:pt x="288" y="57"/>
                </a:cubicBezTo>
                <a:cubicBezTo>
                  <a:pt x="285" y="57"/>
                  <a:pt x="282" y="57"/>
                  <a:pt x="280" y="56"/>
                </a:cubicBezTo>
                <a:cubicBezTo>
                  <a:pt x="280" y="44"/>
                  <a:pt x="280" y="44"/>
                  <a:pt x="280" y="44"/>
                </a:cubicBezTo>
                <a:cubicBezTo>
                  <a:pt x="282" y="46"/>
                  <a:pt x="284" y="46"/>
                  <a:pt x="287" y="46"/>
                </a:cubicBezTo>
                <a:cubicBezTo>
                  <a:pt x="293" y="46"/>
                  <a:pt x="296" y="42"/>
                  <a:pt x="296" y="33"/>
                </a:cubicBezTo>
                <a:cubicBezTo>
                  <a:pt x="296" y="0"/>
                  <a:pt x="296" y="0"/>
                  <a:pt x="296" y="0"/>
                </a:cubicBezTo>
                <a:cubicBezTo>
                  <a:pt x="309" y="0"/>
                  <a:pt x="309" y="0"/>
                  <a:pt x="309" y="0"/>
                </a:cubicBezTo>
                <a:lnTo>
                  <a:pt x="309" y="34"/>
                </a:lnTo>
                <a:close/>
                <a:moveTo>
                  <a:pt x="355" y="56"/>
                </a:moveTo>
                <a:cubicBezTo>
                  <a:pt x="321" y="56"/>
                  <a:pt x="321" y="56"/>
                  <a:pt x="321" y="56"/>
                </a:cubicBezTo>
                <a:cubicBezTo>
                  <a:pt x="321" y="0"/>
                  <a:pt x="321" y="0"/>
                  <a:pt x="321" y="0"/>
                </a:cubicBezTo>
                <a:cubicBezTo>
                  <a:pt x="354" y="0"/>
                  <a:pt x="354" y="0"/>
                  <a:pt x="354" y="0"/>
                </a:cubicBezTo>
                <a:cubicBezTo>
                  <a:pt x="354" y="10"/>
                  <a:pt x="354" y="10"/>
                  <a:pt x="354" y="10"/>
                </a:cubicBezTo>
                <a:cubicBezTo>
                  <a:pt x="334" y="10"/>
                  <a:pt x="334" y="10"/>
                  <a:pt x="334" y="10"/>
                </a:cubicBezTo>
                <a:cubicBezTo>
                  <a:pt x="334" y="23"/>
                  <a:pt x="334" y="23"/>
                  <a:pt x="334" y="23"/>
                </a:cubicBezTo>
                <a:cubicBezTo>
                  <a:pt x="352" y="23"/>
                  <a:pt x="352" y="23"/>
                  <a:pt x="352" y="23"/>
                </a:cubicBezTo>
                <a:cubicBezTo>
                  <a:pt x="352" y="33"/>
                  <a:pt x="352" y="33"/>
                  <a:pt x="352" y="33"/>
                </a:cubicBezTo>
                <a:cubicBezTo>
                  <a:pt x="334" y="33"/>
                  <a:pt x="334" y="33"/>
                  <a:pt x="334" y="33"/>
                </a:cubicBezTo>
                <a:cubicBezTo>
                  <a:pt x="334" y="46"/>
                  <a:pt x="334" y="46"/>
                  <a:pt x="334" y="46"/>
                </a:cubicBezTo>
                <a:cubicBezTo>
                  <a:pt x="355" y="46"/>
                  <a:pt x="355" y="46"/>
                  <a:pt x="355" y="46"/>
                </a:cubicBezTo>
                <a:lnTo>
                  <a:pt x="355" y="56"/>
                </a:lnTo>
                <a:close/>
                <a:moveTo>
                  <a:pt x="351" y="72"/>
                </a:moveTo>
                <a:cubicBezTo>
                  <a:pt x="350" y="72"/>
                  <a:pt x="349" y="73"/>
                  <a:pt x="348" y="73"/>
                </a:cubicBezTo>
                <a:cubicBezTo>
                  <a:pt x="348" y="73"/>
                  <a:pt x="347" y="73"/>
                  <a:pt x="346" y="73"/>
                </a:cubicBezTo>
                <a:cubicBezTo>
                  <a:pt x="344" y="73"/>
                  <a:pt x="342" y="72"/>
                  <a:pt x="340" y="71"/>
                </a:cubicBezTo>
                <a:cubicBezTo>
                  <a:pt x="339" y="70"/>
                  <a:pt x="338" y="68"/>
                  <a:pt x="338" y="66"/>
                </a:cubicBezTo>
                <a:cubicBezTo>
                  <a:pt x="338" y="65"/>
                  <a:pt x="339" y="64"/>
                  <a:pt x="339" y="64"/>
                </a:cubicBezTo>
                <a:cubicBezTo>
                  <a:pt x="339" y="63"/>
                  <a:pt x="340" y="62"/>
                  <a:pt x="340" y="61"/>
                </a:cubicBezTo>
                <a:cubicBezTo>
                  <a:pt x="341" y="60"/>
                  <a:pt x="341" y="59"/>
                  <a:pt x="342" y="58"/>
                </a:cubicBezTo>
                <a:cubicBezTo>
                  <a:pt x="343" y="58"/>
                  <a:pt x="344" y="57"/>
                  <a:pt x="345" y="56"/>
                </a:cubicBezTo>
                <a:cubicBezTo>
                  <a:pt x="351" y="56"/>
                  <a:pt x="351" y="56"/>
                  <a:pt x="351" y="56"/>
                </a:cubicBezTo>
                <a:cubicBezTo>
                  <a:pt x="349" y="58"/>
                  <a:pt x="348" y="59"/>
                  <a:pt x="347" y="61"/>
                </a:cubicBezTo>
                <a:cubicBezTo>
                  <a:pt x="346" y="62"/>
                  <a:pt x="345" y="63"/>
                  <a:pt x="345" y="65"/>
                </a:cubicBezTo>
                <a:cubicBezTo>
                  <a:pt x="345" y="65"/>
                  <a:pt x="345" y="66"/>
                  <a:pt x="346" y="67"/>
                </a:cubicBezTo>
                <a:cubicBezTo>
                  <a:pt x="346" y="67"/>
                  <a:pt x="347" y="67"/>
                  <a:pt x="348" y="67"/>
                </a:cubicBezTo>
                <a:cubicBezTo>
                  <a:pt x="348" y="67"/>
                  <a:pt x="349" y="67"/>
                  <a:pt x="349" y="67"/>
                </a:cubicBezTo>
                <a:cubicBezTo>
                  <a:pt x="350" y="67"/>
                  <a:pt x="350" y="67"/>
                  <a:pt x="351" y="67"/>
                </a:cubicBezTo>
                <a:lnTo>
                  <a:pt x="351" y="7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28" name="Freeform 245">
            <a:extLst>
              <a:ext uri="{FF2B5EF4-FFF2-40B4-BE49-F238E27FC236}">
                <a16:creationId xmlns:a16="http://schemas.microsoft.com/office/drawing/2014/main" id="{FE369442-1DAB-61E1-EF11-18903A02CA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 rot="16200000">
            <a:off x="2206899" y="4938364"/>
            <a:ext cx="217637" cy="1139516"/>
          </a:xfrm>
          <a:custGeom>
            <a:avLst/>
            <a:gdLst>
              <a:gd name="T0" fmla="*/ 32 w 90"/>
              <a:gd name="T1" fmla="*/ 20 h 469"/>
              <a:gd name="T2" fmla="*/ 7 w 90"/>
              <a:gd name="T3" fmla="*/ 32 h 469"/>
              <a:gd name="T4" fmla="*/ 30 w 90"/>
              <a:gd name="T5" fmla="*/ 68 h 469"/>
              <a:gd name="T6" fmla="*/ 33 w 90"/>
              <a:gd name="T7" fmla="*/ 33 h 469"/>
              <a:gd name="T8" fmla="*/ 25 w 90"/>
              <a:gd name="T9" fmla="*/ 32 h 469"/>
              <a:gd name="T10" fmla="*/ 11 w 90"/>
              <a:gd name="T11" fmla="*/ 60 h 469"/>
              <a:gd name="T12" fmla="*/ 78 w 90"/>
              <a:gd name="T13" fmla="*/ 5 h 469"/>
              <a:gd name="T14" fmla="*/ 78 w 90"/>
              <a:gd name="T15" fmla="*/ 40 h 469"/>
              <a:gd name="T16" fmla="*/ 33 w 90"/>
              <a:gd name="T17" fmla="*/ 0 h 469"/>
              <a:gd name="T18" fmla="*/ 74 w 90"/>
              <a:gd name="T19" fmla="*/ 19 h 469"/>
              <a:gd name="T20" fmla="*/ 90 w 90"/>
              <a:gd name="T21" fmla="*/ 55 h 469"/>
              <a:gd name="T22" fmla="*/ 57 w 90"/>
              <a:gd name="T23" fmla="*/ 68 h 469"/>
              <a:gd name="T24" fmla="*/ 54 w 90"/>
              <a:gd name="T25" fmla="*/ 84 h 469"/>
              <a:gd name="T26" fmla="*/ 82 w 90"/>
              <a:gd name="T27" fmla="*/ 62 h 469"/>
              <a:gd name="T28" fmla="*/ 90 w 90"/>
              <a:gd name="T29" fmla="*/ 150 h 469"/>
              <a:gd name="T30" fmla="*/ 47 w 90"/>
              <a:gd name="T31" fmla="*/ 163 h 469"/>
              <a:gd name="T32" fmla="*/ 44 w 90"/>
              <a:gd name="T33" fmla="*/ 180 h 469"/>
              <a:gd name="T34" fmla="*/ 1 w 90"/>
              <a:gd name="T35" fmla="*/ 159 h 469"/>
              <a:gd name="T36" fmla="*/ 70 w 90"/>
              <a:gd name="T37" fmla="*/ 121 h 469"/>
              <a:gd name="T38" fmla="*/ 71 w 90"/>
              <a:gd name="T39" fmla="*/ 129 h 469"/>
              <a:gd name="T40" fmla="*/ 33 w 90"/>
              <a:gd name="T41" fmla="*/ 142 h 469"/>
              <a:gd name="T42" fmla="*/ 27 w 90"/>
              <a:gd name="T43" fmla="*/ 92 h 469"/>
              <a:gd name="T44" fmla="*/ 34 w 90"/>
              <a:gd name="T45" fmla="*/ 248 h 469"/>
              <a:gd name="T46" fmla="*/ 28 w 90"/>
              <a:gd name="T47" fmla="*/ 225 h 469"/>
              <a:gd name="T48" fmla="*/ 32 w 90"/>
              <a:gd name="T49" fmla="*/ 211 h 469"/>
              <a:gd name="T50" fmla="*/ 0 w 90"/>
              <a:gd name="T51" fmla="*/ 221 h 469"/>
              <a:gd name="T52" fmla="*/ 14 w 90"/>
              <a:gd name="T53" fmla="*/ 258 h 469"/>
              <a:gd name="T54" fmla="*/ 35 w 90"/>
              <a:gd name="T55" fmla="*/ 246 h 469"/>
              <a:gd name="T56" fmla="*/ 21 w 90"/>
              <a:gd name="T57" fmla="*/ 253 h 469"/>
              <a:gd name="T58" fmla="*/ 72 w 90"/>
              <a:gd name="T59" fmla="*/ 196 h 469"/>
              <a:gd name="T60" fmla="*/ 68 w 90"/>
              <a:gd name="T61" fmla="*/ 205 h 469"/>
              <a:gd name="T62" fmla="*/ 52 w 90"/>
              <a:gd name="T63" fmla="*/ 203 h 469"/>
              <a:gd name="T64" fmla="*/ 66 w 90"/>
              <a:gd name="T65" fmla="*/ 223 h 469"/>
              <a:gd name="T66" fmla="*/ 74 w 90"/>
              <a:gd name="T67" fmla="*/ 239 h 469"/>
              <a:gd name="T68" fmla="*/ 52 w 90"/>
              <a:gd name="T69" fmla="*/ 208 h 469"/>
              <a:gd name="T70" fmla="*/ 87 w 90"/>
              <a:gd name="T71" fmla="*/ 244 h 469"/>
              <a:gd name="T72" fmla="*/ 85 w 90"/>
              <a:gd name="T73" fmla="*/ 259 h 469"/>
              <a:gd name="T74" fmla="*/ 59 w 90"/>
              <a:gd name="T75" fmla="*/ 272 h 469"/>
              <a:gd name="T76" fmla="*/ 41 w 90"/>
              <a:gd name="T77" fmla="*/ 254 h 469"/>
              <a:gd name="T78" fmla="*/ 84 w 90"/>
              <a:gd name="T79" fmla="*/ 206 h 469"/>
              <a:gd name="T80" fmla="*/ 81 w 90"/>
              <a:gd name="T81" fmla="*/ 230 h 469"/>
              <a:gd name="T82" fmla="*/ 87 w 90"/>
              <a:gd name="T83" fmla="*/ 344 h 469"/>
              <a:gd name="T84" fmla="*/ 85 w 90"/>
              <a:gd name="T85" fmla="*/ 358 h 469"/>
              <a:gd name="T86" fmla="*/ 1 w 90"/>
              <a:gd name="T87" fmla="*/ 354 h 469"/>
              <a:gd name="T88" fmla="*/ 34 w 90"/>
              <a:gd name="T89" fmla="*/ 300 h 469"/>
              <a:gd name="T90" fmla="*/ 72 w 90"/>
              <a:gd name="T91" fmla="*/ 292 h 469"/>
              <a:gd name="T92" fmla="*/ 38 w 90"/>
              <a:gd name="T93" fmla="*/ 305 h 469"/>
              <a:gd name="T94" fmla="*/ 82 w 90"/>
              <a:gd name="T95" fmla="*/ 444 h 469"/>
              <a:gd name="T96" fmla="*/ 87 w 90"/>
              <a:gd name="T97" fmla="*/ 448 h 469"/>
              <a:gd name="T98" fmla="*/ 47 w 90"/>
              <a:gd name="T99" fmla="*/ 455 h 469"/>
              <a:gd name="T100" fmla="*/ 44 w 90"/>
              <a:gd name="T101" fmla="*/ 450 h 469"/>
              <a:gd name="T102" fmla="*/ 5 w 90"/>
              <a:gd name="T103" fmla="*/ 444 h 469"/>
              <a:gd name="T104" fmla="*/ 65 w 90"/>
              <a:gd name="T105" fmla="*/ 392 h 469"/>
              <a:gd name="T106" fmla="*/ 71 w 90"/>
              <a:gd name="T107" fmla="*/ 399 h 469"/>
              <a:gd name="T108" fmla="*/ 69 w 90"/>
              <a:gd name="T109" fmla="*/ 428 h 469"/>
              <a:gd name="T110" fmla="*/ 33 w 90"/>
              <a:gd name="T111" fmla="*/ 401 h 4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90" h="469">
                <a:moveTo>
                  <a:pt x="33" y="33"/>
                </a:moveTo>
                <a:cubicBezTo>
                  <a:pt x="34" y="31"/>
                  <a:pt x="35" y="25"/>
                  <a:pt x="35" y="21"/>
                </a:cubicBezTo>
                <a:cubicBezTo>
                  <a:pt x="34" y="19"/>
                  <a:pt x="34" y="18"/>
                  <a:pt x="33" y="18"/>
                </a:cubicBezTo>
                <a:cubicBezTo>
                  <a:pt x="33" y="18"/>
                  <a:pt x="32" y="19"/>
                  <a:pt x="32" y="20"/>
                </a:cubicBezTo>
                <a:cubicBezTo>
                  <a:pt x="31" y="24"/>
                  <a:pt x="30" y="25"/>
                  <a:pt x="28" y="26"/>
                </a:cubicBezTo>
                <a:cubicBezTo>
                  <a:pt x="6" y="27"/>
                  <a:pt x="6" y="27"/>
                  <a:pt x="6" y="27"/>
                </a:cubicBezTo>
                <a:cubicBezTo>
                  <a:pt x="2" y="27"/>
                  <a:pt x="0" y="28"/>
                  <a:pt x="0" y="29"/>
                </a:cubicBezTo>
                <a:cubicBezTo>
                  <a:pt x="0" y="30"/>
                  <a:pt x="3" y="32"/>
                  <a:pt x="7" y="32"/>
                </a:cubicBezTo>
                <a:cubicBezTo>
                  <a:pt x="7" y="65"/>
                  <a:pt x="7" y="65"/>
                  <a:pt x="7" y="65"/>
                </a:cubicBezTo>
                <a:cubicBezTo>
                  <a:pt x="7" y="67"/>
                  <a:pt x="7" y="68"/>
                  <a:pt x="8" y="68"/>
                </a:cubicBezTo>
                <a:cubicBezTo>
                  <a:pt x="9" y="68"/>
                  <a:pt x="10" y="67"/>
                  <a:pt x="11" y="63"/>
                </a:cubicBezTo>
                <a:cubicBezTo>
                  <a:pt x="13" y="64"/>
                  <a:pt x="23" y="66"/>
                  <a:pt x="30" y="68"/>
                </a:cubicBezTo>
                <a:cubicBezTo>
                  <a:pt x="31" y="68"/>
                  <a:pt x="32" y="69"/>
                  <a:pt x="33" y="69"/>
                </a:cubicBezTo>
                <a:cubicBezTo>
                  <a:pt x="34" y="69"/>
                  <a:pt x="35" y="65"/>
                  <a:pt x="35" y="63"/>
                </a:cubicBezTo>
                <a:cubicBezTo>
                  <a:pt x="35" y="61"/>
                  <a:pt x="34" y="61"/>
                  <a:pt x="34" y="59"/>
                </a:cubicBezTo>
                <a:lnTo>
                  <a:pt x="33" y="33"/>
                </a:lnTo>
                <a:close/>
                <a:moveTo>
                  <a:pt x="11" y="60"/>
                </a:moveTo>
                <a:cubicBezTo>
                  <a:pt x="10" y="57"/>
                  <a:pt x="9" y="57"/>
                  <a:pt x="9" y="54"/>
                </a:cubicBezTo>
                <a:cubicBezTo>
                  <a:pt x="9" y="32"/>
                  <a:pt x="9" y="32"/>
                  <a:pt x="9" y="32"/>
                </a:cubicBezTo>
                <a:cubicBezTo>
                  <a:pt x="25" y="32"/>
                  <a:pt x="25" y="32"/>
                  <a:pt x="25" y="32"/>
                </a:cubicBezTo>
                <a:cubicBezTo>
                  <a:pt x="29" y="32"/>
                  <a:pt x="29" y="32"/>
                  <a:pt x="29" y="32"/>
                </a:cubicBezTo>
                <a:cubicBezTo>
                  <a:pt x="30" y="32"/>
                  <a:pt x="30" y="33"/>
                  <a:pt x="31" y="33"/>
                </a:cubicBezTo>
                <a:cubicBezTo>
                  <a:pt x="31" y="61"/>
                  <a:pt x="31" y="61"/>
                  <a:pt x="31" y="61"/>
                </a:cubicBezTo>
                <a:lnTo>
                  <a:pt x="11" y="60"/>
                </a:lnTo>
                <a:close/>
                <a:moveTo>
                  <a:pt x="74" y="19"/>
                </a:moveTo>
                <a:cubicBezTo>
                  <a:pt x="73" y="16"/>
                  <a:pt x="72" y="15"/>
                  <a:pt x="72" y="14"/>
                </a:cubicBezTo>
                <a:cubicBezTo>
                  <a:pt x="72" y="11"/>
                  <a:pt x="76" y="4"/>
                  <a:pt x="77" y="4"/>
                </a:cubicBezTo>
                <a:cubicBezTo>
                  <a:pt x="77" y="4"/>
                  <a:pt x="78" y="4"/>
                  <a:pt x="78" y="5"/>
                </a:cubicBezTo>
                <a:cubicBezTo>
                  <a:pt x="78" y="6"/>
                  <a:pt x="77" y="6"/>
                  <a:pt x="77" y="7"/>
                </a:cubicBezTo>
                <a:cubicBezTo>
                  <a:pt x="77" y="11"/>
                  <a:pt x="77" y="16"/>
                  <a:pt x="77" y="21"/>
                </a:cubicBezTo>
                <a:cubicBezTo>
                  <a:pt x="77" y="25"/>
                  <a:pt x="77" y="30"/>
                  <a:pt x="77" y="35"/>
                </a:cubicBezTo>
                <a:cubicBezTo>
                  <a:pt x="77" y="38"/>
                  <a:pt x="78" y="37"/>
                  <a:pt x="78" y="40"/>
                </a:cubicBezTo>
                <a:cubicBezTo>
                  <a:pt x="78" y="42"/>
                  <a:pt x="78" y="46"/>
                  <a:pt x="76" y="46"/>
                </a:cubicBezTo>
                <a:cubicBezTo>
                  <a:pt x="76" y="46"/>
                  <a:pt x="75" y="45"/>
                  <a:pt x="74" y="44"/>
                </a:cubicBezTo>
                <a:cubicBezTo>
                  <a:pt x="58" y="36"/>
                  <a:pt x="44" y="22"/>
                  <a:pt x="35" y="3"/>
                </a:cubicBezTo>
                <a:cubicBezTo>
                  <a:pt x="34" y="2"/>
                  <a:pt x="33" y="1"/>
                  <a:pt x="33" y="0"/>
                </a:cubicBezTo>
                <a:cubicBezTo>
                  <a:pt x="33" y="0"/>
                  <a:pt x="33" y="0"/>
                  <a:pt x="33" y="0"/>
                </a:cubicBezTo>
                <a:cubicBezTo>
                  <a:pt x="34" y="0"/>
                  <a:pt x="35" y="1"/>
                  <a:pt x="36" y="3"/>
                </a:cubicBezTo>
                <a:cubicBezTo>
                  <a:pt x="45" y="16"/>
                  <a:pt x="63" y="32"/>
                  <a:pt x="75" y="37"/>
                </a:cubicBezTo>
                <a:lnTo>
                  <a:pt x="74" y="19"/>
                </a:lnTo>
                <a:close/>
                <a:moveTo>
                  <a:pt x="82" y="62"/>
                </a:moveTo>
                <a:cubicBezTo>
                  <a:pt x="83" y="62"/>
                  <a:pt x="85" y="59"/>
                  <a:pt x="87" y="53"/>
                </a:cubicBezTo>
                <a:cubicBezTo>
                  <a:pt x="88" y="52"/>
                  <a:pt x="88" y="51"/>
                  <a:pt x="89" y="51"/>
                </a:cubicBezTo>
                <a:cubicBezTo>
                  <a:pt x="89" y="51"/>
                  <a:pt x="90" y="52"/>
                  <a:pt x="90" y="55"/>
                </a:cubicBezTo>
                <a:cubicBezTo>
                  <a:pt x="89" y="59"/>
                  <a:pt x="88" y="62"/>
                  <a:pt x="88" y="65"/>
                </a:cubicBezTo>
                <a:cubicBezTo>
                  <a:pt x="87" y="68"/>
                  <a:pt x="86" y="68"/>
                  <a:pt x="85" y="68"/>
                </a:cubicBezTo>
                <a:cubicBezTo>
                  <a:pt x="84" y="68"/>
                  <a:pt x="83" y="68"/>
                  <a:pt x="82" y="68"/>
                </a:cubicBezTo>
                <a:cubicBezTo>
                  <a:pt x="57" y="68"/>
                  <a:pt x="57" y="68"/>
                  <a:pt x="57" y="68"/>
                </a:cubicBezTo>
                <a:cubicBezTo>
                  <a:pt x="57" y="69"/>
                  <a:pt x="57" y="70"/>
                  <a:pt x="57" y="71"/>
                </a:cubicBezTo>
                <a:cubicBezTo>
                  <a:pt x="57" y="76"/>
                  <a:pt x="59" y="74"/>
                  <a:pt x="59" y="81"/>
                </a:cubicBezTo>
                <a:cubicBezTo>
                  <a:pt x="59" y="83"/>
                  <a:pt x="59" y="87"/>
                  <a:pt x="57" y="87"/>
                </a:cubicBezTo>
                <a:cubicBezTo>
                  <a:pt x="56" y="87"/>
                  <a:pt x="55" y="86"/>
                  <a:pt x="54" y="84"/>
                </a:cubicBezTo>
                <a:cubicBezTo>
                  <a:pt x="54" y="68"/>
                  <a:pt x="54" y="68"/>
                  <a:pt x="54" y="68"/>
                </a:cubicBezTo>
                <a:cubicBezTo>
                  <a:pt x="40" y="67"/>
                  <a:pt x="38" y="64"/>
                  <a:pt x="38" y="63"/>
                </a:cubicBezTo>
                <a:cubicBezTo>
                  <a:pt x="38" y="62"/>
                  <a:pt x="39" y="62"/>
                  <a:pt x="42" y="62"/>
                </a:cubicBezTo>
                <a:lnTo>
                  <a:pt x="82" y="62"/>
                </a:lnTo>
                <a:close/>
                <a:moveTo>
                  <a:pt x="82" y="157"/>
                </a:moveTo>
                <a:cubicBezTo>
                  <a:pt x="83" y="157"/>
                  <a:pt x="86" y="152"/>
                  <a:pt x="87" y="148"/>
                </a:cubicBezTo>
                <a:cubicBezTo>
                  <a:pt x="88" y="147"/>
                  <a:pt x="88" y="146"/>
                  <a:pt x="89" y="146"/>
                </a:cubicBezTo>
                <a:cubicBezTo>
                  <a:pt x="89" y="146"/>
                  <a:pt x="90" y="147"/>
                  <a:pt x="90" y="150"/>
                </a:cubicBezTo>
                <a:cubicBezTo>
                  <a:pt x="89" y="154"/>
                  <a:pt x="88" y="158"/>
                  <a:pt x="87" y="161"/>
                </a:cubicBezTo>
                <a:cubicBezTo>
                  <a:pt x="87" y="163"/>
                  <a:pt x="86" y="164"/>
                  <a:pt x="85" y="164"/>
                </a:cubicBezTo>
                <a:cubicBezTo>
                  <a:pt x="84" y="164"/>
                  <a:pt x="83" y="163"/>
                  <a:pt x="82" y="163"/>
                </a:cubicBezTo>
                <a:cubicBezTo>
                  <a:pt x="47" y="163"/>
                  <a:pt x="47" y="163"/>
                  <a:pt x="47" y="163"/>
                </a:cubicBezTo>
                <a:cubicBezTo>
                  <a:pt x="47" y="168"/>
                  <a:pt x="47" y="168"/>
                  <a:pt x="47" y="168"/>
                </a:cubicBezTo>
                <a:cubicBezTo>
                  <a:pt x="48" y="173"/>
                  <a:pt x="50" y="171"/>
                  <a:pt x="50" y="177"/>
                </a:cubicBezTo>
                <a:cubicBezTo>
                  <a:pt x="50" y="179"/>
                  <a:pt x="50" y="183"/>
                  <a:pt x="47" y="183"/>
                </a:cubicBezTo>
                <a:cubicBezTo>
                  <a:pt x="45" y="183"/>
                  <a:pt x="44" y="182"/>
                  <a:pt x="44" y="180"/>
                </a:cubicBezTo>
                <a:cubicBezTo>
                  <a:pt x="44" y="163"/>
                  <a:pt x="44" y="163"/>
                  <a:pt x="44" y="163"/>
                </a:cubicBezTo>
                <a:cubicBezTo>
                  <a:pt x="16" y="163"/>
                  <a:pt x="16" y="163"/>
                  <a:pt x="16" y="163"/>
                </a:cubicBezTo>
                <a:cubicBezTo>
                  <a:pt x="10" y="163"/>
                  <a:pt x="6" y="162"/>
                  <a:pt x="2" y="161"/>
                </a:cubicBezTo>
                <a:cubicBezTo>
                  <a:pt x="1" y="160"/>
                  <a:pt x="1" y="159"/>
                  <a:pt x="1" y="159"/>
                </a:cubicBezTo>
                <a:cubicBezTo>
                  <a:pt x="1" y="158"/>
                  <a:pt x="2" y="157"/>
                  <a:pt x="5" y="157"/>
                </a:cubicBezTo>
                <a:lnTo>
                  <a:pt x="82" y="157"/>
                </a:lnTo>
                <a:close/>
                <a:moveTo>
                  <a:pt x="30" y="94"/>
                </a:moveTo>
                <a:cubicBezTo>
                  <a:pt x="37" y="102"/>
                  <a:pt x="53" y="116"/>
                  <a:pt x="70" y="121"/>
                </a:cubicBezTo>
                <a:cubicBezTo>
                  <a:pt x="71" y="121"/>
                  <a:pt x="72" y="121"/>
                  <a:pt x="76" y="116"/>
                </a:cubicBezTo>
                <a:cubicBezTo>
                  <a:pt x="77" y="114"/>
                  <a:pt x="78" y="114"/>
                  <a:pt x="78" y="116"/>
                </a:cubicBezTo>
                <a:cubicBezTo>
                  <a:pt x="78" y="117"/>
                  <a:pt x="78" y="118"/>
                  <a:pt x="78" y="120"/>
                </a:cubicBezTo>
                <a:cubicBezTo>
                  <a:pt x="74" y="127"/>
                  <a:pt x="73" y="129"/>
                  <a:pt x="71" y="129"/>
                </a:cubicBezTo>
                <a:cubicBezTo>
                  <a:pt x="70" y="129"/>
                  <a:pt x="68" y="128"/>
                  <a:pt x="57" y="122"/>
                </a:cubicBezTo>
                <a:cubicBezTo>
                  <a:pt x="53" y="124"/>
                  <a:pt x="50" y="128"/>
                  <a:pt x="46" y="132"/>
                </a:cubicBezTo>
                <a:cubicBezTo>
                  <a:pt x="43" y="136"/>
                  <a:pt x="44" y="137"/>
                  <a:pt x="37" y="140"/>
                </a:cubicBezTo>
                <a:cubicBezTo>
                  <a:pt x="35" y="141"/>
                  <a:pt x="34" y="142"/>
                  <a:pt x="33" y="142"/>
                </a:cubicBezTo>
                <a:cubicBezTo>
                  <a:pt x="31" y="142"/>
                  <a:pt x="30" y="141"/>
                  <a:pt x="30" y="140"/>
                </a:cubicBezTo>
                <a:cubicBezTo>
                  <a:pt x="30" y="139"/>
                  <a:pt x="30" y="138"/>
                  <a:pt x="31" y="138"/>
                </a:cubicBezTo>
                <a:cubicBezTo>
                  <a:pt x="35" y="134"/>
                  <a:pt x="44" y="128"/>
                  <a:pt x="54" y="120"/>
                </a:cubicBezTo>
                <a:cubicBezTo>
                  <a:pt x="39" y="110"/>
                  <a:pt x="27" y="94"/>
                  <a:pt x="27" y="92"/>
                </a:cubicBezTo>
                <a:cubicBezTo>
                  <a:pt x="27" y="92"/>
                  <a:pt x="27" y="92"/>
                  <a:pt x="27" y="92"/>
                </a:cubicBezTo>
                <a:cubicBezTo>
                  <a:pt x="28" y="92"/>
                  <a:pt x="28" y="92"/>
                  <a:pt x="30" y="94"/>
                </a:cubicBezTo>
                <a:close/>
                <a:moveTo>
                  <a:pt x="35" y="246"/>
                </a:moveTo>
                <a:cubicBezTo>
                  <a:pt x="34" y="246"/>
                  <a:pt x="34" y="247"/>
                  <a:pt x="34" y="248"/>
                </a:cubicBezTo>
                <a:cubicBezTo>
                  <a:pt x="33" y="251"/>
                  <a:pt x="31" y="253"/>
                  <a:pt x="30" y="253"/>
                </a:cubicBezTo>
                <a:cubicBezTo>
                  <a:pt x="24" y="253"/>
                  <a:pt x="24" y="253"/>
                  <a:pt x="24" y="253"/>
                </a:cubicBezTo>
                <a:cubicBezTo>
                  <a:pt x="23" y="225"/>
                  <a:pt x="23" y="225"/>
                  <a:pt x="23" y="225"/>
                </a:cubicBezTo>
                <a:cubicBezTo>
                  <a:pt x="28" y="225"/>
                  <a:pt x="28" y="225"/>
                  <a:pt x="28" y="225"/>
                </a:cubicBezTo>
                <a:cubicBezTo>
                  <a:pt x="29" y="225"/>
                  <a:pt x="30" y="225"/>
                  <a:pt x="30" y="225"/>
                </a:cubicBezTo>
                <a:cubicBezTo>
                  <a:pt x="31" y="225"/>
                  <a:pt x="32" y="224"/>
                  <a:pt x="32" y="221"/>
                </a:cubicBezTo>
                <a:cubicBezTo>
                  <a:pt x="32" y="220"/>
                  <a:pt x="33" y="217"/>
                  <a:pt x="33" y="215"/>
                </a:cubicBezTo>
                <a:cubicBezTo>
                  <a:pt x="33" y="214"/>
                  <a:pt x="32" y="211"/>
                  <a:pt x="32" y="211"/>
                </a:cubicBezTo>
                <a:cubicBezTo>
                  <a:pt x="31" y="211"/>
                  <a:pt x="31" y="212"/>
                  <a:pt x="31" y="213"/>
                </a:cubicBezTo>
                <a:cubicBezTo>
                  <a:pt x="30" y="216"/>
                  <a:pt x="28" y="219"/>
                  <a:pt x="27" y="219"/>
                </a:cubicBezTo>
                <a:cubicBezTo>
                  <a:pt x="4" y="219"/>
                  <a:pt x="4" y="219"/>
                  <a:pt x="4" y="219"/>
                </a:cubicBezTo>
                <a:cubicBezTo>
                  <a:pt x="1" y="219"/>
                  <a:pt x="0" y="220"/>
                  <a:pt x="0" y="221"/>
                </a:cubicBezTo>
                <a:cubicBezTo>
                  <a:pt x="0" y="222"/>
                  <a:pt x="3" y="224"/>
                  <a:pt x="6" y="224"/>
                </a:cubicBezTo>
                <a:cubicBezTo>
                  <a:pt x="6" y="253"/>
                  <a:pt x="6" y="253"/>
                  <a:pt x="6" y="253"/>
                </a:cubicBezTo>
                <a:cubicBezTo>
                  <a:pt x="3" y="253"/>
                  <a:pt x="2" y="254"/>
                  <a:pt x="2" y="255"/>
                </a:cubicBezTo>
                <a:cubicBezTo>
                  <a:pt x="2" y="257"/>
                  <a:pt x="7" y="258"/>
                  <a:pt x="14" y="258"/>
                </a:cubicBezTo>
                <a:cubicBezTo>
                  <a:pt x="31" y="258"/>
                  <a:pt x="31" y="258"/>
                  <a:pt x="31" y="258"/>
                </a:cubicBezTo>
                <a:cubicBezTo>
                  <a:pt x="32" y="258"/>
                  <a:pt x="32" y="259"/>
                  <a:pt x="33" y="259"/>
                </a:cubicBezTo>
                <a:cubicBezTo>
                  <a:pt x="35" y="259"/>
                  <a:pt x="36" y="250"/>
                  <a:pt x="36" y="249"/>
                </a:cubicBezTo>
                <a:cubicBezTo>
                  <a:pt x="36" y="248"/>
                  <a:pt x="36" y="246"/>
                  <a:pt x="35" y="246"/>
                </a:cubicBezTo>
                <a:close/>
                <a:moveTo>
                  <a:pt x="9" y="253"/>
                </a:moveTo>
                <a:cubicBezTo>
                  <a:pt x="9" y="225"/>
                  <a:pt x="9" y="225"/>
                  <a:pt x="9" y="225"/>
                </a:cubicBezTo>
                <a:cubicBezTo>
                  <a:pt x="20" y="225"/>
                  <a:pt x="20" y="225"/>
                  <a:pt x="20" y="225"/>
                </a:cubicBezTo>
                <a:cubicBezTo>
                  <a:pt x="21" y="253"/>
                  <a:pt x="21" y="253"/>
                  <a:pt x="21" y="253"/>
                </a:cubicBezTo>
                <a:lnTo>
                  <a:pt x="9" y="253"/>
                </a:lnTo>
                <a:close/>
                <a:moveTo>
                  <a:pt x="72" y="229"/>
                </a:moveTo>
                <a:cubicBezTo>
                  <a:pt x="71" y="220"/>
                  <a:pt x="71" y="214"/>
                  <a:pt x="71" y="210"/>
                </a:cubicBezTo>
                <a:cubicBezTo>
                  <a:pt x="71" y="205"/>
                  <a:pt x="71" y="201"/>
                  <a:pt x="72" y="196"/>
                </a:cubicBezTo>
                <a:cubicBezTo>
                  <a:pt x="72" y="196"/>
                  <a:pt x="72" y="195"/>
                  <a:pt x="72" y="194"/>
                </a:cubicBezTo>
                <a:cubicBezTo>
                  <a:pt x="72" y="194"/>
                  <a:pt x="72" y="193"/>
                  <a:pt x="72" y="193"/>
                </a:cubicBezTo>
                <a:cubicBezTo>
                  <a:pt x="71" y="193"/>
                  <a:pt x="67" y="201"/>
                  <a:pt x="67" y="202"/>
                </a:cubicBezTo>
                <a:cubicBezTo>
                  <a:pt x="67" y="203"/>
                  <a:pt x="68" y="203"/>
                  <a:pt x="68" y="205"/>
                </a:cubicBezTo>
                <a:cubicBezTo>
                  <a:pt x="68" y="210"/>
                  <a:pt x="69" y="213"/>
                  <a:pt x="69" y="217"/>
                </a:cubicBezTo>
                <a:cubicBezTo>
                  <a:pt x="68" y="218"/>
                  <a:pt x="67" y="218"/>
                  <a:pt x="66" y="218"/>
                </a:cubicBezTo>
                <a:cubicBezTo>
                  <a:pt x="66" y="218"/>
                  <a:pt x="65" y="218"/>
                  <a:pt x="64" y="217"/>
                </a:cubicBezTo>
                <a:cubicBezTo>
                  <a:pt x="63" y="207"/>
                  <a:pt x="58" y="203"/>
                  <a:pt x="52" y="203"/>
                </a:cubicBezTo>
                <a:cubicBezTo>
                  <a:pt x="45" y="203"/>
                  <a:pt x="39" y="209"/>
                  <a:pt x="39" y="220"/>
                </a:cubicBezTo>
                <a:cubicBezTo>
                  <a:pt x="39" y="231"/>
                  <a:pt x="46" y="237"/>
                  <a:pt x="52" y="237"/>
                </a:cubicBezTo>
                <a:cubicBezTo>
                  <a:pt x="57" y="237"/>
                  <a:pt x="63" y="232"/>
                  <a:pt x="64" y="222"/>
                </a:cubicBezTo>
                <a:cubicBezTo>
                  <a:pt x="65" y="222"/>
                  <a:pt x="66" y="223"/>
                  <a:pt x="66" y="223"/>
                </a:cubicBezTo>
                <a:cubicBezTo>
                  <a:pt x="67" y="223"/>
                  <a:pt x="68" y="222"/>
                  <a:pt x="69" y="221"/>
                </a:cubicBezTo>
                <a:cubicBezTo>
                  <a:pt x="70" y="226"/>
                  <a:pt x="70" y="233"/>
                  <a:pt x="70" y="241"/>
                </a:cubicBezTo>
                <a:cubicBezTo>
                  <a:pt x="70" y="243"/>
                  <a:pt x="71" y="245"/>
                  <a:pt x="72" y="245"/>
                </a:cubicBezTo>
                <a:cubicBezTo>
                  <a:pt x="72" y="245"/>
                  <a:pt x="74" y="244"/>
                  <a:pt x="74" y="239"/>
                </a:cubicBezTo>
                <a:cubicBezTo>
                  <a:pt x="74" y="232"/>
                  <a:pt x="73" y="234"/>
                  <a:pt x="72" y="229"/>
                </a:cubicBezTo>
                <a:close/>
                <a:moveTo>
                  <a:pt x="52" y="231"/>
                </a:moveTo>
                <a:cubicBezTo>
                  <a:pt x="47" y="231"/>
                  <a:pt x="42" y="228"/>
                  <a:pt x="42" y="220"/>
                </a:cubicBezTo>
                <a:cubicBezTo>
                  <a:pt x="42" y="212"/>
                  <a:pt x="47" y="208"/>
                  <a:pt x="52" y="208"/>
                </a:cubicBezTo>
                <a:cubicBezTo>
                  <a:pt x="57" y="208"/>
                  <a:pt x="62" y="212"/>
                  <a:pt x="62" y="220"/>
                </a:cubicBezTo>
                <a:cubicBezTo>
                  <a:pt x="62" y="228"/>
                  <a:pt x="57" y="231"/>
                  <a:pt x="52" y="231"/>
                </a:cubicBezTo>
                <a:close/>
                <a:moveTo>
                  <a:pt x="82" y="253"/>
                </a:moveTo>
                <a:cubicBezTo>
                  <a:pt x="83" y="253"/>
                  <a:pt x="85" y="250"/>
                  <a:pt x="87" y="244"/>
                </a:cubicBezTo>
                <a:cubicBezTo>
                  <a:pt x="88" y="243"/>
                  <a:pt x="88" y="242"/>
                  <a:pt x="89" y="242"/>
                </a:cubicBezTo>
                <a:cubicBezTo>
                  <a:pt x="89" y="242"/>
                  <a:pt x="90" y="243"/>
                  <a:pt x="90" y="246"/>
                </a:cubicBezTo>
                <a:cubicBezTo>
                  <a:pt x="89" y="250"/>
                  <a:pt x="88" y="253"/>
                  <a:pt x="88" y="256"/>
                </a:cubicBezTo>
                <a:cubicBezTo>
                  <a:pt x="87" y="258"/>
                  <a:pt x="86" y="259"/>
                  <a:pt x="85" y="259"/>
                </a:cubicBezTo>
                <a:cubicBezTo>
                  <a:pt x="84" y="259"/>
                  <a:pt x="83" y="259"/>
                  <a:pt x="82" y="259"/>
                </a:cubicBezTo>
                <a:cubicBezTo>
                  <a:pt x="57" y="259"/>
                  <a:pt x="57" y="259"/>
                  <a:pt x="57" y="259"/>
                </a:cubicBezTo>
                <a:cubicBezTo>
                  <a:pt x="57" y="260"/>
                  <a:pt x="57" y="261"/>
                  <a:pt x="57" y="262"/>
                </a:cubicBezTo>
                <a:cubicBezTo>
                  <a:pt x="58" y="267"/>
                  <a:pt x="59" y="265"/>
                  <a:pt x="59" y="272"/>
                </a:cubicBezTo>
                <a:cubicBezTo>
                  <a:pt x="59" y="274"/>
                  <a:pt x="59" y="278"/>
                  <a:pt x="57" y="278"/>
                </a:cubicBezTo>
                <a:cubicBezTo>
                  <a:pt x="56" y="278"/>
                  <a:pt x="55" y="276"/>
                  <a:pt x="54" y="275"/>
                </a:cubicBezTo>
                <a:cubicBezTo>
                  <a:pt x="54" y="259"/>
                  <a:pt x="54" y="259"/>
                  <a:pt x="54" y="259"/>
                </a:cubicBezTo>
                <a:cubicBezTo>
                  <a:pt x="44" y="258"/>
                  <a:pt x="41" y="255"/>
                  <a:pt x="41" y="254"/>
                </a:cubicBezTo>
                <a:cubicBezTo>
                  <a:pt x="41" y="253"/>
                  <a:pt x="42" y="253"/>
                  <a:pt x="45" y="253"/>
                </a:cubicBezTo>
                <a:lnTo>
                  <a:pt x="82" y="253"/>
                </a:lnTo>
                <a:close/>
                <a:moveTo>
                  <a:pt x="79" y="214"/>
                </a:moveTo>
                <a:cubicBezTo>
                  <a:pt x="79" y="212"/>
                  <a:pt x="83" y="206"/>
                  <a:pt x="84" y="206"/>
                </a:cubicBezTo>
                <a:cubicBezTo>
                  <a:pt x="84" y="206"/>
                  <a:pt x="84" y="207"/>
                  <a:pt x="84" y="207"/>
                </a:cubicBezTo>
                <a:cubicBezTo>
                  <a:pt x="84" y="208"/>
                  <a:pt x="84" y="208"/>
                  <a:pt x="84" y="209"/>
                </a:cubicBezTo>
                <a:cubicBezTo>
                  <a:pt x="83" y="213"/>
                  <a:pt x="83" y="214"/>
                  <a:pt x="83" y="226"/>
                </a:cubicBezTo>
                <a:cubicBezTo>
                  <a:pt x="83" y="229"/>
                  <a:pt x="82" y="230"/>
                  <a:pt x="81" y="230"/>
                </a:cubicBezTo>
                <a:cubicBezTo>
                  <a:pt x="80" y="230"/>
                  <a:pt x="79" y="229"/>
                  <a:pt x="79" y="225"/>
                </a:cubicBezTo>
                <a:lnTo>
                  <a:pt x="79" y="214"/>
                </a:lnTo>
                <a:close/>
                <a:moveTo>
                  <a:pt x="81" y="352"/>
                </a:moveTo>
                <a:cubicBezTo>
                  <a:pt x="82" y="352"/>
                  <a:pt x="85" y="349"/>
                  <a:pt x="87" y="344"/>
                </a:cubicBezTo>
                <a:cubicBezTo>
                  <a:pt x="88" y="343"/>
                  <a:pt x="88" y="342"/>
                  <a:pt x="89" y="342"/>
                </a:cubicBezTo>
                <a:cubicBezTo>
                  <a:pt x="89" y="342"/>
                  <a:pt x="90" y="343"/>
                  <a:pt x="90" y="345"/>
                </a:cubicBezTo>
                <a:cubicBezTo>
                  <a:pt x="89" y="351"/>
                  <a:pt x="88" y="354"/>
                  <a:pt x="87" y="357"/>
                </a:cubicBezTo>
                <a:cubicBezTo>
                  <a:pt x="86" y="358"/>
                  <a:pt x="86" y="358"/>
                  <a:pt x="85" y="358"/>
                </a:cubicBezTo>
                <a:cubicBezTo>
                  <a:pt x="84" y="358"/>
                  <a:pt x="83" y="358"/>
                  <a:pt x="82" y="358"/>
                </a:cubicBezTo>
                <a:cubicBezTo>
                  <a:pt x="26" y="358"/>
                  <a:pt x="26" y="358"/>
                  <a:pt x="26" y="358"/>
                </a:cubicBezTo>
                <a:cubicBezTo>
                  <a:pt x="8" y="358"/>
                  <a:pt x="6" y="357"/>
                  <a:pt x="2" y="356"/>
                </a:cubicBezTo>
                <a:cubicBezTo>
                  <a:pt x="1" y="355"/>
                  <a:pt x="1" y="354"/>
                  <a:pt x="1" y="354"/>
                </a:cubicBezTo>
                <a:cubicBezTo>
                  <a:pt x="1" y="353"/>
                  <a:pt x="2" y="352"/>
                  <a:pt x="5" y="352"/>
                </a:cubicBezTo>
                <a:cubicBezTo>
                  <a:pt x="42" y="352"/>
                  <a:pt x="42" y="352"/>
                  <a:pt x="42" y="352"/>
                </a:cubicBezTo>
                <a:cubicBezTo>
                  <a:pt x="35" y="339"/>
                  <a:pt x="28" y="307"/>
                  <a:pt x="28" y="304"/>
                </a:cubicBezTo>
                <a:cubicBezTo>
                  <a:pt x="28" y="301"/>
                  <a:pt x="32" y="300"/>
                  <a:pt x="34" y="300"/>
                </a:cubicBezTo>
                <a:cubicBezTo>
                  <a:pt x="65" y="299"/>
                  <a:pt x="65" y="299"/>
                  <a:pt x="65" y="299"/>
                </a:cubicBezTo>
                <a:cubicBezTo>
                  <a:pt x="67" y="299"/>
                  <a:pt x="68" y="295"/>
                  <a:pt x="69" y="291"/>
                </a:cubicBezTo>
                <a:cubicBezTo>
                  <a:pt x="70" y="289"/>
                  <a:pt x="70" y="289"/>
                  <a:pt x="71" y="289"/>
                </a:cubicBezTo>
                <a:cubicBezTo>
                  <a:pt x="71" y="289"/>
                  <a:pt x="72" y="289"/>
                  <a:pt x="72" y="292"/>
                </a:cubicBezTo>
                <a:cubicBezTo>
                  <a:pt x="72" y="297"/>
                  <a:pt x="72" y="300"/>
                  <a:pt x="71" y="303"/>
                </a:cubicBezTo>
                <a:cubicBezTo>
                  <a:pt x="71" y="305"/>
                  <a:pt x="71" y="306"/>
                  <a:pt x="70" y="306"/>
                </a:cubicBezTo>
                <a:cubicBezTo>
                  <a:pt x="69" y="306"/>
                  <a:pt x="68" y="306"/>
                  <a:pt x="66" y="306"/>
                </a:cubicBezTo>
                <a:cubicBezTo>
                  <a:pt x="38" y="305"/>
                  <a:pt x="38" y="305"/>
                  <a:pt x="38" y="305"/>
                </a:cubicBezTo>
                <a:cubicBezTo>
                  <a:pt x="35" y="305"/>
                  <a:pt x="35" y="306"/>
                  <a:pt x="35" y="308"/>
                </a:cubicBezTo>
                <a:cubicBezTo>
                  <a:pt x="35" y="317"/>
                  <a:pt x="39" y="342"/>
                  <a:pt x="44" y="352"/>
                </a:cubicBezTo>
                <a:lnTo>
                  <a:pt x="81" y="352"/>
                </a:lnTo>
                <a:close/>
                <a:moveTo>
                  <a:pt x="82" y="444"/>
                </a:moveTo>
                <a:cubicBezTo>
                  <a:pt x="83" y="443"/>
                  <a:pt x="86" y="438"/>
                  <a:pt x="87" y="434"/>
                </a:cubicBezTo>
                <a:cubicBezTo>
                  <a:pt x="88" y="433"/>
                  <a:pt x="88" y="433"/>
                  <a:pt x="89" y="433"/>
                </a:cubicBezTo>
                <a:cubicBezTo>
                  <a:pt x="89" y="433"/>
                  <a:pt x="90" y="434"/>
                  <a:pt x="90" y="437"/>
                </a:cubicBezTo>
                <a:cubicBezTo>
                  <a:pt x="89" y="441"/>
                  <a:pt x="88" y="445"/>
                  <a:pt x="87" y="448"/>
                </a:cubicBezTo>
                <a:cubicBezTo>
                  <a:pt x="87" y="450"/>
                  <a:pt x="86" y="450"/>
                  <a:pt x="85" y="450"/>
                </a:cubicBezTo>
                <a:cubicBezTo>
                  <a:pt x="84" y="450"/>
                  <a:pt x="83" y="450"/>
                  <a:pt x="82" y="450"/>
                </a:cubicBezTo>
                <a:cubicBezTo>
                  <a:pt x="47" y="450"/>
                  <a:pt x="47" y="450"/>
                  <a:pt x="47" y="450"/>
                </a:cubicBezTo>
                <a:cubicBezTo>
                  <a:pt x="47" y="455"/>
                  <a:pt x="47" y="455"/>
                  <a:pt x="47" y="455"/>
                </a:cubicBezTo>
                <a:cubicBezTo>
                  <a:pt x="48" y="459"/>
                  <a:pt x="50" y="458"/>
                  <a:pt x="50" y="464"/>
                </a:cubicBezTo>
                <a:cubicBezTo>
                  <a:pt x="50" y="465"/>
                  <a:pt x="50" y="469"/>
                  <a:pt x="47" y="469"/>
                </a:cubicBezTo>
                <a:cubicBezTo>
                  <a:pt x="45" y="469"/>
                  <a:pt x="44" y="468"/>
                  <a:pt x="44" y="466"/>
                </a:cubicBezTo>
                <a:cubicBezTo>
                  <a:pt x="44" y="450"/>
                  <a:pt x="44" y="450"/>
                  <a:pt x="44" y="450"/>
                </a:cubicBezTo>
                <a:cubicBezTo>
                  <a:pt x="16" y="450"/>
                  <a:pt x="16" y="450"/>
                  <a:pt x="16" y="450"/>
                </a:cubicBezTo>
                <a:cubicBezTo>
                  <a:pt x="10" y="450"/>
                  <a:pt x="6" y="449"/>
                  <a:pt x="2" y="447"/>
                </a:cubicBezTo>
                <a:cubicBezTo>
                  <a:pt x="1" y="446"/>
                  <a:pt x="1" y="446"/>
                  <a:pt x="1" y="445"/>
                </a:cubicBezTo>
                <a:cubicBezTo>
                  <a:pt x="1" y="444"/>
                  <a:pt x="2" y="444"/>
                  <a:pt x="5" y="444"/>
                </a:cubicBezTo>
                <a:cubicBezTo>
                  <a:pt x="42" y="444"/>
                  <a:pt x="42" y="444"/>
                  <a:pt x="42" y="444"/>
                </a:cubicBezTo>
                <a:cubicBezTo>
                  <a:pt x="36" y="432"/>
                  <a:pt x="27" y="408"/>
                  <a:pt x="27" y="397"/>
                </a:cubicBezTo>
                <a:cubicBezTo>
                  <a:pt x="27" y="395"/>
                  <a:pt x="31" y="392"/>
                  <a:pt x="35" y="392"/>
                </a:cubicBezTo>
                <a:cubicBezTo>
                  <a:pt x="65" y="392"/>
                  <a:pt x="65" y="392"/>
                  <a:pt x="65" y="392"/>
                </a:cubicBezTo>
                <a:cubicBezTo>
                  <a:pt x="68" y="391"/>
                  <a:pt x="68" y="389"/>
                  <a:pt x="70" y="384"/>
                </a:cubicBezTo>
                <a:cubicBezTo>
                  <a:pt x="70" y="383"/>
                  <a:pt x="71" y="383"/>
                  <a:pt x="71" y="383"/>
                </a:cubicBezTo>
                <a:cubicBezTo>
                  <a:pt x="71" y="383"/>
                  <a:pt x="72" y="384"/>
                  <a:pt x="73" y="386"/>
                </a:cubicBezTo>
                <a:cubicBezTo>
                  <a:pt x="72" y="391"/>
                  <a:pt x="71" y="397"/>
                  <a:pt x="71" y="399"/>
                </a:cubicBezTo>
                <a:cubicBezTo>
                  <a:pt x="71" y="405"/>
                  <a:pt x="71" y="411"/>
                  <a:pt x="71" y="414"/>
                </a:cubicBezTo>
                <a:cubicBezTo>
                  <a:pt x="72" y="419"/>
                  <a:pt x="74" y="418"/>
                  <a:pt x="74" y="424"/>
                </a:cubicBezTo>
                <a:cubicBezTo>
                  <a:pt x="74" y="427"/>
                  <a:pt x="74" y="431"/>
                  <a:pt x="72" y="431"/>
                </a:cubicBezTo>
                <a:cubicBezTo>
                  <a:pt x="71" y="431"/>
                  <a:pt x="70" y="430"/>
                  <a:pt x="69" y="428"/>
                </a:cubicBezTo>
                <a:cubicBezTo>
                  <a:pt x="69" y="419"/>
                  <a:pt x="68" y="409"/>
                  <a:pt x="68" y="400"/>
                </a:cubicBezTo>
                <a:cubicBezTo>
                  <a:pt x="68" y="399"/>
                  <a:pt x="69" y="398"/>
                  <a:pt x="67" y="398"/>
                </a:cubicBezTo>
                <a:cubicBezTo>
                  <a:pt x="63" y="398"/>
                  <a:pt x="48" y="398"/>
                  <a:pt x="40" y="398"/>
                </a:cubicBezTo>
                <a:cubicBezTo>
                  <a:pt x="33" y="398"/>
                  <a:pt x="33" y="398"/>
                  <a:pt x="33" y="401"/>
                </a:cubicBezTo>
                <a:cubicBezTo>
                  <a:pt x="33" y="404"/>
                  <a:pt x="37" y="429"/>
                  <a:pt x="44" y="444"/>
                </a:cubicBezTo>
                <a:lnTo>
                  <a:pt x="82" y="444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29" name="Freeform 247">
            <a:extLst>
              <a:ext uri="{FF2B5EF4-FFF2-40B4-BE49-F238E27FC236}">
                <a16:creationId xmlns:a16="http://schemas.microsoft.com/office/drawing/2014/main" id="{DA678A23-9A44-66B3-347C-C40FC44A3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 rot="16200000">
            <a:off x="8406004" y="5108920"/>
            <a:ext cx="382750" cy="1049352"/>
          </a:xfrm>
          <a:custGeom>
            <a:avLst/>
            <a:gdLst>
              <a:gd name="T0" fmla="*/ 114 w 126"/>
              <a:gd name="T1" fmla="*/ 228 h 345"/>
              <a:gd name="T2" fmla="*/ 119 w 126"/>
              <a:gd name="T3" fmla="*/ 243 h 345"/>
              <a:gd name="T4" fmla="*/ 117 w 126"/>
              <a:gd name="T5" fmla="*/ 282 h 345"/>
              <a:gd name="T6" fmla="*/ 103 w 126"/>
              <a:gd name="T7" fmla="*/ 288 h 345"/>
              <a:gd name="T8" fmla="*/ 117 w 126"/>
              <a:gd name="T9" fmla="*/ 282 h 345"/>
              <a:gd name="T10" fmla="*/ 104 w 126"/>
              <a:gd name="T11" fmla="*/ 240 h 345"/>
              <a:gd name="T12" fmla="*/ 107 w 126"/>
              <a:gd name="T13" fmla="*/ 255 h 345"/>
              <a:gd name="T14" fmla="*/ 111 w 126"/>
              <a:gd name="T15" fmla="*/ 267 h 345"/>
              <a:gd name="T16" fmla="*/ 97 w 126"/>
              <a:gd name="T17" fmla="*/ 273 h 345"/>
              <a:gd name="T18" fmla="*/ 111 w 126"/>
              <a:gd name="T19" fmla="*/ 267 h 345"/>
              <a:gd name="T20" fmla="*/ 97 w 126"/>
              <a:gd name="T21" fmla="*/ 225 h 345"/>
              <a:gd name="T22" fmla="*/ 101 w 126"/>
              <a:gd name="T23" fmla="*/ 241 h 345"/>
              <a:gd name="T24" fmla="*/ 47 w 126"/>
              <a:gd name="T25" fmla="*/ 59 h 345"/>
              <a:gd name="T26" fmla="*/ 62 w 126"/>
              <a:gd name="T27" fmla="*/ 27 h 345"/>
              <a:gd name="T28" fmla="*/ 63 w 126"/>
              <a:gd name="T29" fmla="*/ 44 h 345"/>
              <a:gd name="T30" fmla="*/ 58 w 126"/>
              <a:gd name="T31" fmla="*/ 48 h 345"/>
              <a:gd name="T32" fmla="*/ 0 w 126"/>
              <a:gd name="T33" fmla="*/ 27 h 345"/>
              <a:gd name="T34" fmla="*/ 47 w 126"/>
              <a:gd name="T35" fmla="*/ 59 h 345"/>
              <a:gd name="T36" fmla="*/ 80 w 126"/>
              <a:gd name="T37" fmla="*/ 140 h 345"/>
              <a:gd name="T38" fmla="*/ 65 w 126"/>
              <a:gd name="T39" fmla="*/ 149 h 345"/>
              <a:gd name="T40" fmla="*/ 84 w 126"/>
              <a:gd name="T41" fmla="*/ 116 h 345"/>
              <a:gd name="T42" fmla="*/ 75 w 126"/>
              <a:gd name="T43" fmla="*/ 109 h 345"/>
              <a:gd name="T44" fmla="*/ 24 w 126"/>
              <a:gd name="T45" fmla="*/ 86 h 345"/>
              <a:gd name="T46" fmla="*/ 24 w 126"/>
              <a:gd name="T47" fmla="*/ 64 h 345"/>
              <a:gd name="T48" fmla="*/ 16 w 126"/>
              <a:gd name="T49" fmla="*/ 95 h 345"/>
              <a:gd name="T50" fmla="*/ 72 w 126"/>
              <a:gd name="T51" fmla="*/ 155 h 345"/>
              <a:gd name="T52" fmla="*/ 51 w 126"/>
              <a:gd name="T53" fmla="*/ 213 h 345"/>
              <a:gd name="T54" fmla="*/ 52 w 126"/>
              <a:gd name="T55" fmla="*/ 244 h 345"/>
              <a:gd name="T56" fmla="*/ 55 w 126"/>
              <a:gd name="T57" fmla="*/ 317 h 345"/>
              <a:gd name="T58" fmla="*/ 83 w 126"/>
              <a:gd name="T59" fmla="*/ 335 h 345"/>
              <a:gd name="T60" fmla="*/ 88 w 126"/>
              <a:gd name="T61" fmla="*/ 286 h 345"/>
              <a:gd name="T62" fmla="*/ 59 w 126"/>
              <a:gd name="T63" fmla="*/ 288 h 345"/>
              <a:gd name="T64" fmla="*/ 82 w 126"/>
              <a:gd name="T65" fmla="*/ 257 h 345"/>
              <a:gd name="T66" fmla="*/ 74 w 126"/>
              <a:gd name="T67" fmla="*/ 252 h 345"/>
              <a:gd name="T68" fmla="*/ 77 w 126"/>
              <a:gd name="T69" fmla="*/ 243 h 345"/>
              <a:gd name="T70" fmla="*/ 60 w 126"/>
              <a:gd name="T71" fmla="*/ 239 h 345"/>
              <a:gd name="T72" fmla="*/ 77 w 126"/>
              <a:gd name="T73" fmla="*/ 212 h 345"/>
              <a:gd name="T74" fmla="*/ 60 w 126"/>
              <a:gd name="T75" fmla="*/ 207 h 345"/>
              <a:gd name="T76" fmla="*/ 91 w 126"/>
              <a:gd name="T77" fmla="*/ 148 h 345"/>
              <a:gd name="T78" fmla="*/ 115 w 126"/>
              <a:gd name="T79" fmla="*/ 169 h 345"/>
              <a:gd name="T80" fmla="*/ 90 w 126"/>
              <a:gd name="T81" fmla="*/ 128 h 345"/>
              <a:gd name="T82" fmla="*/ 74 w 126"/>
              <a:gd name="T83" fmla="*/ 331 h 345"/>
              <a:gd name="T84" fmla="*/ 66 w 126"/>
              <a:gd name="T85" fmla="*/ 323 h 3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26" h="345">
                <a:moveTo>
                  <a:pt x="124" y="232"/>
                </a:moveTo>
                <a:cubicBezTo>
                  <a:pt x="121" y="231"/>
                  <a:pt x="117" y="229"/>
                  <a:pt x="114" y="228"/>
                </a:cubicBezTo>
                <a:cubicBezTo>
                  <a:pt x="113" y="231"/>
                  <a:pt x="111" y="235"/>
                  <a:pt x="109" y="238"/>
                </a:cubicBezTo>
                <a:cubicBezTo>
                  <a:pt x="112" y="240"/>
                  <a:pt x="116" y="241"/>
                  <a:pt x="119" y="243"/>
                </a:cubicBezTo>
                <a:cubicBezTo>
                  <a:pt x="121" y="240"/>
                  <a:pt x="122" y="236"/>
                  <a:pt x="124" y="232"/>
                </a:cubicBezTo>
                <a:close/>
                <a:moveTo>
                  <a:pt x="117" y="282"/>
                </a:moveTo>
                <a:cubicBezTo>
                  <a:pt x="114" y="281"/>
                  <a:pt x="111" y="279"/>
                  <a:pt x="109" y="278"/>
                </a:cubicBezTo>
                <a:cubicBezTo>
                  <a:pt x="106" y="281"/>
                  <a:pt x="104" y="284"/>
                  <a:pt x="103" y="288"/>
                </a:cubicBezTo>
                <a:cubicBezTo>
                  <a:pt x="106" y="290"/>
                  <a:pt x="109" y="291"/>
                  <a:pt x="112" y="293"/>
                </a:cubicBezTo>
                <a:cubicBezTo>
                  <a:pt x="114" y="289"/>
                  <a:pt x="116" y="286"/>
                  <a:pt x="117" y="282"/>
                </a:cubicBezTo>
                <a:close/>
                <a:moveTo>
                  <a:pt x="112" y="245"/>
                </a:moveTo>
                <a:cubicBezTo>
                  <a:pt x="109" y="243"/>
                  <a:pt x="106" y="242"/>
                  <a:pt x="104" y="240"/>
                </a:cubicBezTo>
                <a:cubicBezTo>
                  <a:pt x="102" y="244"/>
                  <a:pt x="100" y="247"/>
                  <a:pt x="98" y="250"/>
                </a:cubicBezTo>
                <a:cubicBezTo>
                  <a:pt x="101" y="252"/>
                  <a:pt x="104" y="254"/>
                  <a:pt x="107" y="255"/>
                </a:cubicBezTo>
                <a:cubicBezTo>
                  <a:pt x="109" y="252"/>
                  <a:pt x="111" y="248"/>
                  <a:pt x="112" y="245"/>
                </a:cubicBezTo>
                <a:close/>
                <a:moveTo>
                  <a:pt x="111" y="267"/>
                </a:moveTo>
                <a:cubicBezTo>
                  <a:pt x="108" y="266"/>
                  <a:pt x="105" y="264"/>
                  <a:pt x="102" y="263"/>
                </a:cubicBezTo>
                <a:cubicBezTo>
                  <a:pt x="100" y="266"/>
                  <a:pt x="98" y="269"/>
                  <a:pt x="97" y="273"/>
                </a:cubicBezTo>
                <a:cubicBezTo>
                  <a:pt x="100" y="275"/>
                  <a:pt x="103" y="276"/>
                  <a:pt x="106" y="278"/>
                </a:cubicBezTo>
                <a:cubicBezTo>
                  <a:pt x="108" y="274"/>
                  <a:pt x="110" y="271"/>
                  <a:pt x="111" y="267"/>
                </a:cubicBezTo>
                <a:close/>
                <a:moveTo>
                  <a:pt x="106" y="230"/>
                </a:moveTo>
                <a:cubicBezTo>
                  <a:pt x="103" y="228"/>
                  <a:pt x="100" y="227"/>
                  <a:pt x="97" y="225"/>
                </a:cubicBezTo>
                <a:cubicBezTo>
                  <a:pt x="95" y="229"/>
                  <a:pt x="93" y="232"/>
                  <a:pt x="92" y="236"/>
                </a:cubicBezTo>
                <a:cubicBezTo>
                  <a:pt x="95" y="237"/>
                  <a:pt x="98" y="239"/>
                  <a:pt x="101" y="241"/>
                </a:cubicBezTo>
                <a:cubicBezTo>
                  <a:pt x="103" y="237"/>
                  <a:pt x="105" y="233"/>
                  <a:pt x="106" y="230"/>
                </a:cubicBezTo>
                <a:close/>
                <a:moveTo>
                  <a:pt x="47" y="59"/>
                </a:moveTo>
                <a:cubicBezTo>
                  <a:pt x="73" y="60"/>
                  <a:pt x="87" y="36"/>
                  <a:pt x="63" y="26"/>
                </a:cubicBezTo>
                <a:cubicBezTo>
                  <a:pt x="63" y="26"/>
                  <a:pt x="62" y="27"/>
                  <a:pt x="62" y="27"/>
                </a:cubicBezTo>
                <a:cubicBezTo>
                  <a:pt x="61" y="29"/>
                  <a:pt x="65" y="32"/>
                  <a:pt x="66" y="34"/>
                </a:cubicBezTo>
                <a:cubicBezTo>
                  <a:pt x="66" y="40"/>
                  <a:pt x="64" y="41"/>
                  <a:pt x="63" y="44"/>
                </a:cubicBezTo>
                <a:cubicBezTo>
                  <a:pt x="62" y="45"/>
                  <a:pt x="60" y="47"/>
                  <a:pt x="59" y="48"/>
                </a:cubicBezTo>
                <a:cubicBezTo>
                  <a:pt x="59" y="48"/>
                  <a:pt x="59" y="48"/>
                  <a:pt x="58" y="48"/>
                </a:cubicBezTo>
                <a:cubicBezTo>
                  <a:pt x="58" y="0"/>
                  <a:pt x="27" y="22"/>
                  <a:pt x="0" y="26"/>
                </a:cubicBezTo>
                <a:cubicBezTo>
                  <a:pt x="0" y="26"/>
                  <a:pt x="0" y="27"/>
                  <a:pt x="0" y="27"/>
                </a:cubicBezTo>
                <a:cubicBezTo>
                  <a:pt x="12" y="33"/>
                  <a:pt x="26" y="23"/>
                  <a:pt x="39" y="23"/>
                </a:cubicBezTo>
                <a:cubicBezTo>
                  <a:pt x="47" y="30"/>
                  <a:pt x="48" y="45"/>
                  <a:pt x="47" y="59"/>
                </a:cubicBezTo>
                <a:close/>
                <a:moveTo>
                  <a:pt x="90" y="128"/>
                </a:moveTo>
                <a:cubicBezTo>
                  <a:pt x="86" y="131"/>
                  <a:pt x="82" y="135"/>
                  <a:pt x="80" y="140"/>
                </a:cubicBezTo>
                <a:cubicBezTo>
                  <a:pt x="80" y="140"/>
                  <a:pt x="81" y="141"/>
                  <a:pt x="82" y="141"/>
                </a:cubicBezTo>
                <a:cubicBezTo>
                  <a:pt x="80" y="147"/>
                  <a:pt x="72" y="155"/>
                  <a:pt x="65" y="149"/>
                </a:cubicBezTo>
                <a:cubicBezTo>
                  <a:pt x="60" y="145"/>
                  <a:pt x="58" y="134"/>
                  <a:pt x="59" y="124"/>
                </a:cubicBezTo>
                <a:cubicBezTo>
                  <a:pt x="72" y="124"/>
                  <a:pt x="76" y="119"/>
                  <a:pt x="84" y="116"/>
                </a:cubicBezTo>
                <a:cubicBezTo>
                  <a:pt x="84" y="115"/>
                  <a:pt x="85" y="114"/>
                  <a:pt x="85" y="113"/>
                </a:cubicBezTo>
                <a:cubicBezTo>
                  <a:pt x="82" y="112"/>
                  <a:pt x="79" y="111"/>
                  <a:pt x="75" y="109"/>
                </a:cubicBezTo>
                <a:cubicBezTo>
                  <a:pt x="71" y="113"/>
                  <a:pt x="66" y="118"/>
                  <a:pt x="60" y="119"/>
                </a:cubicBezTo>
                <a:cubicBezTo>
                  <a:pt x="42" y="122"/>
                  <a:pt x="27" y="100"/>
                  <a:pt x="24" y="86"/>
                </a:cubicBezTo>
                <a:cubicBezTo>
                  <a:pt x="22" y="79"/>
                  <a:pt x="25" y="70"/>
                  <a:pt x="27" y="64"/>
                </a:cubicBezTo>
                <a:cubicBezTo>
                  <a:pt x="26" y="64"/>
                  <a:pt x="25" y="64"/>
                  <a:pt x="24" y="64"/>
                </a:cubicBezTo>
                <a:cubicBezTo>
                  <a:pt x="23" y="67"/>
                  <a:pt x="21" y="71"/>
                  <a:pt x="20" y="74"/>
                </a:cubicBezTo>
                <a:cubicBezTo>
                  <a:pt x="18" y="79"/>
                  <a:pt x="14" y="87"/>
                  <a:pt x="16" y="95"/>
                </a:cubicBezTo>
                <a:cubicBezTo>
                  <a:pt x="18" y="106"/>
                  <a:pt x="34" y="124"/>
                  <a:pt x="47" y="124"/>
                </a:cubicBezTo>
                <a:cubicBezTo>
                  <a:pt x="47" y="142"/>
                  <a:pt x="54" y="155"/>
                  <a:pt x="72" y="155"/>
                </a:cubicBezTo>
                <a:cubicBezTo>
                  <a:pt x="61" y="170"/>
                  <a:pt x="47" y="166"/>
                  <a:pt x="47" y="194"/>
                </a:cubicBezTo>
                <a:cubicBezTo>
                  <a:pt x="47" y="203"/>
                  <a:pt x="48" y="208"/>
                  <a:pt x="51" y="213"/>
                </a:cubicBezTo>
                <a:cubicBezTo>
                  <a:pt x="49" y="218"/>
                  <a:pt x="45" y="226"/>
                  <a:pt x="47" y="235"/>
                </a:cubicBezTo>
                <a:cubicBezTo>
                  <a:pt x="48" y="239"/>
                  <a:pt x="50" y="242"/>
                  <a:pt x="52" y="244"/>
                </a:cubicBezTo>
                <a:cubicBezTo>
                  <a:pt x="47" y="247"/>
                  <a:pt x="47" y="257"/>
                  <a:pt x="47" y="266"/>
                </a:cubicBezTo>
                <a:cubicBezTo>
                  <a:pt x="47" y="285"/>
                  <a:pt x="44" y="309"/>
                  <a:pt x="55" y="317"/>
                </a:cubicBezTo>
                <a:cubicBezTo>
                  <a:pt x="52" y="327"/>
                  <a:pt x="47" y="329"/>
                  <a:pt x="47" y="345"/>
                </a:cubicBezTo>
                <a:cubicBezTo>
                  <a:pt x="69" y="345"/>
                  <a:pt x="69" y="340"/>
                  <a:pt x="83" y="335"/>
                </a:cubicBezTo>
                <a:cubicBezTo>
                  <a:pt x="80" y="315"/>
                  <a:pt x="59" y="318"/>
                  <a:pt x="59" y="293"/>
                </a:cubicBezTo>
                <a:cubicBezTo>
                  <a:pt x="72" y="293"/>
                  <a:pt x="82" y="293"/>
                  <a:pt x="88" y="286"/>
                </a:cubicBezTo>
                <a:cubicBezTo>
                  <a:pt x="89" y="286"/>
                  <a:pt x="89" y="286"/>
                  <a:pt x="89" y="286"/>
                </a:cubicBezTo>
                <a:cubicBezTo>
                  <a:pt x="78" y="275"/>
                  <a:pt x="74" y="288"/>
                  <a:pt x="59" y="288"/>
                </a:cubicBezTo>
                <a:cubicBezTo>
                  <a:pt x="59" y="262"/>
                  <a:pt x="59" y="262"/>
                  <a:pt x="59" y="262"/>
                </a:cubicBezTo>
                <a:cubicBezTo>
                  <a:pt x="70" y="262"/>
                  <a:pt x="75" y="260"/>
                  <a:pt x="82" y="257"/>
                </a:cubicBezTo>
                <a:cubicBezTo>
                  <a:pt x="82" y="257"/>
                  <a:pt x="82" y="257"/>
                  <a:pt x="82" y="257"/>
                </a:cubicBezTo>
                <a:cubicBezTo>
                  <a:pt x="79" y="255"/>
                  <a:pt x="77" y="254"/>
                  <a:pt x="74" y="252"/>
                </a:cubicBezTo>
                <a:cubicBezTo>
                  <a:pt x="72" y="255"/>
                  <a:pt x="62" y="262"/>
                  <a:pt x="59" y="256"/>
                </a:cubicBezTo>
                <a:cubicBezTo>
                  <a:pt x="55" y="246"/>
                  <a:pt x="71" y="245"/>
                  <a:pt x="77" y="243"/>
                </a:cubicBezTo>
                <a:cubicBezTo>
                  <a:pt x="77" y="243"/>
                  <a:pt x="77" y="242"/>
                  <a:pt x="77" y="242"/>
                </a:cubicBezTo>
                <a:cubicBezTo>
                  <a:pt x="73" y="241"/>
                  <a:pt x="62" y="242"/>
                  <a:pt x="60" y="239"/>
                </a:cubicBezTo>
                <a:cubicBezTo>
                  <a:pt x="59" y="237"/>
                  <a:pt x="59" y="234"/>
                  <a:pt x="59" y="230"/>
                </a:cubicBezTo>
                <a:cubicBezTo>
                  <a:pt x="59" y="218"/>
                  <a:pt x="67" y="214"/>
                  <a:pt x="77" y="212"/>
                </a:cubicBezTo>
                <a:cubicBezTo>
                  <a:pt x="77" y="212"/>
                  <a:pt x="77" y="212"/>
                  <a:pt x="77" y="211"/>
                </a:cubicBezTo>
                <a:cubicBezTo>
                  <a:pt x="73" y="210"/>
                  <a:pt x="62" y="211"/>
                  <a:pt x="60" y="207"/>
                </a:cubicBezTo>
                <a:cubicBezTo>
                  <a:pt x="58" y="205"/>
                  <a:pt x="58" y="185"/>
                  <a:pt x="59" y="181"/>
                </a:cubicBezTo>
                <a:cubicBezTo>
                  <a:pt x="61" y="174"/>
                  <a:pt x="84" y="157"/>
                  <a:pt x="91" y="148"/>
                </a:cubicBezTo>
                <a:cubicBezTo>
                  <a:pt x="94" y="145"/>
                  <a:pt x="97" y="137"/>
                  <a:pt x="102" y="136"/>
                </a:cubicBezTo>
                <a:cubicBezTo>
                  <a:pt x="107" y="141"/>
                  <a:pt x="113" y="161"/>
                  <a:pt x="115" y="169"/>
                </a:cubicBezTo>
                <a:cubicBezTo>
                  <a:pt x="126" y="169"/>
                  <a:pt x="126" y="169"/>
                  <a:pt x="126" y="169"/>
                </a:cubicBezTo>
                <a:cubicBezTo>
                  <a:pt x="121" y="150"/>
                  <a:pt x="114" y="128"/>
                  <a:pt x="90" y="128"/>
                </a:cubicBezTo>
                <a:close/>
                <a:moveTo>
                  <a:pt x="66" y="323"/>
                </a:moveTo>
                <a:cubicBezTo>
                  <a:pt x="67" y="321"/>
                  <a:pt x="73" y="328"/>
                  <a:pt x="74" y="331"/>
                </a:cubicBezTo>
                <a:cubicBezTo>
                  <a:pt x="71" y="334"/>
                  <a:pt x="65" y="338"/>
                  <a:pt x="60" y="338"/>
                </a:cubicBezTo>
                <a:cubicBezTo>
                  <a:pt x="60" y="332"/>
                  <a:pt x="62" y="326"/>
                  <a:pt x="66" y="32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30" name="Freeform 248">
            <a:extLst>
              <a:ext uri="{FF2B5EF4-FFF2-40B4-BE49-F238E27FC236}">
                <a16:creationId xmlns:a16="http://schemas.microsoft.com/office/drawing/2014/main" id="{66EDF254-F2A1-4571-E138-20B40A13E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5044752" y="1098787"/>
            <a:ext cx="1128984" cy="453392"/>
          </a:xfrm>
          <a:custGeom>
            <a:avLst/>
            <a:gdLst>
              <a:gd name="T0" fmla="*/ 323 w 372"/>
              <a:gd name="T1" fmla="*/ 16 h 149"/>
              <a:gd name="T2" fmla="*/ 347 w 372"/>
              <a:gd name="T3" fmla="*/ 7 h 149"/>
              <a:gd name="T4" fmla="*/ 297 w 372"/>
              <a:gd name="T5" fmla="*/ 61 h 149"/>
              <a:gd name="T6" fmla="*/ 255 w 372"/>
              <a:gd name="T7" fmla="*/ 85 h 149"/>
              <a:gd name="T8" fmla="*/ 208 w 372"/>
              <a:gd name="T9" fmla="*/ 43 h 149"/>
              <a:gd name="T10" fmla="*/ 242 w 372"/>
              <a:gd name="T11" fmla="*/ 10 h 149"/>
              <a:gd name="T12" fmla="*/ 206 w 372"/>
              <a:gd name="T13" fmla="*/ 65 h 149"/>
              <a:gd name="T14" fmla="*/ 214 w 372"/>
              <a:gd name="T15" fmla="*/ 80 h 149"/>
              <a:gd name="T16" fmla="*/ 169 w 372"/>
              <a:gd name="T17" fmla="*/ 55 h 149"/>
              <a:gd name="T18" fmla="*/ 163 w 372"/>
              <a:gd name="T19" fmla="*/ 76 h 149"/>
              <a:gd name="T20" fmla="*/ 136 w 372"/>
              <a:gd name="T21" fmla="*/ 129 h 149"/>
              <a:gd name="T22" fmla="*/ 108 w 372"/>
              <a:gd name="T23" fmla="*/ 125 h 149"/>
              <a:gd name="T24" fmla="*/ 138 w 372"/>
              <a:gd name="T25" fmla="*/ 144 h 149"/>
              <a:gd name="T26" fmla="*/ 223 w 372"/>
              <a:gd name="T27" fmla="*/ 80 h 149"/>
              <a:gd name="T28" fmla="*/ 285 w 372"/>
              <a:gd name="T29" fmla="*/ 106 h 149"/>
              <a:gd name="T30" fmla="*/ 303 w 372"/>
              <a:gd name="T31" fmla="*/ 105 h 149"/>
              <a:gd name="T32" fmla="*/ 372 w 372"/>
              <a:gd name="T33" fmla="*/ 107 h 149"/>
              <a:gd name="T34" fmla="*/ 367 w 372"/>
              <a:gd name="T35" fmla="*/ 57 h 149"/>
              <a:gd name="T36" fmla="*/ 363 w 372"/>
              <a:gd name="T37" fmla="*/ 82 h 149"/>
              <a:gd name="T38" fmla="*/ 349 w 372"/>
              <a:gd name="T39" fmla="*/ 81 h 149"/>
              <a:gd name="T40" fmla="*/ 337 w 372"/>
              <a:gd name="T41" fmla="*/ 82 h 149"/>
              <a:gd name="T42" fmla="*/ 302 w 372"/>
              <a:gd name="T43" fmla="*/ 62 h 149"/>
              <a:gd name="T44" fmla="*/ 347 w 372"/>
              <a:gd name="T45" fmla="*/ 20 h 149"/>
              <a:gd name="T46" fmla="*/ 329 w 372"/>
              <a:gd name="T47" fmla="*/ 27 h 149"/>
              <a:gd name="T48" fmla="*/ 334 w 372"/>
              <a:gd name="T49" fmla="*/ 51 h 149"/>
              <a:gd name="T50" fmla="*/ 353 w 372"/>
              <a:gd name="T51" fmla="*/ 45 h 149"/>
              <a:gd name="T52" fmla="*/ 347 w 372"/>
              <a:gd name="T53" fmla="*/ 20 h 149"/>
              <a:gd name="T54" fmla="*/ 104 w 372"/>
              <a:gd name="T55" fmla="*/ 60 h 149"/>
              <a:gd name="T56" fmla="*/ 96 w 372"/>
              <a:gd name="T57" fmla="*/ 49 h 149"/>
              <a:gd name="T58" fmla="*/ 99 w 372"/>
              <a:gd name="T59" fmla="*/ 85 h 149"/>
              <a:gd name="T60" fmla="*/ 35 w 372"/>
              <a:gd name="T61" fmla="*/ 68 h 149"/>
              <a:gd name="T62" fmla="*/ 4 w 372"/>
              <a:gd name="T63" fmla="*/ 120 h 149"/>
              <a:gd name="T64" fmla="*/ 51 w 372"/>
              <a:gd name="T65" fmla="*/ 107 h 149"/>
              <a:gd name="T66" fmla="*/ 90 w 372"/>
              <a:gd name="T67" fmla="*/ 114 h 149"/>
              <a:gd name="T68" fmla="*/ 72 w 372"/>
              <a:gd name="T69" fmla="*/ 122 h 149"/>
              <a:gd name="T70" fmla="*/ 78 w 372"/>
              <a:gd name="T71" fmla="*/ 146 h 149"/>
              <a:gd name="T72" fmla="*/ 96 w 372"/>
              <a:gd name="T73" fmla="*/ 139 h 149"/>
              <a:gd name="T74" fmla="*/ 90 w 372"/>
              <a:gd name="T75" fmla="*/ 114 h 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372" h="149">
                <a:moveTo>
                  <a:pt x="331" y="0"/>
                </a:moveTo>
                <a:cubicBezTo>
                  <a:pt x="328" y="6"/>
                  <a:pt x="326" y="11"/>
                  <a:pt x="323" y="16"/>
                </a:cubicBezTo>
                <a:cubicBezTo>
                  <a:pt x="328" y="19"/>
                  <a:pt x="333" y="22"/>
                  <a:pt x="338" y="25"/>
                </a:cubicBezTo>
                <a:cubicBezTo>
                  <a:pt x="341" y="19"/>
                  <a:pt x="344" y="13"/>
                  <a:pt x="347" y="7"/>
                </a:cubicBezTo>
                <a:cubicBezTo>
                  <a:pt x="341" y="5"/>
                  <a:pt x="336" y="2"/>
                  <a:pt x="331" y="0"/>
                </a:cubicBezTo>
                <a:close/>
                <a:moveTo>
                  <a:pt x="297" y="61"/>
                </a:moveTo>
                <a:cubicBezTo>
                  <a:pt x="297" y="80"/>
                  <a:pt x="287" y="85"/>
                  <a:pt x="268" y="85"/>
                </a:cubicBezTo>
                <a:cubicBezTo>
                  <a:pt x="264" y="85"/>
                  <a:pt x="259" y="85"/>
                  <a:pt x="255" y="85"/>
                </a:cubicBezTo>
                <a:cubicBezTo>
                  <a:pt x="248" y="83"/>
                  <a:pt x="211" y="52"/>
                  <a:pt x="209" y="47"/>
                </a:cubicBezTo>
                <a:cubicBezTo>
                  <a:pt x="209" y="45"/>
                  <a:pt x="209" y="44"/>
                  <a:pt x="208" y="43"/>
                </a:cubicBezTo>
                <a:cubicBezTo>
                  <a:pt x="214" y="37"/>
                  <a:pt x="232" y="31"/>
                  <a:pt x="242" y="30"/>
                </a:cubicBezTo>
                <a:cubicBezTo>
                  <a:pt x="242" y="23"/>
                  <a:pt x="242" y="16"/>
                  <a:pt x="242" y="10"/>
                </a:cubicBezTo>
                <a:cubicBezTo>
                  <a:pt x="228" y="13"/>
                  <a:pt x="197" y="25"/>
                  <a:pt x="192" y="36"/>
                </a:cubicBezTo>
                <a:cubicBezTo>
                  <a:pt x="186" y="50"/>
                  <a:pt x="198" y="71"/>
                  <a:pt x="206" y="65"/>
                </a:cubicBezTo>
                <a:cubicBezTo>
                  <a:pt x="210" y="67"/>
                  <a:pt x="213" y="70"/>
                  <a:pt x="215" y="74"/>
                </a:cubicBezTo>
                <a:cubicBezTo>
                  <a:pt x="215" y="76"/>
                  <a:pt x="214" y="78"/>
                  <a:pt x="214" y="80"/>
                </a:cubicBezTo>
                <a:cubicBezTo>
                  <a:pt x="206" y="85"/>
                  <a:pt x="193" y="85"/>
                  <a:pt x="179" y="85"/>
                </a:cubicBezTo>
                <a:cubicBezTo>
                  <a:pt x="179" y="70"/>
                  <a:pt x="173" y="64"/>
                  <a:pt x="169" y="55"/>
                </a:cubicBezTo>
                <a:cubicBezTo>
                  <a:pt x="168" y="55"/>
                  <a:pt x="168" y="54"/>
                  <a:pt x="168" y="54"/>
                </a:cubicBezTo>
                <a:cubicBezTo>
                  <a:pt x="166" y="62"/>
                  <a:pt x="164" y="69"/>
                  <a:pt x="163" y="76"/>
                </a:cubicBezTo>
                <a:cubicBezTo>
                  <a:pt x="167" y="81"/>
                  <a:pt x="175" y="89"/>
                  <a:pt x="172" y="99"/>
                </a:cubicBezTo>
                <a:cubicBezTo>
                  <a:pt x="169" y="108"/>
                  <a:pt x="146" y="127"/>
                  <a:pt x="136" y="129"/>
                </a:cubicBezTo>
                <a:cubicBezTo>
                  <a:pt x="123" y="132"/>
                  <a:pt x="117" y="124"/>
                  <a:pt x="109" y="121"/>
                </a:cubicBezTo>
                <a:cubicBezTo>
                  <a:pt x="109" y="122"/>
                  <a:pt x="108" y="124"/>
                  <a:pt x="108" y="125"/>
                </a:cubicBezTo>
                <a:cubicBezTo>
                  <a:pt x="108" y="125"/>
                  <a:pt x="107" y="126"/>
                  <a:pt x="107" y="127"/>
                </a:cubicBezTo>
                <a:cubicBezTo>
                  <a:pt x="118" y="131"/>
                  <a:pt x="126" y="140"/>
                  <a:pt x="138" y="144"/>
                </a:cubicBezTo>
                <a:cubicBezTo>
                  <a:pt x="157" y="149"/>
                  <a:pt x="180" y="123"/>
                  <a:pt x="179" y="107"/>
                </a:cubicBezTo>
                <a:cubicBezTo>
                  <a:pt x="203" y="108"/>
                  <a:pt x="223" y="103"/>
                  <a:pt x="223" y="80"/>
                </a:cubicBezTo>
                <a:cubicBezTo>
                  <a:pt x="223" y="80"/>
                  <a:pt x="223" y="80"/>
                  <a:pt x="223" y="80"/>
                </a:cubicBezTo>
                <a:cubicBezTo>
                  <a:pt x="230" y="94"/>
                  <a:pt x="257" y="117"/>
                  <a:pt x="285" y="106"/>
                </a:cubicBezTo>
                <a:cubicBezTo>
                  <a:pt x="290" y="104"/>
                  <a:pt x="293" y="99"/>
                  <a:pt x="297" y="96"/>
                </a:cubicBezTo>
                <a:cubicBezTo>
                  <a:pt x="299" y="99"/>
                  <a:pt x="301" y="102"/>
                  <a:pt x="303" y="105"/>
                </a:cubicBezTo>
                <a:cubicBezTo>
                  <a:pt x="313" y="113"/>
                  <a:pt x="339" y="106"/>
                  <a:pt x="345" y="102"/>
                </a:cubicBezTo>
                <a:cubicBezTo>
                  <a:pt x="353" y="106"/>
                  <a:pt x="361" y="108"/>
                  <a:pt x="372" y="107"/>
                </a:cubicBezTo>
                <a:cubicBezTo>
                  <a:pt x="372" y="89"/>
                  <a:pt x="372" y="71"/>
                  <a:pt x="369" y="57"/>
                </a:cubicBezTo>
                <a:cubicBezTo>
                  <a:pt x="368" y="57"/>
                  <a:pt x="368" y="57"/>
                  <a:pt x="367" y="57"/>
                </a:cubicBezTo>
                <a:cubicBezTo>
                  <a:pt x="365" y="61"/>
                  <a:pt x="362" y="65"/>
                  <a:pt x="359" y="69"/>
                </a:cubicBezTo>
                <a:cubicBezTo>
                  <a:pt x="359" y="75"/>
                  <a:pt x="361" y="78"/>
                  <a:pt x="363" y="82"/>
                </a:cubicBezTo>
                <a:cubicBezTo>
                  <a:pt x="363" y="83"/>
                  <a:pt x="363" y="84"/>
                  <a:pt x="363" y="85"/>
                </a:cubicBezTo>
                <a:cubicBezTo>
                  <a:pt x="358" y="84"/>
                  <a:pt x="353" y="83"/>
                  <a:pt x="349" y="81"/>
                </a:cubicBezTo>
                <a:cubicBezTo>
                  <a:pt x="349" y="75"/>
                  <a:pt x="349" y="68"/>
                  <a:pt x="349" y="61"/>
                </a:cubicBezTo>
                <a:cubicBezTo>
                  <a:pt x="340" y="68"/>
                  <a:pt x="344" y="77"/>
                  <a:pt x="337" y="82"/>
                </a:cubicBezTo>
                <a:cubicBezTo>
                  <a:pt x="333" y="85"/>
                  <a:pt x="328" y="85"/>
                  <a:pt x="321" y="85"/>
                </a:cubicBezTo>
                <a:cubicBezTo>
                  <a:pt x="302" y="85"/>
                  <a:pt x="302" y="80"/>
                  <a:pt x="302" y="62"/>
                </a:cubicBezTo>
                <a:cubicBezTo>
                  <a:pt x="300" y="62"/>
                  <a:pt x="299" y="61"/>
                  <a:pt x="297" y="61"/>
                </a:cubicBezTo>
                <a:close/>
                <a:moveTo>
                  <a:pt x="347" y="20"/>
                </a:moveTo>
                <a:cubicBezTo>
                  <a:pt x="345" y="24"/>
                  <a:pt x="343" y="28"/>
                  <a:pt x="341" y="32"/>
                </a:cubicBezTo>
                <a:cubicBezTo>
                  <a:pt x="338" y="33"/>
                  <a:pt x="332" y="28"/>
                  <a:pt x="329" y="27"/>
                </a:cubicBezTo>
                <a:cubicBezTo>
                  <a:pt x="325" y="30"/>
                  <a:pt x="321" y="39"/>
                  <a:pt x="320" y="44"/>
                </a:cubicBezTo>
                <a:cubicBezTo>
                  <a:pt x="325" y="46"/>
                  <a:pt x="329" y="49"/>
                  <a:pt x="334" y="51"/>
                </a:cubicBezTo>
                <a:cubicBezTo>
                  <a:pt x="336" y="47"/>
                  <a:pt x="339" y="43"/>
                  <a:pt x="341" y="39"/>
                </a:cubicBezTo>
                <a:cubicBezTo>
                  <a:pt x="345" y="39"/>
                  <a:pt x="349" y="43"/>
                  <a:pt x="353" y="45"/>
                </a:cubicBezTo>
                <a:cubicBezTo>
                  <a:pt x="356" y="40"/>
                  <a:pt x="359" y="34"/>
                  <a:pt x="363" y="29"/>
                </a:cubicBezTo>
                <a:cubicBezTo>
                  <a:pt x="357" y="26"/>
                  <a:pt x="352" y="23"/>
                  <a:pt x="347" y="20"/>
                </a:cubicBezTo>
                <a:close/>
                <a:moveTo>
                  <a:pt x="107" y="107"/>
                </a:moveTo>
                <a:cubicBezTo>
                  <a:pt x="107" y="91"/>
                  <a:pt x="109" y="72"/>
                  <a:pt x="104" y="60"/>
                </a:cubicBezTo>
                <a:cubicBezTo>
                  <a:pt x="102" y="57"/>
                  <a:pt x="100" y="53"/>
                  <a:pt x="97" y="50"/>
                </a:cubicBezTo>
                <a:cubicBezTo>
                  <a:pt x="97" y="49"/>
                  <a:pt x="97" y="49"/>
                  <a:pt x="96" y="49"/>
                </a:cubicBezTo>
                <a:cubicBezTo>
                  <a:pt x="94" y="55"/>
                  <a:pt x="92" y="62"/>
                  <a:pt x="90" y="68"/>
                </a:cubicBezTo>
                <a:cubicBezTo>
                  <a:pt x="93" y="73"/>
                  <a:pt x="98" y="77"/>
                  <a:pt x="99" y="85"/>
                </a:cubicBezTo>
                <a:cubicBezTo>
                  <a:pt x="85" y="85"/>
                  <a:pt x="70" y="85"/>
                  <a:pt x="56" y="85"/>
                </a:cubicBezTo>
                <a:cubicBezTo>
                  <a:pt x="47" y="82"/>
                  <a:pt x="43" y="72"/>
                  <a:pt x="35" y="68"/>
                </a:cubicBezTo>
                <a:cubicBezTo>
                  <a:pt x="20" y="68"/>
                  <a:pt x="2" y="104"/>
                  <a:pt x="0" y="118"/>
                </a:cubicBezTo>
                <a:cubicBezTo>
                  <a:pt x="1" y="119"/>
                  <a:pt x="3" y="119"/>
                  <a:pt x="4" y="120"/>
                </a:cubicBezTo>
                <a:cubicBezTo>
                  <a:pt x="10" y="112"/>
                  <a:pt x="17" y="87"/>
                  <a:pt x="31" y="90"/>
                </a:cubicBezTo>
                <a:cubicBezTo>
                  <a:pt x="39" y="94"/>
                  <a:pt x="42" y="104"/>
                  <a:pt x="51" y="107"/>
                </a:cubicBezTo>
                <a:cubicBezTo>
                  <a:pt x="70" y="107"/>
                  <a:pt x="89" y="107"/>
                  <a:pt x="107" y="107"/>
                </a:cubicBezTo>
                <a:close/>
                <a:moveTo>
                  <a:pt x="90" y="114"/>
                </a:moveTo>
                <a:cubicBezTo>
                  <a:pt x="88" y="119"/>
                  <a:pt x="86" y="123"/>
                  <a:pt x="84" y="127"/>
                </a:cubicBezTo>
                <a:cubicBezTo>
                  <a:pt x="80" y="125"/>
                  <a:pt x="76" y="123"/>
                  <a:pt x="72" y="122"/>
                </a:cubicBezTo>
                <a:cubicBezTo>
                  <a:pt x="69" y="127"/>
                  <a:pt x="66" y="132"/>
                  <a:pt x="63" y="137"/>
                </a:cubicBezTo>
                <a:cubicBezTo>
                  <a:pt x="68" y="140"/>
                  <a:pt x="73" y="143"/>
                  <a:pt x="78" y="146"/>
                </a:cubicBezTo>
                <a:cubicBezTo>
                  <a:pt x="80" y="141"/>
                  <a:pt x="82" y="137"/>
                  <a:pt x="84" y="132"/>
                </a:cubicBezTo>
                <a:cubicBezTo>
                  <a:pt x="89" y="134"/>
                  <a:pt x="92" y="137"/>
                  <a:pt x="96" y="139"/>
                </a:cubicBezTo>
                <a:cubicBezTo>
                  <a:pt x="100" y="133"/>
                  <a:pt x="103" y="128"/>
                  <a:pt x="106" y="123"/>
                </a:cubicBezTo>
                <a:cubicBezTo>
                  <a:pt x="101" y="120"/>
                  <a:pt x="95" y="117"/>
                  <a:pt x="90" y="114"/>
                </a:cubicBezTo>
                <a:close/>
              </a:path>
            </a:pathLst>
          </a:custGeom>
          <a:solidFill>
            <a:srgbClr val="FF5C39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4364C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31" name="Freeform 249">
            <a:extLst>
              <a:ext uri="{FF2B5EF4-FFF2-40B4-BE49-F238E27FC236}">
                <a16:creationId xmlns:a16="http://schemas.microsoft.com/office/drawing/2014/main" id="{11C1D3B4-93C3-C552-8F72-308F103D88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3194833" y="4302119"/>
            <a:ext cx="669171" cy="431557"/>
          </a:xfrm>
          <a:custGeom>
            <a:avLst/>
            <a:gdLst>
              <a:gd name="T0" fmla="*/ 0 w 220"/>
              <a:gd name="T1" fmla="*/ 13 h 142"/>
              <a:gd name="T2" fmla="*/ 22 w 220"/>
              <a:gd name="T3" fmla="*/ 0 h 142"/>
              <a:gd name="T4" fmla="*/ 0 w 220"/>
              <a:gd name="T5" fmla="*/ 23 h 142"/>
              <a:gd name="T6" fmla="*/ 22 w 220"/>
              <a:gd name="T7" fmla="*/ 10 h 142"/>
              <a:gd name="T8" fmla="*/ 8 w 220"/>
              <a:gd name="T9" fmla="*/ 39 h 142"/>
              <a:gd name="T10" fmla="*/ 13 w 220"/>
              <a:gd name="T11" fmla="*/ 110 h 142"/>
              <a:gd name="T12" fmla="*/ 20 w 220"/>
              <a:gd name="T13" fmla="*/ 96 h 142"/>
              <a:gd name="T14" fmla="*/ 14 w 220"/>
              <a:gd name="T15" fmla="*/ 27 h 142"/>
              <a:gd name="T16" fmla="*/ 217 w 220"/>
              <a:gd name="T17" fmla="*/ 80 h 142"/>
              <a:gd name="T18" fmla="*/ 213 w 220"/>
              <a:gd name="T19" fmla="*/ 73 h 142"/>
              <a:gd name="T20" fmla="*/ 213 w 220"/>
              <a:gd name="T21" fmla="*/ 96 h 142"/>
              <a:gd name="T22" fmla="*/ 198 w 220"/>
              <a:gd name="T23" fmla="*/ 78 h 142"/>
              <a:gd name="T24" fmla="*/ 186 w 220"/>
              <a:gd name="T25" fmla="*/ 97 h 142"/>
              <a:gd name="T26" fmla="*/ 167 w 220"/>
              <a:gd name="T27" fmla="*/ 78 h 142"/>
              <a:gd name="T28" fmla="*/ 140 w 220"/>
              <a:gd name="T29" fmla="*/ 86 h 142"/>
              <a:gd name="T30" fmla="*/ 106 w 220"/>
              <a:gd name="T31" fmla="*/ 53 h 142"/>
              <a:gd name="T32" fmla="*/ 139 w 220"/>
              <a:gd name="T33" fmla="*/ 28 h 142"/>
              <a:gd name="T34" fmla="*/ 108 w 220"/>
              <a:gd name="T35" fmla="*/ 74 h 142"/>
              <a:gd name="T36" fmla="*/ 138 w 220"/>
              <a:gd name="T37" fmla="*/ 95 h 142"/>
              <a:gd name="T38" fmla="*/ 92 w 220"/>
              <a:gd name="T39" fmla="*/ 97 h 142"/>
              <a:gd name="T40" fmla="*/ 81 w 220"/>
              <a:gd name="T41" fmla="*/ 69 h 142"/>
              <a:gd name="T42" fmla="*/ 87 w 220"/>
              <a:gd name="T43" fmla="*/ 104 h 142"/>
              <a:gd name="T44" fmla="*/ 31 w 220"/>
              <a:gd name="T45" fmla="*/ 132 h 142"/>
              <a:gd name="T46" fmla="*/ 63 w 220"/>
              <a:gd name="T47" fmla="*/ 140 h 142"/>
              <a:gd name="T48" fmla="*/ 168 w 220"/>
              <a:gd name="T49" fmla="*/ 104 h 142"/>
              <a:gd name="T50" fmla="*/ 218 w 220"/>
              <a:gd name="T51" fmla="*/ 108 h 142"/>
              <a:gd name="T52" fmla="*/ 184 w 220"/>
              <a:gd name="T53" fmla="*/ 40 h 142"/>
              <a:gd name="T54" fmla="*/ 199 w 220"/>
              <a:gd name="T55" fmla="*/ 36 h 142"/>
              <a:gd name="T56" fmla="*/ 201 w 220"/>
              <a:gd name="T57" fmla="*/ 42 h 142"/>
              <a:gd name="T58" fmla="*/ 207 w 220"/>
              <a:gd name="T59" fmla="*/ 57 h 142"/>
              <a:gd name="T60" fmla="*/ 201 w 220"/>
              <a:gd name="T61" fmla="*/ 42 h 142"/>
              <a:gd name="T62" fmla="*/ 181 w 220"/>
              <a:gd name="T63" fmla="*/ 58 h 142"/>
              <a:gd name="T64" fmla="*/ 197 w 220"/>
              <a:gd name="T65" fmla="*/ 53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20" h="142">
                <a:moveTo>
                  <a:pt x="22" y="0"/>
                </a:moveTo>
                <a:cubicBezTo>
                  <a:pt x="15" y="4"/>
                  <a:pt x="2" y="4"/>
                  <a:pt x="0" y="13"/>
                </a:cubicBezTo>
                <a:cubicBezTo>
                  <a:pt x="8" y="11"/>
                  <a:pt x="18" y="7"/>
                  <a:pt x="23" y="2"/>
                </a:cubicBezTo>
                <a:cubicBezTo>
                  <a:pt x="22" y="0"/>
                  <a:pt x="23" y="1"/>
                  <a:pt x="22" y="0"/>
                </a:cubicBezTo>
                <a:close/>
                <a:moveTo>
                  <a:pt x="22" y="10"/>
                </a:moveTo>
                <a:cubicBezTo>
                  <a:pt x="15" y="14"/>
                  <a:pt x="2" y="14"/>
                  <a:pt x="0" y="23"/>
                </a:cubicBezTo>
                <a:cubicBezTo>
                  <a:pt x="6" y="22"/>
                  <a:pt x="19" y="18"/>
                  <a:pt x="22" y="13"/>
                </a:cubicBezTo>
                <a:cubicBezTo>
                  <a:pt x="23" y="12"/>
                  <a:pt x="23" y="11"/>
                  <a:pt x="22" y="10"/>
                </a:cubicBezTo>
                <a:close/>
                <a:moveTo>
                  <a:pt x="14" y="27"/>
                </a:moveTo>
                <a:cubicBezTo>
                  <a:pt x="11" y="31"/>
                  <a:pt x="10" y="35"/>
                  <a:pt x="8" y="39"/>
                </a:cubicBezTo>
                <a:cubicBezTo>
                  <a:pt x="9" y="46"/>
                  <a:pt x="9" y="54"/>
                  <a:pt x="10" y="61"/>
                </a:cubicBezTo>
                <a:cubicBezTo>
                  <a:pt x="13" y="77"/>
                  <a:pt x="14" y="93"/>
                  <a:pt x="13" y="110"/>
                </a:cubicBezTo>
                <a:cubicBezTo>
                  <a:pt x="13" y="110"/>
                  <a:pt x="14" y="110"/>
                  <a:pt x="14" y="110"/>
                </a:cubicBezTo>
                <a:cubicBezTo>
                  <a:pt x="16" y="105"/>
                  <a:pt x="19" y="102"/>
                  <a:pt x="20" y="96"/>
                </a:cubicBezTo>
                <a:cubicBezTo>
                  <a:pt x="23" y="83"/>
                  <a:pt x="18" y="58"/>
                  <a:pt x="16" y="46"/>
                </a:cubicBezTo>
                <a:cubicBezTo>
                  <a:pt x="15" y="40"/>
                  <a:pt x="14" y="34"/>
                  <a:pt x="14" y="27"/>
                </a:cubicBezTo>
                <a:close/>
                <a:moveTo>
                  <a:pt x="218" y="108"/>
                </a:moveTo>
                <a:cubicBezTo>
                  <a:pt x="218" y="99"/>
                  <a:pt x="220" y="87"/>
                  <a:pt x="217" y="80"/>
                </a:cubicBezTo>
                <a:cubicBezTo>
                  <a:pt x="216" y="78"/>
                  <a:pt x="215" y="76"/>
                  <a:pt x="213" y="73"/>
                </a:cubicBezTo>
                <a:cubicBezTo>
                  <a:pt x="213" y="73"/>
                  <a:pt x="213" y="73"/>
                  <a:pt x="213" y="73"/>
                </a:cubicBezTo>
                <a:cubicBezTo>
                  <a:pt x="212" y="76"/>
                  <a:pt x="210" y="78"/>
                  <a:pt x="209" y="81"/>
                </a:cubicBezTo>
                <a:cubicBezTo>
                  <a:pt x="211" y="83"/>
                  <a:pt x="219" y="93"/>
                  <a:pt x="213" y="96"/>
                </a:cubicBezTo>
                <a:cubicBezTo>
                  <a:pt x="202" y="101"/>
                  <a:pt x="202" y="84"/>
                  <a:pt x="199" y="78"/>
                </a:cubicBezTo>
                <a:cubicBezTo>
                  <a:pt x="199" y="78"/>
                  <a:pt x="199" y="78"/>
                  <a:pt x="198" y="78"/>
                </a:cubicBezTo>
                <a:cubicBezTo>
                  <a:pt x="197" y="82"/>
                  <a:pt x="198" y="93"/>
                  <a:pt x="195" y="95"/>
                </a:cubicBezTo>
                <a:cubicBezTo>
                  <a:pt x="193" y="97"/>
                  <a:pt x="189" y="97"/>
                  <a:pt x="186" y="97"/>
                </a:cubicBezTo>
                <a:cubicBezTo>
                  <a:pt x="174" y="97"/>
                  <a:pt x="169" y="88"/>
                  <a:pt x="168" y="78"/>
                </a:cubicBezTo>
                <a:cubicBezTo>
                  <a:pt x="167" y="78"/>
                  <a:pt x="167" y="78"/>
                  <a:pt x="167" y="78"/>
                </a:cubicBezTo>
                <a:cubicBezTo>
                  <a:pt x="161" y="93"/>
                  <a:pt x="171" y="97"/>
                  <a:pt x="146" y="97"/>
                </a:cubicBezTo>
                <a:cubicBezTo>
                  <a:pt x="144" y="93"/>
                  <a:pt x="142" y="90"/>
                  <a:pt x="140" y="86"/>
                </a:cubicBezTo>
                <a:cubicBezTo>
                  <a:pt x="134" y="78"/>
                  <a:pt x="127" y="71"/>
                  <a:pt x="119" y="65"/>
                </a:cubicBezTo>
                <a:cubicBezTo>
                  <a:pt x="115" y="62"/>
                  <a:pt x="107" y="58"/>
                  <a:pt x="106" y="53"/>
                </a:cubicBezTo>
                <a:cubicBezTo>
                  <a:pt x="110" y="47"/>
                  <a:pt x="131" y="41"/>
                  <a:pt x="139" y="39"/>
                </a:cubicBezTo>
                <a:cubicBezTo>
                  <a:pt x="139" y="35"/>
                  <a:pt x="139" y="32"/>
                  <a:pt x="139" y="28"/>
                </a:cubicBezTo>
                <a:cubicBezTo>
                  <a:pt x="120" y="33"/>
                  <a:pt x="97" y="40"/>
                  <a:pt x="98" y="65"/>
                </a:cubicBezTo>
                <a:cubicBezTo>
                  <a:pt x="100" y="68"/>
                  <a:pt x="104" y="72"/>
                  <a:pt x="108" y="74"/>
                </a:cubicBezTo>
                <a:cubicBezTo>
                  <a:pt x="110" y="75"/>
                  <a:pt x="110" y="75"/>
                  <a:pt x="111" y="73"/>
                </a:cubicBezTo>
                <a:cubicBezTo>
                  <a:pt x="123" y="77"/>
                  <a:pt x="129" y="88"/>
                  <a:pt x="138" y="95"/>
                </a:cubicBezTo>
                <a:cubicBezTo>
                  <a:pt x="138" y="96"/>
                  <a:pt x="138" y="96"/>
                  <a:pt x="138" y="97"/>
                </a:cubicBezTo>
                <a:cubicBezTo>
                  <a:pt x="123" y="97"/>
                  <a:pt x="107" y="97"/>
                  <a:pt x="92" y="97"/>
                </a:cubicBezTo>
                <a:cubicBezTo>
                  <a:pt x="92" y="83"/>
                  <a:pt x="88" y="79"/>
                  <a:pt x="84" y="71"/>
                </a:cubicBezTo>
                <a:cubicBezTo>
                  <a:pt x="83" y="71"/>
                  <a:pt x="82" y="70"/>
                  <a:pt x="81" y="69"/>
                </a:cubicBezTo>
                <a:cubicBezTo>
                  <a:pt x="80" y="73"/>
                  <a:pt x="79" y="76"/>
                  <a:pt x="77" y="80"/>
                </a:cubicBezTo>
                <a:cubicBezTo>
                  <a:pt x="81" y="85"/>
                  <a:pt x="90" y="93"/>
                  <a:pt x="87" y="104"/>
                </a:cubicBezTo>
                <a:cubicBezTo>
                  <a:pt x="83" y="123"/>
                  <a:pt x="56" y="138"/>
                  <a:pt x="32" y="129"/>
                </a:cubicBezTo>
                <a:cubicBezTo>
                  <a:pt x="31" y="130"/>
                  <a:pt x="31" y="131"/>
                  <a:pt x="31" y="132"/>
                </a:cubicBezTo>
                <a:cubicBezTo>
                  <a:pt x="35" y="133"/>
                  <a:pt x="38" y="135"/>
                  <a:pt x="42" y="136"/>
                </a:cubicBezTo>
                <a:cubicBezTo>
                  <a:pt x="47" y="138"/>
                  <a:pt x="55" y="142"/>
                  <a:pt x="63" y="140"/>
                </a:cubicBezTo>
                <a:cubicBezTo>
                  <a:pt x="74" y="138"/>
                  <a:pt x="92" y="122"/>
                  <a:pt x="92" y="108"/>
                </a:cubicBezTo>
                <a:cubicBezTo>
                  <a:pt x="113" y="108"/>
                  <a:pt x="156" y="112"/>
                  <a:pt x="168" y="104"/>
                </a:cubicBezTo>
                <a:cubicBezTo>
                  <a:pt x="176" y="108"/>
                  <a:pt x="194" y="111"/>
                  <a:pt x="200" y="104"/>
                </a:cubicBezTo>
                <a:cubicBezTo>
                  <a:pt x="203" y="108"/>
                  <a:pt x="211" y="108"/>
                  <a:pt x="218" y="108"/>
                </a:cubicBezTo>
                <a:close/>
                <a:moveTo>
                  <a:pt x="188" y="31"/>
                </a:moveTo>
                <a:cubicBezTo>
                  <a:pt x="187" y="34"/>
                  <a:pt x="185" y="37"/>
                  <a:pt x="184" y="40"/>
                </a:cubicBezTo>
                <a:cubicBezTo>
                  <a:pt x="187" y="42"/>
                  <a:pt x="191" y="44"/>
                  <a:pt x="194" y="46"/>
                </a:cubicBezTo>
                <a:cubicBezTo>
                  <a:pt x="196" y="42"/>
                  <a:pt x="198" y="39"/>
                  <a:pt x="199" y="36"/>
                </a:cubicBezTo>
                <a:cubicBezTo>
                  <a:pt x="195" y="34"/>
                  <a:pt x="192" y="32"/>
                  <a:pt x="188" y="31"/>
                </a:cubicBezTo>
                <a:close/>
                <a:moveTo>
                  <a:pt x="201" y="42"/>
                </a:moveTo>
                <a:cubicBezTo>
                  <a:pt x="199" y="45"/>
                  <a:pt x="198" y="48"/>
                  <a:pt x="196" y="51"/>
                </a:cubicBezTo>
                <a:cubicBezTo>
                  <a:pt x="200" y="53"/>
                  <a:pt x="203" y="55"/>
                  <a:pt x="207" y="57"/>
                </a:cubicBezTo>
                <a:cubicBezTo>
                  <a:pt x="208" y="54"/>
                  <a:pt x="210" y="51"/>
                  <a:pt x="212" y="47"/>
                </a:cubicBezTo>
                <a:cubicBezTo>
                  <a:pt x="208" y="46"/>
                  <a:pt x="204" y="44"/>
                  <a:pt x="201" y="42"/>
                </a:cubicBezTo>
                <a:close/>
                <a:moveTo>
                  <a:pt x="186" y="48"/>
                </a:moveTo>
                <a:cubicBezTo>
                  <a:pt x="184" y="52"/>
                  <a:pt x="183" y="55"/>
                  <a:pt x="181" y="58"/>
                </a:cubicBezTo>
                <a:cubicBezTo>
                  <a:pt x="185" y="60"/>
                  <a:pt x="188" y="62"/>
                  <a:pt x="192" y="63"/>
                </a:cubicBezTo>
                <a:cubicBezTo>
                  <a:pt x="193" y="60"/>
                  <a:pt x="195" y="57"/>
                  <a:pt x="197" y="53"/>
                </a:cubicBezTo>
                <a:cubicBezTo>
                  <a:pt x="193" y="52"/>
                  <a:pt x="189" y="50"/>
                  <a:pt x="186" y="48"/>
                </a:cubicBezTo>
                <a:close/>
              </a:path>
            </a:pathLst>
          </a:custGeom>
          <a:solidFill>
            <a:srgbClr val="00BCF2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32" name="Freeform 250">
            <a:extLst>
              <a:ext uri="{FF2B5EF4-FFF2-40B4-BE49-F238E27FC236}">
                <a16:creationId xmlns:a16="http://schemas.microsoft.com/office/drawing/2014/main" id="{4B6F001D-D0BA-ECF0-5AE4-27525AC88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286327" y="4213039"/>
            <a:ext cx="883665" cy="288989"/>
          </a:xfrm>
          <a:custGeom>
            <a:avLst/>
            <a:gdLst>
              <a:gd name="T0" fmla="*/ 42 w 291"/>
              <a:gd name="T1" fmla="*/ 54 h 95"/>
              <a:gd name="T2" fmla="*/ 80 w 291"/>
              <a:gd name="T3" fmla="*/ 59 h 95"/>
              <a:gd name="T4" fmla="*/ 41 w 291"/>
              <a:gd name="T5" fmla="*/ 82 h 95"/>
              <a:gd name="T6" fmla="*/ 6 w 291"/>
              <a:gd name="T7" fmla="*/ 72 h 95"/>
              <a:gd name="T8" fmla="*/ 31 w 291"/>
              <a:gd name="T9" fmla="*/ 20 h 95"/>
              <a:gd name="T10" fmla="*/ 30 w 291"/>
              <a:gd name="T11" fmla="*/ 21 h 95"/>
              <a:gd name="T12" fmla="*/ 28 w 291"/>
              <a:gd name="T13" fmla="*/ 16 h 95"/>
              <a:gd name="T14" fmla="*/ 38 w 291"/>
              <a:gd name="T15" fmla="*/ 15 h 95"/>
              <a:gd name="T16" fmla="*/ 76 w 291"/>
              <a:gd name="T17" fmla="*/ 19 h 95"/>
              <a:gd name="T18" fmla="*/ 37 w 291"/>
              <a:gd name="T19" fmla="*/ 40 h 95"/>
              <a:gd name="T20" fmla="*/ 34 w 291"/>
              <a:gd name="T21" fmla="*/ 62 h 95"/>
              <a:gd name="T22" fmla="*/ 32 w 291"/>
              <a:gd name="T23" fmla="*/ 63 h 95"/>
              <a:gd name="T24" fmla="*/ 106 w 291"/>
              <a:gd name="T25" fmla="*/ 3 h 95"/>
              <a:gd name="T26" fmla="*/ 125 w 291"/>
              <a:gd name="T27" fmla="*/ 14 h 95"/>
              <a:gd name="T28" fmla="*/ 96 w 291"/>
              <a:gd name="T29" fmla="*/ 18 h 95"/>
              <a:gd name="T30" fmla="*/ 100 w 291"/>
              <a:gd name="T31" fmla="*/ 31 h 95"/>
              <a:gd name="T32" fmla="*/ 111 w 291"/>
              <a:gd name="T33" fmla="*/ 34 h 95"/>
              <a:gd name="T34" fmla="*/ 101 w 291"/>
              <a:gd name="T35" fmla="*/ 46 h 95"/>
              <a:gd name="T36" fmla="*/ 112 w 291"/>
              <a:gd name="T37" fmla="*/ 49 h 95"/>
              <a:gd name="T38" fmla="*/ 127 w 291"/>
              <a:gd name="T39" fmla="*/ 61 h 95"/>
              <a:gd name="T40" fmla="*/ 102 w 291"/>
              <a:gd name="T41" fmla="*/ 57 h 95"/>
              <a:gd name="T42" fmla="*/ 107 w 291"/>
              <a:gd name="T43" fmla="*/ 82 h 95"/>
              <a:gd name="T44" fmla="*/ 125 w 291"/>
              <a:gd name="T45" fmla="*/ 64 h 95"/>
              <a:gd name="T46" fmla="*/ 107 w 291"/>
              <a:gd name="T47" fmla="*/ 63 h 95"/>
              <a:gd name="T48" fmla="*/ 160 w 291"/>
              <a:gd name="T49" fmla="*/ 16 h 95"/>
              <a:gd name="T50" fmla="*/ 147 w 291"/>
              <a:gd name="T51" fmla="*/ 9 h 95"/>
              <a:gd name="T52" fmla="*/ 138 w 291"/>
              <a:gd name="T53" fmla="*/ 16 h 95"/>
              <a:gd name="T54" fmla="*/ 130 w 291"/>
              <a:gd name="T55" fmla="*/ 59 h 95"/>
              <a:gd name="T56" fmla="*/ 121 w 291"/>
              <a:gd name="T57" fmla="*/ 92 h 95"/>
              <a:gd name="T58" fmla="*/ 141 w 291"/>
              <a:gd name="T59" fmla="*/ 85 h 95"/>
              <a:gd name="T60" fmla="*/ 157 w 291"/>
              <a:gd name="T61" fmla="*/ 19 h 95"/>
              <a:gd name="T62" fmla="*/ 138 w 291"/>
              <a:gd name="T63" fmla="*/ 29 h 95"/>
              <a:gd name="T64" fmla="*/ 138 w 291"/>
              <a:gd name="T65" fmla="*/ 42 h 95"/>
              <a:gd name="T66" fmla="*/ 138 w 291"/>
              <a:gd name="T67" fmla="*/ 44 h 95"/>
              <a:gd name="T68" fmla="*/ 181 w 291"/>
              <a:gd name="T69" fmla="*/ 29 h 95"/>
              <a:gd name="T70" fmla="*/ 181 w 291"/>
              <a:gd name="T71" fmla="*/ 85 h 95"/>
              <a:gd name="T72" fmla="*/ 174 w 291"/>
              <a:gd name="T73" fmla="*/ 85 h 95"/>
              <a:gd name="T74" fmla="*/ 162 w 291"/>
              <a:gd name="T75" fmla="*/ 33 h 95"/>
              <a:gd name="T76" fmla="*/ 184 w 291"/>
              <a:gd name="T77" fmla="*/ 6 h 95"/>
              <a:gd name="T78" fmla="*/ 161 w 291"/>
              <a:gd name="T79" fmla="*/ 41 h 95"/>
              <a:gd name="T80" fmla="*/ 167 w 291"/>
              <a:gd name="T81" fmla="*/ 56 h 95"/>
              <a:gd name="T82" fmla="*/ 232 w 291"/>
              <a:gd name="T83" fmla="*/ 15 h 95"/>
              <a:gd name="T84" fmla="*/ 201 w 291"/>
              <a:gd name="T85" fmla="*/ 10 h 95"/>
              <a:gd name="T86" fmla="*/ 206 w 291"/>
              <a:gd name="T87" fmla="*/ 72 h 95"/>
              <a:gd name="T88" fmla="*/ 228 w 291"/>
              <a:gd name="T89" fmla="*/ 17 h 95"/>
              <a:gd name="T90" fmla="*/ 223 w 291"/>
              <a:gd name="T91" fmla="*/ 41 h 95"/>
              <a:gd name="T92" fmla="*/ 206 w 291"/>
              <a:gd name="T93" fmla="*/ 44 h 95"/>
              <a:gd name="T94" fmla="*/ 282 w 291"/>
              <a:gd name="T95" fmla="*/ 26 h 95"/>
              <a:gd name="T96" fmla="*/ 291 w 291"/>
              <a:gd name="T97" fmla="*/ 12 h 95"/>
              <a:gd name="T98" fmla="*/ 233 w 291"/>
              <a:gd name="T99" fmla="*/ 12 h 95"/>
              <a:gd name="T100" fmla="*/ 240 w 291"/>
              <a:gd name="T101" fmla="*/ 30 h 95"/>
              <a:gd name="T102" fmla="*/ 240 w 291"/>
              <a:gd name="T103" fmla="*/ 90 h 95"/>
              <a:gd name="T104" fmla="*/ 285 w 291"/>
              <a:gd name="T105" fmla="*/ 89 h 95"/>
              <a:gd name="T106" fmla="*/ 255 w 291"/>
              <a:gd name="T107" fmla="*/ 12 h 95"/>
              <a:gd name="T108" fmla="*/ 255 w 291"/>
              <a:gd name="T109" fmla="*/ 12 h 95"/>
              <a:gd name="T110" fmla="*/ 240 w 291"/>
              <a:gd name="T111" fmla="*/ 69 h 95"/>
              <a:gd name="T112" fmla="*/ 252 w 291"/>
              <a:gd name="T113" fmla="*/ 55 h 95"/>
              <a:gd name="T114" fmla="*/ 269 w 291"/>
              <a:gd name="T115" fmla="*/ 64 h 95"/>
              <a:gd name="T116" fmla="*/ 271 w 291"/>
              <a:gd name="T117" fmla="*/ 59 h 95"/>
              <a:gd name="T118" fmla="*/ 279 w 291"/>
              <a:gd name="T119" fmla="*/ 81 h 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91" h="95">
                <a:moveTo>
                  <a:pt x="46" y="41"/>
                </a:moveTo>
                <a:cubicBezTo>
                  <a:pt x="53" y="48"/>
                  <a:pt x="53" y="48"/>
                  <a:pt x="53" y="48"/>
                </a:cubicBezTo>
                <a:cubicBezTo>
                  <a:pt x="49" y="49"/>
                  <a:pt x="49" y="49"/>
                  <a:pt x="49" y="49"/>
                </a:cubicBezTo>
                <a:cubicBezTo>
                  <a:pt x="48" y="49"/>
                  <a:pt x="46" y="51"/>
                  <a:pt x="42" y="54"/>
                </a:cubicBezTo>
                <a:cubicBezTo>
                  <a:pt x="74" y="54"/>
                  <a:pt x="74" y="54"/>
                  <a:pt x="74" y="54"/>
                </a:cubicBezTo>
                <a:cubicBezTo>
                  <a:pt x="78" y="50"/>
                  <a:pt x="78" y="50"/>
                  <a:pt x="78" y="50"/>
                </a:cubicBezTo>
                <a:cubicBezTo>
                  <a:pt x="85" y="56"/>
                  <a:pt x="85" y="56"/>
                  <a:pt x="85" y="56"/>
                </a:cubicBezTo>
                <a:cubicBezTo>
                  <a:pt x="80" y="59"/>
                  <a:pt x="80" y="59"/>
                  <a:pt x="80" y="59"/>
                </a:cubicBezTo>
                <a:cubicBezTo>
                  <a:pt x="67" y="73"/>
                  <a:pt x="54" y="82"/>
                  <a:pt x="41" y="86"/>
                </a:cubicBezTo>
                <a:cubicBezTo>
                  <a:pt x="27" y="91"/>
                  <a:pt x="14" y="94"/>
                  <a:pt x="0" y="95"/>
                </a:cubicBezTo>
                <a:cubicBezTo>
                  <a:pt x="0" y="93"/>
                  <a:pt x="0" y="93"/>
                  <a:pt x="0" y="93"/>
                </a:cubicBezTo>
                <a:cubicBezTo>
                  <a:pt x="15" y="91"/>
                  <a:pt x="29" y="87"/>
                  <a:pt x="41" y="82"/>
                </a:cubicBezTo>
                <a:cubicBezTo>
                  <a:pt x="53" y="76"/>
                  <a:pt x="64" y="68"/>
                  <a:pt x="74" y="56"/>
                </a:cubicBezTo>
                <a:cubicBezTo>
                  <a:pt x="41" y="56"/>
                  <a:pt x="41" y="56"/>
                  <a:pt x="41" y="56"/>
                </a:cubicBezTo>
                <a:cubicBezTo>
                  <a:pt x="31" y="63"/>
                  <a:pt x="20" y="69"/>
                  <a:pt x="7" y="74"/>
                </a:cubicBezTo>
                <a:cubicBezTo>
                  <a:pt x="6" y="72"/>
                  <a:pt x="6" y="72"/>
                  <a:pt x="6" y="72"/>
                </a:cubicBezTo>
                <a:cubicBezTo>
                  <a:pt x="15" y="68"/>
                  <a:pt x="22" y="64"/>
                  <a:pt x="28" y="59"/>
                </a:cubicBezTo>
                <a:cubicBezTo>
                  <a:pt x="35" y="54"/>
                  <a:pt x="41" y="48"/>
                  <a:pt x="46" y="41"/>
                </a:cubicBezTo>
                <a:close/>
                <a:moveTo>
                  <a:pt x="36" y="17"/>
                </a:moveTo>
                <a:cubicBezTo>
                  <a:pt x="31" y="20"/>
                  <a:pt x="31" y="20"/>
                  <a:pt x="31" y="20"/>
                </a:cubicBezTo>
                <a:cubicBezTo>
                  <a:pt x="36" y="23"/>
                  <a:pt x="40" y="26"/>
                  <a:pt x="41" y="28"/>
                </a:cubicBezTo>
                <a:cubicBezTo>
                  <a:pt x="42" y="30"/>
                  <a:pt x="42" y="32"/>
                  <a:pt x="40" y="34"/>
                </a:cubicBezTo>
                <a:cubicBezTo>
                  <a:pt x="38" y="37"/>
                  <a:pt x="37" y="36"/>
                  <a:pt x="36" y="33"/>
                </a:cubicBezTo>
                <a:cubicBezTo>
                  <a:pt x="35" y="30"/>
                  <a:pt x="33" y="26"/>
                  <a:pt x="30" y="21"/>
                </a:cubicBezTo>
                <a:cubicBezTo>
                  <a:pt x="26" y="23"/>
                  <a:pt x="22" y="25"/>
                  <a:pt x="18" y="27"/>
                </a:cubicBezTo>
                <a:cubicBezTo>
                  <a:pt x="14" y="29"/>
                  <a:pt x="9" y="32"/>
                  <a:pt x="4" y="34"/>
                </a:cubicBezTo>
                <a:cubicBezTo>
                  <a:pt x="3" y="32"/>
                  <a:pt x="3" y="32"/>
                  <a:pt x="3" y="32"/>
                </a:cubicBezTo>
                <a:cubicBezTo>
                  <a:pt x="14" y="27"/>
                  <a:pt x="22" y="22"/>
                  <a:pt x="28" y="16"/>
                </a:cubicBezTo>
                <a:cubicBezTo>
                  <a:pt x="35" y="10"/>
                  <a:pt x="40" y="5"/>
                  <a:pt x="42" y="1"/>
                </a:cubicBezTo>
                <a:cubicBezTo>
                  <a:pt x="49" y="7"/>
                  <a:pt x="49" y="7"/>
                  <a:pt x="49" y="7"/>
                </a:cubicBezTo>
                <a:cubicBezTo>
                  <a:pt x="45" y="9"/>
                  <a:pt x="45" y="9"/>
                  <a:pt x="45" y="9"/>
                </a:cubicBezTo>
                <a:cubicBezTo>
                  <a:pt x="38" y="15"/>
                  <a:pt x="38" y="15"/>
                  <a:pt x="38" y="15"/>
                </a:cubicBezTo>
                <a:cubicBezTo>
                  <a:pt x="68" y="15"/>
                  <a:pt x="68" y="15"/>
                  <a:pt x="68" y="15"/>
                </a:cubicBezTo>
                <a:cubicBezTo>
                  <a:pt x="73" y="10"/>
                  <a:pt x="73" y="10"/>
                  <a:pt x="73" y="10"/>
                </a:cubicBezTo>
                <a:cubicBezTo>
                  <a:pt x="80" y="18"/>
                  <a:pt x="80" y="18"/>
                  <a:pt x="80" y="18"/>
                </a:cubicBezTo>
                <a:cubicBezTo>
                  <a:pt x="76" y="19"/>
                  <a:pt x="76" y="19"/>
                  <a:pt x="76" y="19"/>
                </a:cubicBezTo>
                <a:cubicBezTo>
                  <a:pt x="68" y="26"/>
                  <a:pt x="58" y="33"/>
                  <a:pt x="47" y="40"/>
                </a:cubicBezTo>
                <a:cubicBezTo>
                  <a:pt x="36" y="46"/>
                  <a:pt x="21" y="50"/>
                  <a:pt x="1" y="53"/>
                </a:cubicBezTo>
                <a:cubicBezTo>
                  <a:pt x="1" y="52"/>
                  <a:pt x="1" y="52"/>
                  <a:pt x="1" y="52"/>
                </a:cubicBezTo>
                <a:cubicBezTo>
                  <a:pt x="14" y="49"/>
                  <a:pt x="26" y="45"/>
                  <a:pt x="37" y="40"/>
                </a:cubicBezTo>
                <a:cubicBezTo>
                  <a:pt x="48" y="35"/>
                  <a:pt x="59" y="28"/>
                  <a:pt x="68" y="17"/>
                </a:cubicBezTo>
                <a:cubicBezTo>
                  <a:pt x="36" y="17"/>
                  <a:pt x="36" y="17"/>
                  <a:pt x="36" y="17"/>
                </a:cubicBezTo>
                <a:cubicBezTo>
                  <a:pt x="36" y="17"/>
                  <a:pt x="36" y="17"/>
                  <a:pt x="36" y="17"/>
                </a:cubicBezTo>
                <a:close/>
                <a:moveTo>
                  <a:pt x="34" y="62"/>
                </a:moveTo>
                <a:cubicBezTo>
                  <a:pt x="39" y="65"/>
                  <a:pt x="41" y="68"/>
                  <a:pt x="43" y="71"/>
                </a:cubicBezTo>
                <a:cubicBezTo>
                  <a:pt x="44" y="73"/>
                  <a:pt x="44" y="76"/>
                  <a:pt x="41" y="78"/>
                </a:cubicBezTo>
                <a:cubicBezTo>
                  <a:pt x="39" y="80"/>
                  <a:pt x="37" y="80"/>
                  <a:pt x="37" y="76"/>
                </a:cubicBezTo>
                <a:cubicBezTo>
                  <a:pt x="36" y="72"/>
                  <a:pt x="35" y="68"/>
                  <a:pt x="32" y="63"/>
                </a:cubicBezTo>
                <a:cubicBezTo>
                  <a:pt x="34" y="62"/>
                  <a:pt x="34" y="62"/>
                  <a:pt x="34" y="62"/>
                </a:cubicBezTo>
                <a:cubicBezTo>
                  <a:pt x="34" y="62"/>
                  <a:pt x="34" y="62"/>
                  <a:pt x="34" y="62"/>
                </a:cubicBezTo>
                <a:close/>
                <a:moveTo>
                  <a:pt x="105" y="4"/>
                </a:moveTo>
                <a:cubicBezTo>
                  <a:pt x="106" y="3"/>
                  <a:pt x="106" y="3"/>
                  <a:pt x="106" y="3"/>
                </a:cubicBezTo>
                <a:cubicBezTo>
                  <a:pt x="112" y="6"/>
                  <a:pt x="116" y="9"/>
                  <a:pt x="117" y="11"/>
                </a:cubicBezTo>
                <a:cubicBezTo>
                  <a:pt x="118" y="13"/>
                  <a:pt x="117" y="16"/>
                  <a:pt x="114" y="18"/>
                </a:cubicBezTo>
                <a:cubicBezTo>
                  <a:pt x="121" y="18"/>
                  <a:pt x="121" y="18"/>
                  <a:pt x="121" y="18"/>
                </a:cubicBezTo>
                <a:cubicBezTo>
                  <a:pt x="125" y="14"/>
                  <a:pt x="125" y="14"/>
                  <a:pt x="125" y="14"/>
                </a:cubicBezTo>
                <a:cubicBezTo>
                  <a:pt x="131" y="20"/>
                  <a:pt x="131" y="20"/>
                  <a:pt x="131" y="20"/>
                </a:cubicBezTo>
                <a:cubicBezTo>
                  <a:pt x="107" y="20"/>
                  <a:pt x="107" y="20"/>
                  <a:pt x="107" y="20"/>
                </a:cubicBezTo>
                <a:cubicBezTo>
                  <a:pt x="105" y="20"/>
                  <a:pt x="103" y="21"/>
                  <a:pt x="99" y="22"/>
                </a:cubicBezTo>
                <a:cubicBezTo>
                  <a:pt x="96" y="18"/>
                  <a:pt x="96" y="18"/>
                  <a:pt x="96" y="18"/>
                </a:cubicBezTo>
                <a:cubicBezTo>
                  <a:pt x="112" y="18"/>
                  <a:pt x="112" y="18"/>
                  <a:pt x="112" y="18"/>
                </a:cubicBezTo>
                <a:cubicBezTo>
                  <a:pt x="112" y="16"/>
                  <a:pt x="112" y="15"/>
                  <a:pt x="111" y="13"/>
                </a:cubicBezTo>
                <a:cubicBezTo>
                  <a:pt x="110" y="10"/>
                  <a:pt x="108" y="8"/>
                  <a:pt x="105" y="4"/>
                </a:cubicBezTo>
                <a:close/>
                <a:moveTo>
                  <a:pt x="100" y="31"/>
                </a:moveTo>
                <a:cubicBezTo>
                  <a:pt x="118" y="31"/>
                  <a:pt x="118" y="31"/>
                  <a:pt x="118" y="31"/>
                </a:cubicBezTo>
                <a:cubicBezTo>
                  <a:pt x="122" y="28"/>
                  <a:pt x="122" y="28"/>
                  <a:pt x="122" y="28"/>
                </a:cubicBezTo>
                <a:cubicBezTo>
                  <a:pt x="128" y="34"/>
                  <a:pt x="128" y="34"/>
                  <a:pt x="128" y="34"/>
                </a:cubicBezTo>
                <a:cubicBezTo>
                  <a:pt x="111" y="34"/>
                  <a:pt x="111" y="34"/>
                  <a:pt x="111" y="34"/>
                </a:cubicBezTo>
                <a:cubicBezTo>
                  <a:pt x="109" y="34"/>
                  <a:pt x="106" y="34"/>
                  <a:pt x="103" y="35"/>
                </a:cubicBezTo>
                <a:cubicBezTo>
                  <a:pt x="100" y="31"/>
                  <a:pt x="100" y="31"/>
                  <a:pt x="100" y="31"/>
                </a:cubicBezTo>
                <a:cubicBezTo>
                  <a:pt x="100" y="31"/>
                  <a:pt x="100" y="31"/>
                  <a:pt x="100" y="31"/>
                </a:cubicBezTo>
                <a:close/>
                <a:moveTo>
                  <a:pt x="101" y="46"/>
                </a:moveTo>
                <a:cubicBezTo>
                  <a:pt x="118" y="46"/>
                  <a:pt x="118" y="46"/>
                  <a:pt x="118" y="46"/>
                </a:cubicBezTo>
                <a:cubicBezTo>
                  <a:pt x="122" y="42"/>
                  <a:pt x="122" y="42"/>
                  <a:pt x="122" y="42"/>
                </a:cubicBezTo>
                <a:cubicBezTo>
                  <a:pt x="128" y="49"/>
                  <a:pt x="128" y="49"/>
                  <a:pt x="128" y="49"/>
                </a:cubicBezTo>
                <a:cubicBezTo>
                  <a:pt x="112" y="49"/>
                  <a:pt x="112" y="49"/>
                  <a:pt x="112" y="49"/>
                </a:cubicBezTo>
                <a:cubicBezTo>
                  <a:pt x="110" y="49"/>
                  <a:pt x="107" y="49"/>
                  <a:pt x="104" y="50"/>
                </a:cubicBezTo>
                <a:cubicBezTo>
                  <a:pt x="101" y="46"/>
                  <a:pt x="101" y="46"/>
                  <a:pt x="101" y="46"/>
                </a:cubicBezTo>
                <a:cubicBezTo>
                  <a:pt x="101" y="46"/>
                  <a:pt x="101" y="46"/>
                  <a:pt x="101" y="46"/>
                </a:cubicBezTo>
                <a:close/>
                <a:moveTo>
                  <a:pt x="127" y="61"/>
                </a:moveTo>
                <a:cubicBezTo>
                  <a:pt x="127" y="61"/>
                  <a:pt x="127" y="61"/>
                  <a:pt x="122" y="56"/>
                </a:cubicBezTo>
                <a:cubicBezTo>
                  <a:pt x="122" y="56"/>
                  <a:pt x="122" y="56"/>
                  <a:pt x="120" y="60"/>
                </a:cubicBezTo>
                <a:cubicBezTo>
                  <a:pt x="120" y="60"/>
                  <a:pt x="120" y="60"/>
                  <a:pt x="108" y="60"/>
                </a:cubicBezTo>
                <a:cubicBezTo>
                  <a:pt x="108" y="60"/>
                  <a:pt x="108" y="60"/>
                  <a:pt x="102" y="57"/>
                </a:cubicBezTo>
                <a:cubicBezTo>
                  <a:pt x="102" y="60"/>
                  <a:pt x="102" y="66"/>
                  <a:pt x="102" y="74"/>
                </a:cubicBezTo>
                <a:cubicBezTo>
                  <a:pt x="102" y="82"/>
                  <a:pt x="102" y="88"/>
                  <a:pt x="102" y="90"/>
                </a:cubicBezTo>
                <a:cubicBezTo>
                  <a:pt x="102" y="90"/>
                  <a:pt x="102" y="90"/>
                  <a:pt x="107" y="88"/>
                </a:cubicBezTo>
                <a:cubicBezTo>
                  <a:pt x="107" y="88"/>
                  <a:pt x="107" y="88"/>
                  <a:pt x="107" y="82"/>
                </a:cubicBezTo>
                <a:cubicBezTo>
                  <a:pt x="107" y="82"/>
                  <a:pt x="107" y="82"/>
                  <a:pt x="120" y="82"/>
                </a:cubicBezTo>
                <a:cubicBezTo>
                  <a:pt x="120" y="82"/>
                  <a:pt x="120" y="82"/>
                  <a:pt x="120" y="87"/>
                </a:cubicBezTo>
                <a:cubicBezTo>
                  <a:pt x="120" y="87"/>
                  <a:pt x="120" y="87"/>
                  <a:pt x="125" y="84"/>
                </a:cubicBezTo>
                <a:cubicBezTo>
                  <a:pt x="125" y="79"/>
                  <a:pt x="125" y="73"/>
                  <a:pt x="125" y="64"/>
                </a:cubicBezTo>
                <a:cubicBezTo>
                  <a:pt x="125" y="64"/>
                  <a:pt x="125" y="64"/>
                  <a:pt x="127" y="61"/>
                </a:cubicBezTo>
                <a:close/>
                <a:moveTo>
                  <a:pt x="120" y="80"/>
                </a:moveTo>
                <a:cubicBezTo>
                  <a:pt x="120" y="80"/>
                  <a:pt x="120" y="80"/>
                  <a:pt x="107" y="80"/>
                </a:cubicBezTo>
                <a:cubicBezTo>
                  <a:pt x="107" y="80"/>
                  <a:pt x="107" y="80"/>
                  <a:pt x="107" y="63"/>
                </a:cubicBezTo>
                <a:cubicBezTo>
                  <a:pt x="120" y="63"/>
                  <a:pt x="120" y="63"/>
                  <a:pt x="120" y="63"/>
                </a:cubicBezTo>
                <a:cubicBezTo>
                  <a:pt x="120" y="63"/>
                  <a:pt x="120" y="63"/>
                  <a:pt x="120" y="80"/>
                </a:cubicBezTo>
                <a:close/>
                <a:moveTo>
                  <a:pt x="157" y="19"/>
                </a:moveTo>
                <a:cubicBezTo>
                  <a:pt x="157" y="19"/>
                  <a:pt x="157" y="19"/>
                  <a:pt x="160" y="16"/>
                </a:cubicBezTo>
                <a:cubicBezTo>
                  <a:pt x="160" y="16"/>
                  <a:pt x="160" y="16"/>
                  <a:pt x="154" y="12"/>
                </a:cubicBezTo>
                <a:cubicBezTo>
                  <a:pt x="154" y="12"/>
                  <a:pt x="154" y="12"/>
                  <a:pt x="152" y="16"/>
                </a:cubicBezTo>
                <a:cubicBezTo>
                  <a:pt x="152" y="16"/>
                  <a:pt x="152" y="16"/>
                  <a:pt x="143" y="16"/>
                </a:cubicBezTo>
                <a:cubicBezTo>
                  <a:pt x="144" y="13"/>
                  <a:pt x="146" y="11"/>
                  <a:pt x="147" y="9"/>
                </a:cubicBezTo>
                <a:cubicBezTo>
                  <a:pt x="149" y="6"/>
                  <a:pt x="150" y="5"/>
                  <a:pt x="151" y="4"/>
                </a:cubicBezTo>
                <a:cubicBezTo>
                  <a:pt x="151" y="4"/>
                  <a:pt x="151" y="4"/>
                  <a:pt x="144" y="0"/>
                </a:cubicBezTo>
                <a:cubicBezTo>
                  <a:pt x="144" y="4"/>
                  <a:pt x="143" y="9"/>
                  <a:pt x="141" y="16"/>
                </a:cubicBezTo>
                <a:cubicBezTo>
                  <a:pt x="141" y="16"/>
                  <a:pt x="141" y="16"/>
                  <a:pt x="138" y="16"/>
                </a:cubicBezTo>
                <a:cubicBezTo>
                  <a:pt x="138" y="16"/>
                  <a:pt x="138" y="16"/>
                  <a:pt x="133" y="13"/>
                </a:cubicBezTo>
                <a:cubicBezTo>
                  <a:pt x="133" y="13"/>
                  <a:pt x="133" y="13"/>
                  <a:pt x="133" y="55"/>
                </a:cubicBezTo>
                <a:cubicBezTo>
                  <a:pt x="126" y="55"/>
                  <a:pt x="126" y="55"/>
                  <a:pt x="126" y="55"/>
                </a:cubicBezTo>
                <a:cubicBezTo>
                  <a:pt x="126" y="55"/>
                  <a:pt x="126" y="55"/>
                  <a:pt x="130" y="59"/>
                </a:cubicBezTo>
                <a:cubicBezTo>
                  <a:pt x="133" y="58"/>
                  <a:pt x="135" y="58"/>
                  <a:pt x="137" y="58"/>
                </a:cubicBezTo>
                <a:cubicBezTo>
                  <a:pt x="137" y="58"/>
                  <a:pt x="137" y="58"/>
                  <a:pt x="147" y="58"/>
                </a:cubicBezTo>
                <a:cubicBezTo>
                  <a:pt x="141" y="71"/>
                  <a:pt x="132" y="82"/>
                  <a:pt x="120" y="91"/>
                </a:cubicBezTo>
                <a:cubicBezTo>
                  <a:pt x="120" y="91"/>
                  <a:pt x="120" y="91"/>
                  <a:pt x="121" y="92"/>
                </a:cubicBezTo>
                <a:cubicBezTo>
                  <a:pt x="135" y="85"/>
                  <a:pt x="145" y="74"/>
                  <a:pt x="153" y="58"/>
                </a:cubicBezTo>
                <a:cubicBezTo>
                  <a:pt x="153" y="58"/>
                  <a:pt x="153" y="58"/>
                  <a:pt x="153" y="82"/>
                </a:cubicBezTo>
                <a:cubicBezTo>
                  <a:pt x="153" y="84"/>
                  <a:pt x="152" y="85"/>
                  <a:pt x="150" y="85"/>
                </a:cubicBezTo>
                <a:cubicBezTo>
                  <a:pt x="148" y="85"/>
                  <a:pt x="146" y="85"/>
                  <a:pt x="141" y="85"/>
                </a:cubicBezTo>
                <a:cubicBezTo>
                  <a:pt x="141" y="85"/>
                  <a:pt x="141" y="85"/>
                  <a:pt x="141" y="86"/>
                </a:cubicBezTo>
                <a:cubicBezTo>
                  <a:pt x="146" y="88"/>
                  <a:pt x="150" y="90"/>
                  <a:pt x="150" y="94"/>
                </a:cubicBezTo>
                <a:cubicBezTo>
                  <a:pt x="155" y="92"/>
                  <a:pt x="158" y="89"/>
                  <a:pt x="157" y="85"/>
                </a:cubicBezTo>
                <a:cubicBezTo>
                  <a:pt x="157" y="85"/>
                  <a:pt x="157" y="85"/>
                  <a:pt x="157" y="19"/>
                </a:cubicBezTo>
                <a:close/>
                <a:moveTo>
                  <a:pt x="138" y="18"/>
                </a:moveTo>
                <a:cubicBezTo>
                  <a:pt x="153" y="18"/>
                  <a:pt x="153" y="18"/>
                  <a:pt x="153" y="18"/>
                </a:cubicBezTo>
                <a:cubicBezTo>
                  <a:pt x="153" y="18"/>
                  <a:pt x="153" y="18"/>
                  <a:pt x="153" y="29"/>
                </a:cubicBezTo>
                <a:cubicBezTo>
                  <a:pt x="153" y="29"/>
                  <a:pt x="153" y="29"/>
                  <a:pt x="138" y="29"/>
                </a:cubicBezTo>
                <a:cubicBezTo>
                  <a:pt x="138" y="29"/>
                  <a:pt x="138" y="29"/>
                  <a:pt x="138" y="18"/>
                </a:cubicBezTo>
                <a:close/>
                <a:moveTo>
                  <a:pt x="153" y="31"/>
                </a:moveTo>
                <a:cubicBezTo>
                  <a:pt x="153" y="31"/>
                  <a:pt x="153" y="31"/>
                  <a:pt x="153" y="42"/>
                </a:cubicBezTo>
                <a:cubicBezTo>
                  <a:pt x="153" y="42"/>
                  <a:pt x="153" y="42"/>
                  <a:pt x="138" y="42"/>
                </a:cubicBezTo>
                <a:cubicBezTo>
                  <a:pt x="138" y="42"/>
                  <a:pt x="138" y="42"/>
                  <a:pt x="138" y="31"/>
                </a:cubicBezTo>
                <a:lnTo>
                  <a:pt x="153" y="31"/>
                </a:lnTo>
                <a:close/>
                <a:moveTo>
                  <a:pt x="138" y="55"/>
                </a:moveTo>
                <a:cubicBezTo>
                  <a:pt x="138" y="55"/>
                  <a:pt x="138" y="55"/>
                  <a:pt x="138" y="44"/>
                </a:cubicBezTo>
                <a:cubicBezTo>
                  <a:pt x="153" y="44"/>
                  <a:pt x="153" y="44"/>
                  <a:pt x="153" y="44"/>
                </a:cubicBezTo>
                <a:cubicBezTo>
                  <a:pt x="153" y="44"/>
                  <a:pt x="153" y="44"/>
                  <a:pt x="153" y="55"/>
                </a:cubicBezTo>
                <a:cubicBezTo>
                  <a:pt x="153" y="55"/>
                  <a:pt x="153" y="55"/>
                  <a:pt x="138" y="55"/>
                </a:cubicBezTo>
                <a:close/>
                <a:moveTo>
                  <a:pt x="181" y="29"/>
                </a:moveTo>
                <a:cubicBezTo>
                  <a:pt x="185" y="25"/>
                  <a:pt x="185" y="25"/>
                  <a:pt x="185" y="25"/>
                </a:cubicBezTo>
                <a:cubicBezTo>
                  <a:pt x="191" y="31"/>
                  <a:pt x="191" y="31"/>
                  <a:pt x="191" y="31"/>
                </a:cubicBezTo>
                <a:cubicBezTo>
                  <a:pt x="181" y="31"/>
                  <a:pt x="181" y="31"/>
                  <a:pt x="181" y="31"/>
                </a:cubicBezTo>
                <a:cubicBezTo>
                  <a:pt x="181" y="85"/>
                  <a:pt x="181" y="85"/>
                  <a:pt x="181" y="85"/>
                </a:cubicBezTo>
                <a:cubicBezTo>
                  <a:pt x="181" y="89"/>
                  <a:pt x="178" y="91"/>
                  <a:pt x="173" y="94"/>
                </a:cubicBezTo>
                <a:cubicBezTo>
                  <a:pt x="173" y="90"/>
                  <a:pt x="170" y="87"/>
                  <a:pt x="163" y="85"/>
                </a:cubicBezTo>
                <a:cubicBezTo>
                  <a:pt x="163" y="84"/>
                  <a:pt x="163" y="84"/>
                  <a:pt x="163" y="84"/>
                </a:cubicBezTo>
                <a:cubicBezTo>
                  <a:pt x="169" y="85"/>
                  <a:pt x="172" y="85"/>
                  <a:pt x="174" y="85"/>
                </a:cubicBezTo>
                <a:cubicBezTo>
                  <a:pt x="175" y="85"/>
                  <a:pt x="176" y="84"/>
                  <a:pt x="176" y="82"/>
                </a:cubicBezTo>
                <a:cubicBezTo>
                  <a:pt x="176" y="31"/>
                  <a:pt x="176" y="31"/>
                  <a:pt x="176" y="31"/>
                </a:cubicBezTo>
                <a:cubicBezTo>
                  <a:pt x="170" y="31"/>
                  <a:pt x="170" y="31"/>
                  <a:pt x="170" y="31"/>
                </a:cubicBezTo>
                <a:cubicBezTo>
                  <a:pt x="168" y="31"/>
                  <a:pt x="165" y="32"/>
                  <a:pt x="162" y="33"/>
                </a:cubicBezTo>
                <a:cubicBezTo>
                  <a:pt x="159" y="29"/>
                  <a:pt x="159" y="29"/>
                  <a:pt x="159" y="29"/>
                </a:cubicBezTo>
                <a:cubicBezTo>
                  <a:pt x="176" y="29"/>
                  <a:pt x="176" y="29"/>
                  <a:pt x="176" y="29"/>
                </a:cubicBezTo>
                <a:cubicBezTo>
                  <a:pt x="176" y="16"/>
                  <a:pt x="176" y="7"/>
                  <a:pt x="176" y="3"/>
                </a:cubicBezTo>
                <a:cubicBezTo>
                  <a:pt x="184" y="6"/>
                  <a:pt x="184" y="6"/>
                  <a:pt x="184" y="6"/>
                </a:cubicBezTo>
                <a:cubicBezTo>
                  <a:pt x="181" y="9"/>
                  <a:pt x="181" y="9"/>
                  <a:pt x="181" y="9"/>
                </a:cubicBezTo>
                <a:cubicBezTo>
                  <a:pt x="181" y="29"/>
                  <a:pt x="181" y="29"/>
                  <a:pt x="181" y="29"/>
                </a:cubicBezTo>
                <a:cubicBezTo>
                  <a:pt x="181" y="29"/>
                  <a:pt x="181" y="29"/>
                  <a:pt x="181" y="29"/>
                </a:cubicBezTo>
                <a:close/>
                <a:moveTo>
                  <a:pt x="161" y="41"/>
                </a:moveTo>
                <a:cubicBezTo>
                  <a:pt x="167" y="45"/>
                  <a:pt x="171" y="48"/>
                  <a:pt x="172" y="50"/>
                </a:cubicBezTo>
                <a:cubicBezTo>
                  <a:pt x="173" y="53"/>
                  <a:pt x="173" y="54"/>
                  <a:pt x="172" y="56"/>
                </a:cubicBezTo>
                <a:cubicBezTo>
                  <a:pt x="171" y="57"/>
                  <a:pt x="171" y="59"/>
                  <a:pt x="169" y="60"/>
                </a:cubicBezTo>
                <a:cubicBezTo>
                  <a:pt x="168" y="60"/>
                  <a:pt x="167" y="59"/>
                  <a:pt x="167" y="56"/>
                </a:cubicBezTo>
                <a:cubicBezTo>
                  <a:pt x="166" y="52"/>
                  <a:pt x="163" y="48"/>
                  <a:pt x="160" y="43"/>
                </a:cubicBezTo>
                <a:cubicBezTo>
                  <a:pt x="161" y="41"/>
                  <a:pt x="161" y="41"/>
                  <a:pt x="161" y="41"/>
                </a:cubicBezTo>
                <a:cubicBezTo>
                  <a:pt x="161" y="41"/>
                  <a:pt x="161" y="41"/>
                  <a:pt x="161" y="41"/>
                </a:cubicBezTo>
                <a:close/>
                <a:moveTo>
                  <a:pt x="232" y="15"/>
                </a:moveTo>
                <a:cubicBezTo>
                  <a:pt x="232" y="15"/>
                  <a:pt x="232" y="15"/>
                  <a:pt x="225" y="10"/>
                </a:cubicBezTo>
                <a:cubicBezTo>
                  <a:pt x="225" y="10"/>
                  <a:pt x="225" y="10"/>
                  <a:pt x="222" y="13"/>
                </a:cubicBezTo>
                <a:cubicBezTo>
                  <a:pt x="222" y="13"/>
                  <a:pt x="222" y="13"/>
                  <a:pt x="206" y="13"/>
                </a:cubicBezTo>
                <a:cubicBezTo>
                  <a:pt x="206" y="13"/>
                  <a:pt x="206" y="13"/>
                  <a:pt x="201" y="10"/>
                </a:cubicBezTo>
                <a:cubicBezTo>
                  <a:pt x="201" y="16"/>
                  <a:pt x="201" y="28"/>
                  <a:pt x="201" y="47"/>
                </a:cubicBezTo>
                <a:cubicBezTo>
                  <a:pt x="201" y="66"/>
                  <a:pt x="201" y="78"/>
                  <a:pt x="201" y="83"/>
                </a:cubicBezTo>
                <a:cubicBezTo>
                  <a:pt x="206" y="80"/>
                  <a:pt x="206" y="80"/>
                  <a:pt x="206" y="80"/>
                </a:cubicBezTo>
                <a:cubicBezTo>
                  <a:pt x="206" y="80"/>
                  <a:pt x="206" y="80"/>
                  <a:pt x="206" y="72"/>
                </a:cubicBezTo>
                <a:cubicBezTo>
                  <a:pt x="206" y="72"/>
                  <a:pt x="206" y="72"/>
                  <a:pt x="223" y="72"/>
                </a:cubicBezTo>
                <a:cubicBezTo>
                  <a:pt x="223" y="72"/>
                  <a:pt x="223" y="72"/>
                  <a:pt x="223" y="79"/>
                </a:cubicBezTo>
                <a:cubicBezTo>
                  <a:pt x="223" y="79"/>
                  <a:pt x="223" y="79"/>
                  <a:pt x="229" y="77"/>
                </a:cubicBezTo>
                <a:cubicBezTo>
                  <a:pt x="228" y="73"/>
                  <a:pt x="228" y="54"/>
                  <a:pt x="228" y="17"/>
                </a:cubicBezTo>
                <a:cubicBezTo>
                  <a:pt x="228" y="17"/>
                  <a:pt x="228" y="17"/>
                  <a:pt x="232" y="15"/>
                </a:cubicBezTo>
                <a:close/>
                <a:moveTo>
                  <a:pt x="206" y="16"/>
                </a:moveTo>
                <a:cubicBezTo>
                  <a:pt x="223" y="16"/>
                  <a:pt x="223" y="16"/>
                  <a:pt x="223" y="16"/>
                </a:cubicBezTo>
                <a:cubicBezTo>
                  <a:pt x="223" y="16"/>
                  <a:pt x="223" y="16"/>
                  <a:pt x="223" y="41"/>
                </a:cubicBezTo>
                <a:cubicBezTo>
                  <a:pt x="223" y="41"/>
                  <a:pt x="223" y="41"/>
                  <a:pt x="206" y="41"/>
                </a:cubicBezTo>
                <a:cubicBezTo>
                  <a:pt x="206" y="41"/>
                  <a:pt x="206" y="41"/>
                  <a:pt x="206" y="16"/>
                </a:cubicBezTo>
                <a:close/>
                <a:moveTo>
                  <a:pt x="206" y="69"/>
                </a:moveTo>
                <a:cubicBezTo>
                  <a:pt x="206" y="69"/>
                  <a:pt x="206" y="69"/>
                  <a:pt x="206" y="44"/>
                </a:cubicBezTo>
                <a:cubicBezTo>
                  <a:pt x="223" y="43"/>
                  <a:pt x="223" y="43"/>
                  <a:pt x="223" y="43"/>
                </a:cubicBezTo>
                <a:cubicBezTo>
                  <a:pt x="223" y="43"/>
                  <a:pt x="223" y="43"/>
                  <a:pt x="223" y="69"/>
                </a:cubicBezTo>
                <a:cubicBezTo>
                  <a:pt x="223" y="69"/>
                  <a:pt x="223" y="69"/>
                  <a:pt x="206" y="69"/>
                </a:cubicBezTo>
                <a:close/>
                <a:moveTo>
                  <a:pt x="282" y="26"/>
                </a:moveTo>
                <a:cubicBezTo>
                  <a:pt x="282" y="26"/>
                  <a:pt x="282" y="26"/>
                  <a:pt x="279" y="29"/>
                </a:cubicBezTo>
                <a:cubicBezTo>
                  <a:pt x="279" y="29"/>
                  <a:pt x="279" y="29"/>
                  <a:pt x="268" y="30"/>
                </a:cubicBezTo>
                <a:cubicBezTo>
                  <a:pt x="268" y="30"/>
                  <a:pt x="268" y="30"/>
                  <a:pt x="268" y="12"/>
                </a:cubicBezTo>
                <a:cubicBezTo>
                  <a:pt x="268" y="12"/>
                  <a:pt x="268" y="12"/>
                  <a:pt x="291" y="12"/>
                </a:cubicBezTo>
                <a:cubicBezTo>
                  <a:pt x="291" y="12"/>
                  <a:pt x="291" y="12"/>
                  <a:pt x="284" y="4"/>
                </a:cubicBezTo>
                <a:cubicBezTo>
                  <a:pt x="284" y="4"/>
                  <a:pt x="284" y="4"/>
                  <a:pt x="278" y="9"/>
                </a:cubicBezTo>
                <a:cubicBezTo>
                  <a:pt x="278" y="9"/>
                  <a:pt x="278" y="9"/>
                  <a:pt x="229" y="9"/>
                </a:cubicBezTo>
                <a:cubicBezTo>
                  <a:pt x="229" y="9"/>
                  <a:pt x="229" y="9"/>
                  <a:pt x="233" y="12"/>
                </a:cubicBezTo>
                <a:cubicBezTo>
                  <a:pt x="233" y="12"/>
                  <a:pt x="233" y="12"/>
                  <a:pt x="238" y="12"/>
                </a:cubicBezTo>
                <a:cubicBezTo>
                  <a:pt x="238" y="12"/>
                  <a:pt x="238" y="12"/>
                  <a:pt x="250" y="12"/>
                </a:cubicBezTo>
                <a:cubicBezTo>
                  <a:pt x="250" y="12"/>
                  <a:pt x="250" y="12"/>
                  <a:pt x="250" y="30"/>
                </a:cubicBezTo>
                <a:cubicBezTo>
                  <a:pt x="250" y="30"/>
                  <a:pt x="250" y="30"/>
                  <a:pt x="240" y="30"/>
                </a:cubicBezTo>
                <a:cubicBezTo>
                  <a:pt x="240" y="30"/>
                  <a:pt x="240" y="30"/>
                  <a:pt x="234" y="26"/>
                </a:cubicBezTo>
                <a:cubicBezTo>
                  <a:pt x="234" y="37"/>
                  <a:pt x="235" y="48"/>
                  <a:pt x="235" y="61"/>
                </a:cubicBezTo>
                <a:cubicBezTo>
                  <a:pt x="235" y="73"/>
                  <a:pt x="234" y="84"/>
                  <a:pt x="234" y="93"/>
                </a:cubicBezTo>
                <a:cubicBezTo>
                  <a:pt x="240" y="90"/>
                  <a:pt x="240" y="90"/>
                  <a:pt x="240" y="90"/>
                </a:cubicBezTo>
                <a:cubicBezTo>
                  <a:pt x="240" y="90"/>
                  <a:pt x="240" y="90"/>
                  <a:pt x="240" y="84"/>
                </a:cubicBezTo>
                <a:cubicBezTo>
                  <a:pt x="240" y="84"/>
                  <a:pt x="240" y="84"/>
                  <a:pt x="279" y="84"/>
                </a:cubicBezTo>
                <a:cubicBezTo>
                  <a:pt x="279" y="84"/>
                  <a:pt x="279" y="84"/>
                  <a:pt x="279" y="91"/>
                </a:cubicBezTo>
                <a:cubicBezTo>
                  <a:pt x="279" y="91"/>
                  <a:pt x="279" y="91"/>
                  <a:pt x="285" y="89"/>
                </a:cubicBezTo>
                <a:cubicBezTo>
                  <a:pt x="285" y="79"/>
                  <a:pt x="285" y="61"/>
                  <a:pt x="285" y="33"/>
                </a:cubicBezTo>
                <a:cubicBezTo>
                  <a:pt x="285" y="33"/>
                  <a:pt x="285" y="33"/>
                  <a:pt x="288" y="31"/>
                </a:cubicBezTo>
                <a:cubicBezTo>
                  <a:pt x="288" y="31"/>
                  <a:pt x="288" y="31"/>
                  <a:pt x="282" y="26"/>
                </a:cubicBezTo>
                <a:close/>
                <a:moveTo>
                  <a:pt x="255" y="12"/>
                </a:moveTo>
                <a:cubicBezTo>
                  <a:pt x="263" y="12"/>
                  <a:pt x="263" y="12"/>
                  <a:pt x="263" y="12"/>
                </a:cubicBezTo>
                <a:cubicBezTo>
                  <a:pt x="263" y="12"/>
                  <a:pt x="263" y="12"/>
                  <a:pt x="263" y="30"/>
                </a:cubicBezTo>
                <a:cubicBezTo>
                  <a:pt x="263" y="30"/>
                  <a:pt x="263" y="30"/>
                  <a:pt x="255" y="30"/>
                </a:cubicBezTo>
                <a:cubicBezTo>
                  <a:pt x="255" y="30"/>
                  <a:pt x="255" y="30"/>
                  <a:pt x="255" y="12"/>
                </a:cubicBezTo>
                <a:close/>
                <a:moveTo>
                  <a:pt x="240" y="32"/>
                </a:moveTo>
                <a:cubicBezTo>
                  <a:pt x="250" y="32"/>
                  <a:pt x="250" y="32"/>
                  <a:pt x="250" y="32"/>
                </a:cubicBezTo>
                <a:cubicBezTo>
                  <a:pt x="250" y="40"/>
                  <a:pt x="249" y="47"/>
                  <a:pt x="248" y="53"/>
                </a:cubicBezTo>
                <a:cubicBezTo>
                  <a:pt x="247" y="58"/>
                  <a:pt x="244" y="63"/>
                  <a:pt x="240" y="69"/>
                </a:cubicBezTo>
                <a:cubicBezTo>
                  <a:pt x="240" y="69"/>
                  <a:pt x="240" y="69"/>
                  <a:pt x="240" y="32"/>
                </a:cubicBezTo>
                <a:close/>
                <a:moveTo>
                  <a:pt x="240" y="81"/>
                </a:moveTo>
                <a:cubicBezTo>
                  <a:pt x="240" y="81"/>
                  <a:pt x="240" y="81"/>
                  <a:pt x="240" y="71"/>
                </a:cubicBezTo>
                <a:cubicBezTo>
                  <a:pt x="246" y="66"/>
                  <a:pt x="250" y="61"/>
                  <a:pt x="252" y="55"/>
                </a:cubicBezTo>
                <a:cubicBezTo>
                  <a:pt x="254" y="49"/>
                  <a:pt x="255" y="41"/>
                  <a:pt x="255" y="32"/>
                </a:cubicBezTo>
                <a:cubicBezTo>
                  <a:pt x="263" y="32"/>
                  <a:pt x="263" y="32"/>
                  <a:pt x="263" y="32"/>
                </a:cubicBezTo>
                <a:cubicBezTo>
                  <a:pt x="263" y="32"/>
                  <a:pt x="263" y="32"/>
                  <a:pt x="263" y="58"/>
                </a:cubicBezTo>
                <a:cubicBezTo>
                  <a:pt x="263" y="62"/>
                  <a:pt x="265" y="64"/>
                  <a:pt x="269" y="64"/>
                </a:cubicBezTo>
                <a:cubicBezTo>
                  <a:pt x="269" y="64"/>
                  <a:pt x="269" y="64"/>
                  <a:pt x="273" y="64"/>
                </a:cubicBezTo>
                <a:cubicBezTo>
                  <a:pt x="278" y="64"/>
                  <a:pt x="280" y="63"/>
                  <a:pt x="279" y="61"/>
                </a:cubicBezTo>
                <a:cubicBezTo>
                  <a:pt x="278" y="58"/>
                  <a:pt x="277" y="57"/>
                  <a:pt x="276" y="58"/>
                </a:cubicBezTo>
                <a:cubicBezTo>
                  <a:pt x="274" y="58"/>
                  <a:pt x="273" y="59"/>
                  <a:pt x="271" y="59"/>
                </a:cubicBezTo>
                <a:cubicBezTo>
                  <a:pt x="269" y="59"/>
                  <a:pt x="268" y="58"/>
                  <a:pt x="268" y="55"/>
                </a:cubicBezTo>
                <a:cubicBezTo>
                  <a:pt x="268" y="55"/>
                  <a:pt x="268" y="55"/>
                  <a:pt x="268" y="32"/>
                </a:cubicBezTo>
                <a:cubicBezTo>
                  <a:pt x="268" y="32"/>
                  <a:pt x="268" y="32"/>
                  <a:pt x="279" y="32"/>
                </a:cubicBezTo>
                <a:cubicBezTo>
                  <a:pt x="279" y="32"/>
                  <a:pt x="279" y="32"/>
                  <a:pt x="279" y="81"/>
                </a:cubicBezTo>
                <a:cubicBezTo>
                  <a:pt x="279" y="81"/>
                  <a:pt x="279" y="81"/>
                  <a:pt x="240" y="81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33" name="Freeform 251">
            <a:extLst>
              <a:ext uri="{FF2B5EF4-FFF2-40B4-BE49-F238E27FC236}">
                <a16:creationId xmlns:a16="http://schemas.microsoft.com/office/drawing/2014/main" id="{DEEC5E10-F568-7C07-406D-12E21D3F3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 rot="16200000">
            <a:off x="9061686" y="652374"/>
            <a:ext cx="225756" cy="1408983"/>
          </a:xfrm>
          <a:custGeom>
            <a:avLst/>
            <a:gdLst>
              <a:gd name="T0" fmla="*/ 31 w 72"/>
              <a:gd name="T1" fmla="*/ 4 h 448"/>
              <a:gd name="T2" fmla="*/ 62 w 72"/>
              <a:gd name="T3" fmla="*/ 4 h 448"/>
              <a:gd name="T4" fmla="*/ 62 w 72"/>
              <a:gd name="T5" fmla="*/ 30 h 448"/>
              <a:gd name="T6" fmla="*/ 1 w 72"/>
              <a:gd name="T7" fmla="*/ 31 h 448"/>
              <a:gd name="T8" fmla="*/ 0 w 72"/>
              <a:gd name="T9" fmla="*/ 64 h 448"/>
              <a:gd name="T10" fmla="*/ 63 w 72"/>
              <a:gd name="T11" fmla="*/ 66 h 448"/>
              <a:gd name="T12" fmla="*/ 11 w 72"/>
              <a:gd name="T13" fmla="*/ 82 h 448"/>
              <a:gd name="T14" fmla="*/ 51 w 72"/>
              <a:gd name="T15" fmla="*/ 47 h 448"/>
              <a:gd name="T16" fmla="*/ 67 w 72"/>
              <a:gd name="T17" fmla="*/ 56 h 448"/>
              <a:gd name="T18" fmla="*/ 71 w 72"/>
              <a:gd name="T19" fmla="*/ 60 h 448"/>
              <a:gd name="T20" fmla="*/ 66 w 72"/>
              <a:gd name="T21" fmla="*/ 72 h 448"/>
              <a:gd name="T22" fmla="*/ 72 w 72"/>
              <a:gd name="T23" fmla="*/ 72 h 448"/>
              <a:gd name="T24" fmla="*/ 66 w 72"/>
              <a:gd name="T25" fmla="*/ 72 h 448"/>
              <a:gd name="T26" fmla="*/ 7 w 72"/>
              <a:gd name="T27" fmla="*/ 128 h 448"/>
              <a:gd name="T28" fmla="*/ 39 w 72"/>
              <a:gd name="T29" fmla="*/ 106 h 448"/>
              <a:gd name="T30" fmla="*/ 61 w 72"/>
              <a:gd name="T31" fmla="*/ 133 h 448"/>
              <a:gd name="T32" fmla="*/ 48 w 72"/>
              <a:gd name="T33" fmla="*/ 108 h 448"/>
              <a:gd name="T34" fmla="*/ 16 w 72"/>
              <a:gd name="T35" fmla="*/ 136 h 448"/>
              <a:gd name="T36" fmla="*/ 3 w 72"/>
              <a:gd name="T37" fmla="*/ 104 h 448"/>
              <a:gd name="T38" fmla="*/ 1 w 72"/>
              <a:gd name="T39" fmla="*/ 144 h 448"/>
              <a:gd name="T40" fmla="*/ 62 w 72"/>
              <a:gd name="T41" fmla="*/ 146 h 448"/>
              <a:gd name="T42" fmla="*/ 54 w 72"/>
              <a:gd name="T43" fmla="*/ 203 h 448"/>
              <a:gd name="T44" fmla="*/ 8 w 72"/>
              <a:gd name="T45" fmla="*/ 244 h 448"/>
              <a:gd name="T46" fmla="*/ 54 w 72"/>
              <a:gd name="T47" fmla="*/ 203 h 448"/>
              <a:gd name="T48" fmla="*/ 4 w 72"/>
              <a:gd name="T49" fmla="*/ 223 h 448"/>
              <a:gd name="T50" fmla="*/ 59 w 72"/>
              <a:gd name="T51" fmla="*/ 223 h 448"/>
              <a:gd name="T52" fmla="*/ 69 w 72"/>
              <a:gd name="T53" fmla="*/ 213 h 448"/>
              <a:gd name="T54" fmla="*/ 69 w 72"/>
              <a:gd name="T55" fmla="*/ 219 h 448"/>
              <a:gd name="T56" fmla="*/ 67 w 72"/>
              <a:gd name="T57" fmla="*/ 228 h 448"/>
              <a:gd name="T58" fmla="*/ 71 w 72"/>
              <a:gd name="T59" fmla="*/ 232 h 448"/>
              <a:gd name="T60" fmla="*/ 1 w 72"/>
              <a:gd name="T61" fmla="*/ 307 h 448"/>
              <a:gd name="T62" fmla="*/ 54 w 72"/>
              <a:gd name="T63" fmla="*/ 268 h 448"/>
              <a:gd name="T64" fmla="*/ 62 w 72"/>
              <a:gd name="T65" fmla="*/ 264 h 448"/>
              <a:gd name="T66" fmla="*/ 9 w 72"/>
              <a:gd name="T67" fmla="*/ 306 h 448"/>
              <a:gd name="T68" fmla="*/ 1 w 72"/>
              <a:gd name="T69" fmla="*/ 310 h 448"/>
              <a:gd name="T70" fmla="*/ 8 w 72"/>
              <a:gd name="T71" fmla="*/ 330 h 448"/>
              <a:gd name="T72" fmla="*/ 54 w 72"/>
              <a:gd name="T73" fmla="*/ 371 h 448"/>
              <a:gd name="T74" fmla="*/ 32 w 72"/>
              <a:gd name="T75" fmla="*/ 375 h 448"/>
              <a:gd name="T76" fmla="*/ 31 w 72"/>
              <a:gd name="T77" fmla="*/ 327 h 448"/>
              <a:gd name="T78" fmla="*/ 66 w 72"/>
              <a:gd name="T79" fmla="*/ 344 h 448"/>
              <a:gd name="T80" fmla="*/ 72 w 72"/>
              <a:gd name="T81" fmla="*/ 344 h 448"/>
              <a:gd name="T82" fmla="*/ 66 w 72"/>
              <a:gd name="T83" fmla="*/ 344 h 448"/>
              <a:gd name="T84" fmla="*/ 71 w 72"/>
              <a:gd name="T85" fmla="*/ 356 h 448"/>
              <a:gd name="T86" fmla="*/ 67 w 72"/>
              <a:gd name="T87" fmla="*/ 360 h 448"/>
              <a:gd name="T88" fmla="*/ 53 w 72"/>
              <a:gd name="T89" fmla="*/ 444 h 448"/>
              <a:gd name="T90" fmla="*/ 1 w 72"/>
              <a:gd name="T91" fmla="*/ 419 h 448"/>
              <a:gd name="T92" fmla="*/ 45 w 72"/>
              <a:gd name="T93" fmla="*/ 396 h 448"/>
              <a:gd name="T94" fmla="*/ 62 w 72"/>
              <a:gd name="T95" fmla="*/ 395 h 448"/>
              <a:gd name="T96" fmla="*/ 8 w 72"/>
              <a:gd name="T97" fmla="*/ 420 h 448"/>
              <a:gd name="T98" fmla="*/ 62 w 72"/>
              <a:gd name="T99" fmla="*/ 444 h 4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72" h="448">
                <a:moveTo>
                  <a:pt x="1" y="31"/>
                </a:moveTo>
                <a:cubicBezTo>
                  <a:pt x="30" y="5"/>
                  <a:pt x="30" y="5"/>
                  <a:pt x="30" y="5"/>
                </a:cubicBezTo>
                <a:cubicBezTo>
                  <a:pt x="30" y="5"/>
                  <a:pt x="31" y="4"/>
                  <a:pt x="31" y="4"/>
                </a:cubicBezTo>
                <a:cubicBezTo>
                  <a:pt x="31" y="4"/>
                  <a:pt x="31" y="4"/>
                  <a:pt x="31" y="4"/>
                </a:cubicBezTo>
                <a:cubicBezTo>
                  <a:pt x="1" y="4"/>
                  <a:pt x="1" y="4"/>
                  <a:pt x="1" y="4"/>
                </a:cubicBezTo>
                <a:cubicBezTo>
                  <a:pt x="1" y="0"/>
                  <a:pt x="1" y="0"/>
                  <a:pt x="1" y="0"/>
                </a:cubicBezTo>
                <a:cubicBezTo>
                  <a:pt x="62" y="0"/>
                  <a:pt x="62" y="0"/>
                  <a:pt x="62" y="0"/>
                </a:cubicBezTo>
                <a:cubicBezTo>
                  <a:pt x="62" y="4"/>
                  <a:pt x="62" y="4"/>
                  <a:pt x="62" y="4"/>
                </a:cubicBezTo>
                <a:cubicBezTo>
                  <a:pt x="33" y="4"/>
                  <a:pt x="33" y="4"/>
                  <a:pt x="33" y="4"/>
                </a:cubicBezTo>
                <a:cubicBezTo>
                  <a:pt x="33" y="4"/>
                  <a:pt x="33" y="4"/>
                  <a:pt x="33" y="4"/>
                </a:cubicBezTo>
                <a:cubicBezTo>
                  <a:pt x="34" y="4"/>
                  <a:pt x="34" y="5"/>
                  <a:pt x="34" y="5"/>
                </a:cubicBezTo>
                <a:cubicBezTo>
                  <a:pt x="62" y="30"/>
                  <a:pt x="62" y="30"/>
                  <a:pt x="62" y="30"/>
                </a:cubicBezTo>
                <a:cubicBezTo>
                  <a:pt x="62" y="35"/>
                  <a:pt x="62" y="35"/>
                  <a:pt x="62" y="35"/>
                </a:cubicBezTo>
                <a:cubicBezTo>
                  <a:pt x="32" y="8"/>
                  <a:pt x="32" y="8"/>
                  <a:pt x="32" y="8"/>
                </a:cubicBezTo>
                <a:cubicBezTo>
                  <a:pt x="1" y="37"/>
                  <a:pt x="1" y="37"/>
                  <a:pt x="1" y="37"/>
                </a:cubicBezTo>
                <a:lnTo>
                  <a:pt x="1" y="31"/>
                </a:lnTo>
                <a:close/>
                <a:moveTo>
                  <a:pt x="54" y="44"/>
                </a:moveTo>
                <a:cubicBezTo>
                  <a:pt x="48" y="39"/>
                  <a:pt x="40" y="36"/>
                  <a:pt x="31" y="36"/>
                </a:cubicBezTo>
                <a:cubicBezTo>
                  <a:pt x="22" y="36"/>
                  <a:pt x="14" y="39"/>
                  <a:pt x="8" y="44"/>
                </a:cubicBezTo>
                <a:cubicBezTo>
                  <a:pt x="3" y="49"/>
                  <a:pt x="0" y="56"/>
                  <a:pt x="0" y="64"/>
                </a:cubicBezTo>
                <a:cubicBezTo>
                  <a:pt x="0" y="73"/>
                  <a:pt x="3" y="80"/>
                  <a:pt x="8" y="85"/>
                </a:cubicBezTo>
                <a:cubicBezTo>
                  <a:pt x="14" y="90"/>
                  <a:pt x="22" y="93"/>
                  <a:pt x="32" y="93"/>
                </a:cubicBezTo>
                <a:cubicBezTo>
                  <a:pt x="41" y="93"/>
                  <a:pt x="49" y="91"/>
                  <a:pt x="54" y="85"/>
                </a:cubicBezTo>
                <a:cubicBezTo>
                  <a:pt x="60" y="80"/>
                  <a:pt x="63" y="74"/>
                  <a:pt x="63" y="66"/>
                </a:cubicBezTo>
                <a:cubicBezTo>
                  <a:pt x="63" y="57"/>
                  <a:pt x="60" y="49"/>
                  <a:pt x="54" y="44"/>
                </a:cubicBezTo>
                <a:close/>
                <a:moveTo>
                  <a:pt x="52" y="82"/>
                </a:moveTo>
                <a:cubicBezTo>
                  <a:pt x="47" y="87"/>
                  <a:pt x="40" y="89"/>
                  <a:pt x="32" y="89"/>
                </a:cubicBezTo>
                <a:cubicBezTo>
                  <a:pt x="23" y="89"/>
                  <a:pt x="16" y="87"/>
                  <a:pt x="11" y="82"/>
                </a:cubicBezTo>
                <a:cubicBezTo>
                  <a:pt x="6" y="78"/>
                  <a:pt x="4" y="72"/>
                  <a:pt x="4" y="64"/>
                </a:cubicBezTo>
                <a:cubicBezTo>
                  <a:pt x="4" y="57"/>
                  <a:pt x="6" y="51"/>
                  <a:pt x="11" y="47"/>
                </a:cubicBezTo>
                <a:cubicBezTo>
                  <a:pt x="16" y="43"/>
                  <a:pt x="23" y="41"/>
                  <a:pt x="31" y="41"/>
                </a:cubicBezTo>
                <a:cubicBezTo>
                  <a:pt x="39" y="41"/>
                  <a:pt x="46" y="43"/>
                  <a:pt x="51" y="47"/>
                </a:cubicBezTo>
                <a:cubicBezTo>
                  <a:pt x="56" y="52"/>
                  <a:pt x="59" y="58"/>
                  <a:pt x="59" y="65"/>
                </a:cubicBezTo>
                <a:cubicBezTo>
                  <a:pt x="59" y="72"/>
                  <a:pt x="56" y="78"/>
                  <a:pt x="52" y="82"/>
                </a:cubicBezTo>
                <a:close/>
                <a:moveTo>
                  <a:pt x="66" y="58"/>
                </a:moveTo>
                <a:cubicBezTo>
                  <a:pt x="66" y="57"/>
                  <a:pt x="66" y="56"/>
                  <a:pt x="67" y="56"/>
                </a:cubicBezTo>
                <a:cubicBezTo>
                  <a:pt x="67" y="55"/>
                  <a:pt x="68" y="55"/>
                  <a:pt x="69" y="55"/>
                </a:cubicBezTo>
                <a:cubicBezTo>
                  <a:pt x="70" y="55"/>
                  <a:pt x="70" y="55"/>
                  <a:pt x="71" y="56"/>
                </a:cubicBezTo>
                <a:cubicBezTo>
                  <a:pt x="71" y="56"/>
                  <a:pt x="72" y="57"/>
                  <a:pt x="72" y="58"/>
                </a:cubicBezTo>
                <a:cubicBezTo>
                  <a:pt x="72" y="59"/>
                  <a:pt x="71" y="59"/>
                  <a:pt x="71" y="60"/>
                </a:cubicBezTo>
                <a:cubicBezTo>
                  <a:pt x="70" y="61"/>
                  <a:pt x="70" y="61"/>
                  <a:pt x="69" y="61"/>
                </a:cubicBezTo>
                <a:cubicBezTo>
                  <a:pt x="68" y="61"/>
                  <a:pt x="67" y="61"/>
                  <a:pt x="67" y="60"/>
                </a:cubicBezTo>
                <a:cubicBezTo>
                  <a:pt x="66" y="59"/>
                  <a:pt x="66" y="59"/>
                  <a:pt x="66" y="58"/>
                </a:cubicBezTo>
                <a:close/>
                <a:moveTo>
                  <a:pt x="66" y="72"/>
                </a:moveTo>
                <a:cubicBezTo>
                  <a:pt x="66" y="71"/>
                  <a:pt x="66" y="70"/>
                  <a:pt x="67" y="70"/>
                </a:cubicBezTo>
                <a:cubicBezTo>
                  <a:pt x="67" y="69"/>
                  <a:pt x="68" y="69"/>
                  <a:pt x="69" y="69"/>
                </a:cubicBezTo>
                <a:cubicBezTo>
                  <a:pt x="70" y="69"/>
                  <a:pt x="70" y="69"/>
                  <a:pt x="71" y="70"/>
                </a:cubicBezTo>
                <a:cubicBezTo>
                  <a:pt x="71" y="70"/>
                  <a:pt x="72" y="71"/>
                  <a:pt x="72" y="72"/>
                </a:cubicBezTo>
                <a:cubicBezTo>
                  <a:pt x="72" y="73"/>
                  <a:pt x="71" y="73"/>
                  <a:pt x="71" y="74"/>
                </a:cubicBezTo>
                <a:cubicBezTo>
                  <a:pt x="70" y="75"/>
                  <a:pt x="70" y="75"/>
                  <a:pt x="69" y="75"/>
                </a:cubicBezTo>
                <a:cubicBezTo>
                  <a:pt x="68" y="75"/>
                  <a:pt x="67" y="75"/>
                  <a:pt x="67" y="74"/>
                </a:cubicBezTo>
                <a:cubicBezTo>
                  <a:pt x="66" y="74"/>
                  <a:pt x="66" y="73"/>
                  <a:pt x="66" y="72"/>
                </a:cubicBezTo>
                <a:close/>
                <a:moveTo>
                  <a:pt x="3" y="104"/>
                </a:moveTo>
                <a:cubicBezTo>
                  <a:pt x="8" y="104"/>
                  <a:pt x="8" y="104"/>
                  <a:pt x="8" y="104"/>
                </a:cubicBezTo>
                <a:cubicBezTo>
                  <a:pt x="5" y="108"/>
                  <a:pt x="4" y="112"/>
                  <a:pt x="4" y="117"/>
                </a:cubicBezTo>
                <a:cubicBezTo>
                  <a:pt x="4" y="122"/>
                  <a:pt x="5" y="125"/>
                  <a:pt x="7" y="128"/>
                </a:cubicBezTo>
                <a:cubicBezTo>
                  <a:pt x="9" y="130"/>
                  <a:pt x="11" y="131"/>
                  <a:pt x="15" y="131"/>
                </a:cubicBezTo>
                <a:cubicBezTo>
                  <a:pt x="18" y="131"/>
                  <a:pt x="20" y="130"/>
                  <a:pt x="22" y="129"/>
                </a:cubicBezTo>
                <a:cubicBezTo>
                  <a:pt x="24" y="127"/>
                  <a:pt x="27" y="124"/>
                  <a:pt x="30" y="118"/>
                </a:cubicBezTo>
                <a:cubicBezTo>
                  <a:pt x="33" y="112"/>
                  <a:pt x="36" y="108"/>
                  <a:pt x="39" y="106"/>
                </a:cubicBezTo>
                <a:cubicBezTo>
                  <a:pt x="41" y="105"/>
                  <a:pt x="44" y="104"/>
                  <a:pt x="47" y="104"/>
                </a:cubicBezTo>
                <a:cubicBezTo>
                  <a:pt x="52" y="104"/>
                  <a:pt x="55" y="106"/>
                  <a:pt x="58" y="109"/>
                </a:cubicBezTo>
                <a:cubicBezTo>
                  <a:pt x="61" y="112"/>
                  <a:pt x="63" y="117"/>
                  <a:pt x="63" y="122"/>
                </a:cubicBezTo>
                <a:cubicBezTo>
                  <a:pt x="63" y="126"/>
                  <a:pt x="62" y="129"/>
                  <a:pt x="61" y="133"/>
                </a:cubicBezTo>
                <a:cubicBezTo>
                  <a:pt x="56" y="133"/>
                  <a:pt x="56" y="133"/>
                  <a:pt x="56" y="133"/>
                </a:cubicBezTo>
                <a:cubicBezTo>
                  <a:pt x="58" y="130"/>
                  <a:pt x="59" y="126"/>
                  <a:pt x="59" y="122"/>
                </a:cubicBezTo>
                <a:cubicBezTo>
                  <a:pt x="59" y="118"/>
                  <a:pt x="58" y="114"/>
                  <a:pt x="56" y="112"/>
                </a:cubicBezTo>
                <a:cubicBezTo>
                  <a:pt x="54" y="109"/>
                  <a:pt x="51" y="108"/>
                  <a:pt x="48" y="108"/>
                </a:cubicBezTo>
                <a:cubicBezTo>
                  <a:pt x="45" y="108"/>
                  <a:pt x="42" y="109"/>
                  <a:pt x="40" y="111"/>
                </a:cubicBezTo>
                <a:cubicBezTo>
                  <a:pt x="38" y="112"/>
                  <a:pt x="36" y="116"/>
                  <a:pt x="33" y="121"/>
                </a:cubicBezTo>
                <a:cubicBezTo>
                  <a:pt x="30" y="127"/>
                  <a:pt x="27" y="131"/>
                  <a:pt x="24" y="133"/>
                </a:cubicBezTo>
                <a:cubicBezTo>
                  <a:pt x="22" y="135"/>
                  <a:pt x="19" y="136"/>
                  <a:pt x="16" y="136"/>
                </a:cubicBezTo>
                <a:cubicBezTo>
                  <a:pt x="11" y="136"/>
                  <a:pt x="7" y="134"/>
                  <a:pt x="4" y="131"/>
                </a:cubicBezTo>
                <a:cubicBezTo>
                  <a:pt x="1" y="127"/>
                  <a:pt x="0" y="123"/>
                  <a:pt x="0" y="117"/>
                </a:cubicBezTo>
                <a:cubicBezTo>
                  <a:pt x="0" y="115"/>
                  <a:pt x="0" y="113"/>
                  <a:pt x="1" y="110"/>
                </a:cubicBezTo>
                <a:cubicBezTo>
                  <a:pt x="1" y="107"/>
                  <a:pt x="2" y="105"/>
                  <a:pt x="3" y="104"/>
                </a:cubicBezTo>
                <a:close/>
                <a:moveTo>
                  <a:pt x="5" y="150"/>
                </a:moveTo>
                <a:cubicBezTo>
                  <a:pt x="5" y="186"/>
                  <a:pt x="5" y="186"/>
                  <a:pt x="5" y="186"/>
                </a:cubicBezTo>
                <a:cubicBezTo>
                  <a:pt x="1" y="186"/>
                  <a:pt x="1" y="186"/>
                  <a:pt x="1" y="186"/>
                </a:cubicBezTo>
                <a:cubicBezTo>
                  <a:pt x="1" y="144"/>
                  <a:pt x="1" y="144"/>
                  <a:pt x="1" y="144"/>
                </a:cubicBezTo>
                <a:cubicBezTo>
                  <a:pt x="2" y="144"/>
                  <a:pt x="2" y="144"/>
                  <a:pt x="2" y="144"/>
                </a:cubicBezTo>
                <a:cubicBezTo>
                  <a:pt x="58" y="180"/>
                  <a:pt x="58" y="180"/>
                  <a:pt x="58" y="180"/>
                </a:cubicBezTo>
                <a:cubicBezTo>
                  <a:pt x="58" y="146"/>
                  <a:pt x="58" y="146"/>
                  <a:pt x="58" y="146"/>
                </a:cubicBezTo>
                <a:cubicBezTo>
                  <a:pt x="62" y="146"/>
                  <a:pt x="62" y="146"/>
                  <a:pt x="62" y="146"/>
                </a:cubicBezTo>
                <a:cubicBezTo>
                  <a:pt x="62" y="187"/>
                  <a:pt x="62" y="187"/>
                  <a:pt x="62" y="187"/>
                </a:cubicBezTo>
                <a:cubicBezTo>
                  <a:pt x="60" y="187"/>
                  <a:pt x="60" y="187"/>
                  <a:pt x="60" y="187"/>
                </a:cubicBezTo>
                <a:lnTo>
                  <a:pt x="5" y="150"/>
                </a:lnTo>
                <a:close/>
                <a:moveTo>
                  <a:pt x="54" y="203"/>
                </a:moveTo>
                <a:cubicBezTo>
                  <a:pt x="48" y="197"/>
                  <a:pt x="40" y="195"/>
                  <a:pt x="31" y="195"/>
                </a:cubicBezTo>
                <a:cubicBezTo>
                  <a:pt x="22" y="195"/>
                  <a:pt x="14" y="197"/>
                  <a:pt x="8" y="202"/>
                </a:cubicBezTo>
                <a:cubicBezTo>
                  <a:pt x="3" y="207"/>
                  <a:pt x="0" y="214"/>
                  <a:pt x="0" y="223"/>
                </a:cubicBezTo>
                <a:cubicBezTo>
                  <a:pt x="0" y="232"/>
                  <a:pt x="3" y="239"/>
                  <a:pt x="8" y="244"/>
                </a:cubicBezTo>
                <a:cubicBezTo>
                  <a:pt x="14" y="249"/>
                  <a:pt x="22" y="252"/>
                  <a:pt x="32" y="252"/>
                </a:cubicBezTo>
                <a:cubicBezTo>
                  <a:pt x="41" y="252"/>
                  <a:pt x="49" y="249"/>
                  <a:pt x="54" y="244"/>
                </a:cubicBezTo>
                <a:cubicBezTo>
                  <a:pt x="60" y="239"/>
                  <a:pt x="63" y="232"/>
                  <a:pt x="63" y="224"/>
                </a:cubicBezTo>
                <a:cubicBezTo>
                  <a:pt x="63" y="215"/>
                  <a:pt x="60" y="208"/>
                  <a:pt x="54" y="203"/>
                </a:cubicBezTo>
                <a:close/>
                <a:moveTo>
                  <a:pt x="52" y="241"/>
                </a:moveTo>
                <a:cubicBezTo>
                  <a:pt x="47" y="245"/>
                  <a:pt x="40" y="247"/>
                  <a:pt x="32" y="247"/>
                </a:cubicBezTo>
                <a:cubicBezTo>
                  <a:pt x="23" y="247"/>
                  <a:pt x="16" y="245"/>
                  <a:pt x="11" y="241"/>
                </a:cubicBezTo>
                <a:cubicBezTo>
                  <a:pt x="6" y="236"/>
                  <a:pt x="4" y="230"/>
                  <a:pt x="4" y="223"/>
                </a:cubicBezTo>
                <a:cubicBezTo>
                  <a:pt x="4" y="216"/>
                  <a:pt x="6" y="210"/>
                  <a:pt x="11" y="206"/>
                </a:cubicBezTo>
                <a:cubicBezTo>
                  <a:pt x="16" y="201"/>
                  <a:pt x="23" y="199"/>
                  <a:pt x="31" y="199"/>
                </a:cubicBezTo>
                <a:cubicBezTo>
                  <a:pt x="39" y="199"/>
                  <a:pt x="46" y="201"/>
                  <a:pt x="51" y="206"/>
                </a:cubicBezTo>
                <a:cubicBezTo>
                  <a:pt x="56" y="210"/>
                  <a:pt x="59" y="216"/>
                  <a:pt x="59" y="223"/>
                </a:cubicBezTo>
                <a:cubicBezTo>
                  <a:pt x="59" y="231"/>
                  <a:pt x="56" y="237"/>
                  <a:pt x="52" y="241"/>
                </a:cubicBezTo>
                <a:close/>
                <a:moveTo>
                  <a:pt x="66" y="216"/>
                </a:moveTo>
                <a:cubicBezTo>
                  <a:pt x="66" y="215"/>
                  <a:pt x="66" y="215"/>
                  <a:pt x="67" y="214"/>
                </a:cubicBezTo>
                <a:cubicBezTo>
                  <a:pt x="67" y="214"/>
                  <a:pt x="68" y="213"/>
                  <a:pt x="69" y="213"/>
                </a:cubicBezTo>
                <a:cubicBezTo>
                  <a:pt x="70" y="213"/>
                  <a:pt x="70" y="214"/>
                  <a:pt x="71" y="214"/>
                </a:cubicBezTo>
                <a:cubicBezTo>
                  <a:pt x="71" y="215"/>
                  <a:pt x="72" y="215"/>
                  <a:pt x="72" y="216"/>
                </a:cubicBezTo>
                <a:cubicBezTo>
                  <a:pt x="72" y="217"/>
                  <a:pt x="71" y="218"/>
                  <a:pt x="71" y="218"/>
                </a:cubicBezTo>
                <a:cubicBezTo>
                  <a:pt x="70" y="219"/>
                  <a:pt x="70" y="219"/>
                  <a:pt x="69" y="219"/>
                </a:cubicBezTo>
                <a:cubicBezTo>
                  <a:pt x="68" y="219"/>
                  <a:pt x="67" y="219"/>
                  <a:pt x="67" y="218"/>
                </a:cubicBezTo>
                <a:cubicBezTo>
                  <a:pt x="66" y="218"/>
                  <a:pt x="66" y="217"/>
                  <a:pt x="66" y="216"/>
                </a:cubicBezTo>
                <a:close/>
                <a:moveTo>
                  <a:pt x="66" y="230"/>
                </a:moveTo>
                <a:cubicBezTo>
                  <a:pt x="66" y="230"/>
                  <a:pt x="66" y="229"/>
                  <a:pt x="67" y="228"/>
                </a:cubicBezTo>
                <a:cubicBezTo>
                  <a:pt x="67" y="228"/>
                  <a:pt x="68" y="227"/>
                  <a:pt x="69" y="227"/>
                </a:cubicBezTo>
                <a:cubicBezTo>
                  <a:pt x="70" y="227"/>
                  <a:pt x="70" y="228"/>
                  <a:pt x="71" y="228"/>
                </a:cubicBezTo>
                <a:cubicBezTo>
                  <a:pt x="71" y="229"/>
                  <a:pt x="72" y="230"/>
                  <a:pt x="72" y="230"/>
                </a:cubicBezTo>
                <a:cubicBezTo>
                  <a:pt x="72" y="231"/>
                  <a:pt x="71" y="232"/>
                  <a:pt x="71" y="232"/>
                </a:cubicBezTo>
                <a:cubicBezTo>
                  <a:pt x="70" y="233"/>
                  <a:pt x="70" y="233"/>
                  <a:pt x="69" y="233"/>
                </a:cubicBezTo>
                <a:cubicBezTo>
                  <a:pt x="68" y="233"/>
                  <a:pt x="67" y="233"/>
                  <a:pt x="67" y="233"/>
                </a:cubicBezTo>
                <a:cubicBezTo>
                  <a:pt x="66" y="232"/>
                  <a:pt x="66" y="231"/>
                  <a:pt x="66" y="230"/>
                </a:cubicBezTo>
                <a:close/>
                <a:moveTo>
                  <a:pt x="1" y="307"/>
                </a:moveTo>
                <a:cubicBezTo>
                  <a:pt x="50" y="271"/>
                  <a:pt x="50" y="271"/>
                  <a:pt x="50" y="271"/>
                </a:cubicBezTo>
                <a:cubicBezTo>
                  <a:pt x="51" y="270"/>
                  <a:pt x="52" y="269"/>
                  <a:pt x="53" y="269"/>
                </a:cubicBezTo>
                <a:cubicBezTo>
                  <a:pt x="54" y="268"/>
                  <a:pt x="54" y="268"/>
                  <a:pt x="54" y="268"/>
                </a:cubicBezTo>
                <a:cubicBezTo>
                  <a:pt x="54" y="268"/>
                  <a:pt x="54" y="268"/>
                  <a:pt x="54" y="268"/>
                </a:cubicBezTo>
                <a:cubicBezTo>
                  <a:pt x="53" y="268"/>
                  <a:pt x="52" y="268"/>
                  <a:pt x="51" y="268"/>
                </a:cubicBezTo>
                <a:cubicBezTo>
                  <a:pt x="1" y="268"/>
                  <a:pt x="1" y="268"/>
                  <a:pt x="1" y="268"/>
                </a:cubicBezTo>
                <a:cubicBezTo>
                  <a:pt x="1" y="264"/>
                  <a:pt x="1" y="264"/>
                  <a:pt x="1" y="264"/>
                </a:cubicBezTo>
                <a:cubicBezTo>
                  <a:pt x="62" y="264"/>
                  <a:pt x="62" y="264"/>
                  <a:pt x="62" y="264"/>
                </a:cubicBezTo>
                <a:cubicBezTo>
                  <a:pt x="62" y="267"/>
                  <a:pt x="62" y="267"/>
                  <a:pt x="62" y="267"/>
                </a:cubicBezTo>
                <a:cubicBezTo>
                  <a:pt x="13" y="303"/>
                  <a:pt x="13" y="303"/>
                  <a:pt x="13" y="303"/>
                </a:cubicBezTo>
                <a:cubicBezTo>
                  <a:pt x="12" y="304"/>
                  <a:pt x="11" y="305"/>
                  <a:pt x="9" y="306"/>
                </a:cubicBezTo>
                <a:cubicBezTo>
                  <a:pt x="9" y="306"/>
                  <a:pt x="9" y="306"/>
                  <a:pt x="9" y="306"/>
                </a:cubicBezTo>
                <a:cubicBezTo>
                  <a:pt x="11" y="306"/>
                  <a:pt x="13" y="306"/>
                  <a:pt x="14" y="306"/>
                </a:cubicBezTo>
                <a:cubicBezTo>
                  <a:pt x="62" y="306"/>
                  <a:pt x="62" y="306"/>
                  <a:pt x="62" y="306"/>
                </a:cubicBezTo>
                <a:cubicBezTo>
                  <a:pt x="62" y="310"/>
                  <a:pt x="62" y="310"/>
                  <a:pt x="62" y="310"/>
                </a:cubicBezTo>
                <a:cubicBezTo>
                  <a:pt x="1" y="310"/>
                  <a:pt x="1" y="310"/>
                  <a:pt x="1" y="310"/>
                </a:cubicBezTo>
                <a:lnTo>
                  <a:pt x="1" y="307"/>
                </a:lnTo>
                <a:close/>
                <a:moveTo>
                  <a:pt x="54" y="330"/>
                </a:moveTo>
                <a:cubicBezTo>
                  <a:pt x="48" y="325"/>
                  <a:pt x="40" y="322"/>
                  <a:pt x="31" y="322"/>
                </a:cubicBezTo>
                <a:cubicBezTo>
                  <a:pt x="22" y="322"/>
                  <a:pt x="14" y="325"/>
                  <a:pt x="8" y="330"/>
                </a:cubicBezTo>
                <a:cubicBezTo>
                  <a:pt x="3" y="335"/>
                  <a:pt x="0" y="342"/>
                  <a:pt x="0" y="350"/>
                </a:cubicBezTo>
                <a:cubicBezTo>
                  <a:pt x="0" y="359"/>
                  <a:pt x="3" y="366"/>
                  <a:pt x="8" y="371"/>
                </a:cubicBezTo>
                <a:cubicBezTo>
                  <a:pt x="14" y="376"/>
                  <a:pt x="22" y="379"/>
                  <a:pt x="32" y="379"/>
                </a:cubicBezTo>
                <a:cubicBezTo>
                  <a:pt x="41" y="379"/>
                  <a:pt x="49" y="376"/>
                  <a:pt x="54" y="371"/>
                </a:cubicBezTo>
                <a:cubicBezTo>
                  <a:pt x="60" y="366"/>
                  <a:pt x="63" y="360"/>
                  <a:pt x="63" y="351"/>
                </a:cubicBezTo>
                <a:cubicBezTo>
                  <a:pt x="63" y="342"/>
                  <a:pt x="60" y="335"/>
                  <a:pt x="54" y="330"/>
                </a:cubicBezTo>
                <a:close/>
                <a:moveTo>
                  <a:pt x="52" y="368"/>
                </a:moveTo>
                <a:cubicBezTo>
                  <a:pt x="47" y="372"/>
                  <a:pt x="40" y="375"/>
                  <a:pt x="32" y="375"/>
                </a:cubicBezTo>
                <a:cubicBezTo>
                  <a:pt x="23" y="375"/>
                  <a:pt x="16" y="372"/>
                  <a:pt x="11" y="368"/>
                </a:cubicBezTo>
                <a:cubicBezTo>
                  <a:pt x="6" y="364"/>
                  <a:pt x="4" y="358"/>
                  <a:pt x="4" y="350"/>
                </a:cubicBezTo>
                <a:cubicBezTo>
                  <a:pt x="4" y="343"/>
                  <a:pt x="6" y="337"/>
                  <a:pt x="11" y="333"/>
                </a:cubicBezTo>
                <a:cubicBezTo>
                  <a:pt x="16" y="329"/>
                  <a:pt x="23" y="327"/>
                  <a:pt x="31" y="327"/>
                </a:cubicBezTo>
                <a:cubicBezTo>
                  <a:pt x="39" y="327"/>
                  <a:pt x="46" y="329"/>
                  <a:pt x="51" y="333"/>
                </a:cubicBezTo>
                <a:cubicBezTo>
                  <a:pt x="56" y="338"/>
                  <a:pt x="59" y="344"/>
                  <a:pt x="59" y="351"/>
                </a:cubicBezTo>
                <a:cubicBezTo>
                  <a:pt x="59" y="358"/>
                  <a:pt x="56" y="364"/>
                  <a:pt x="52" y="368"/>
                </a:cubicBezTo>
                <a:close/>
                <a:moveTo>
                  <a:pt x="66" y="344"/>
                </a:moveTo>
                <a:cubicBezTo>
                  <a:pt x="66" y="343"/>
                  <a:pt x="66" y="342"/>
                  <a:pt x="67" y="342"/>
                </a:cubicBezTo>
                <a:cubicBezTo>
                  <a:pt x="67" y="341"/>
                  <a:pt x="68" y="341"/>
                  <a:pt x="69" y="341"/>
                </a:cubicBezTo>
                <a:cubicBezTo>
                  <a:pt x="70" y="341"/>
                  <a:pt x="70" y="341"/>
                  <a:pt x="71" y="342"/>
                </a:cubicBezTo>
                <a:cubicBezTo>
                  <a:pt x="71" y="342"/>
                  <a:pt x="72" y="343"/>
                  <a:pt x="72" y="344"/>
                </a:cubicBezTo>
                <a:cubicBezTo>
                  <a:pt x="72" y="344"/>
                  <a:pt x="71" y="345"/>
                  <a:pt x="71" y="346"/>
                </a:cubicBezTo>
                <a:cubicBezTo>
                  <a:pt x="70" y="346"/>
                  <a:pt x="70" y="347"/>
                  <a:pt x="69" y="347"/>
                </a:cubicBezTo>
                <a:cubicBezTo>
                  <a:pt x="68" y="347"/>
                  <a:pt x="67" y="346"/>
                  <a:pt x="67" y="346"/>
                </a:cubicBezTo>
                <a:cubicBezTo>
                  <a:pt x="66" y="345"/>
                  <a:pt x="66" y="345"/>
                  <a:pt x="66" y="344"/>
                </a:cubicBezTo>
                <a:close/>
                <a:moveTo>
                  <a:pt x="66" y="358"/>
                </a:moveTo>
                <a:cubicBezTo>
                  <a:pt x="66" y="357"/>
                  <a:pt x="66" y="356"/>
                  <a:pt x="67" y="356"/>
                </a:cubicBezTo>
                <a:cubicBezTo>
                  <a:pt x="67" y="355"/>
                  <a:pt x="68" y="355"/>
                  <a:pt x="69" y="355"/>
                </a:cubicBezTo>
                <a:cubicBezTo>
                  <a:pt x="70" y="355"/>
                  <a:pt x="70" y="355"/>
                  <a:pt x="71" y="356"/>
                </a:cubicBezTo>
                <a:cubicBezTo>
                  <a:pt x="71" y="356"/>
                  <a:pt x="72" y="357"/>
                  <a:pt x="72" y="358"/>
                </a:cubicBezTo>
                <a:cubicBezTo>
                  <a:pt x="72" y="359"/>
                  <a:pt x="71" y="359"/>
                  <a:pt x="71" y="360"/>
                </a:cubicBezTo>
                <a:cubicBezTo>
                  <a:pt x="70" y="361"/>
                  <a:pt x="70" y="361"/>
                  <a:pt x="69" y="361"/>
                </a:cubicBezTo>
                <a:cubicBezTo>
                  <a:pt x="68" y="361"/>
                  <a:pt x="67" y="361"/>
                  <a:pt x="67" y="360"/>
                </a:cubicBezTo>
                <a:cubicBezTo>
                  <a:pt x="66" y="359"/>
                  <a:pt x="66" y="359"/>
                  <a:pt x="66" y="358"/>
                </a:cubicBezTo>
                <a:close/>
                <a:moveTo>
                  <a:pt x="1" y="444"/>
                </a:moveTo>
                <a:cubicBezTo>
                  <a:pt x="44" y="444"/>
                  <a:pt x="44" y="444"/>
                  <a:pt x="44" y="444"/>
                </a:cubicBezTo>
                <a:cubicBezTo>
                  <a:pt x="45" y="444"/>
                  <a:pt x="48" y="444"/>
                  <a:pt x="53" y="444"/>
                </a:cubicBezTo>
                <a:cubicBezTo>
                  <a:pt x="53" y="444"/>
                  <a:pt x="53" y="444"/>
                  <a:pt x="53" y="444"/>
                </a:cubicBezTo>
                <a:cubicBezTo>
                  <a:pt x="51" y="443"/>
                  <a:pt x="49" y="443"/>
                  <a:pt x="48" y="442"/>
                </a:cubicBezTo>
                <a:cubicBezTo>
                  <a:pt x="1" y="420"/>
                  <a:pt x="1" y="420"/>
                  <a:pt x="1" y="420"/>
                </a:cubicBezTo>
                <a:cubicBezTo>
                  <a:pt x="1" y="419"/>
                  <a:pt x="1" y="419"/>
                  <a:pt x="1" y="419"/>
                </a:cubicBezTo>
                <a:cubicBezTo>
                  <a:pt x="47" y="397"/>
                  <a:pt x="47" y="397"/>
                  <a:pt x="47" y="397"/>
                </a:cubicBezTo>
                <a:cubicBezTo>
                  <a:pt x="49" y="397"/>
                  <a:pt x="51" y="396"/>
                  <a:pt x="53" y="395"/>
                </a:cubicBezTo>
                <a:cubicBezTo>
                  <a:pt x="53" y="395"/>
                  <a:pt x="53" y="395"/>
                  <a:pt x="53" y="395"/>
                </a:cubicBezTo>
                <a:cubicBezTo>
                  <a:pt x="50" y="395"/>
                  <a:pt x="48" y="396"/>
                  <a:pt x="45" y="396"/>
                </a:cubicBezTo>
                <a:cubicBezTo>
                  <a:pt x="1" y="396"/>
                  <a:pt x="1" y="396"/>
                  <a:pt x="1" y="396"/>
                </a:cubicBezTo>
                <a:cubicBezTo>
                  <a:pt x="1" y="391"/>
                  <a:pt x="1" y="391"/>
                  <a:pt x="1" y="391"/>
                </a:cubicBezTo>
                <a:cubicBezTo>
                  <a:pt x="62" y="391"/>
                  <a:pt x="62" y="391"/>
                  <a:pt x="62" y="391"/>
                </a:cubicBezTo>
                <a:cubicBezTo>
                  <a:pt x="62" y="395"/>
                  <a:pt x="62" y="395"/>
                  <a:pt x="62" y="395"/>
                </a:cubicBezTo>
                <a:cubicBezTo>
                  <a:pt x="13" y="418"/>
                  <a:pt x="13" y="418"/>
                  <a:pt x="13" y="418"/>
                </a:cubicBezTo>
                <a:cubicBezTo>
                  <a:pt x="12" y="418"/>
                  <a:pt x="12" y="418"/>
                  <a:pt x="12" y="418"/>
                </a:cubicBezTo>
                <a:cubicBezTo>
                  <a:pt x="11" y="419"/>
                  <a:pt x="11" y="419"/>
                  <a:pt x="10" y="419"/>
                </a:cubicBezTo>
                <a:cubicBezTo>
                  <a:pt x="9" y="419"/>
                  <a:pt x="9" y="419"/>
                  <a:pt x="8" y="420"/>
                </a:cubicBezTo>
                <a:cubicBezTo>
                  <a:pt x="8" y="420"/>
                  <a:pt x="8" y="420"/>
                  <a:pt x="8" y="420"/>
                </a:cubicBezTo>
                <a:cubicBezTo>
                  <a:pt x="9" y="421"/>
                  <a:pt x="9" y="421"/>
                  <a:pt x="9" y="421"/>
                </a:cubicBezTo>
                <a:cubicBezTo>
                  <a:pt x="9" y="421"/>
                  <a:pt x="10" y="421"/>
                  <a:pt x="13" y="422"/>
                </a:cubicBezTo>
                <a:cubicBezTo>
                  <a:pt x="62" y="444"/>
                  <a:pt x="62" y="444"/>
                  <a:pt x="62" y="444"/>
                </a:cubicBezTo>
                <a:cubicBezTo>
                  <a:pt x="62" y="448"/>
                  <a:pt x="62" y="448"/>
                  <a:pt x="62" y="448"/>
                </a:cubicBezTo>
                <a:cubicBezTo>
                  <a:pt x="1" y="448"/>
                  <a:pt x="1" y="448"/>
                  <a:pt x="1" y="448"/>
                </a:cubicBezTo>
                <a:lnTo>
                  <a:pt x="1" y="444"/>
                </a:lnTo>
                <a:close/>
              </a:path>
            </a:pathLst>
          </a:custGeom>
          <a:solidFill>
            <a:srgbClr val="FF5C39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34" name="Freeform 252">
            <a:extLst>
              <a:ext uri="{FF2B5EF4-FFF2-40B4-BE49-F238E27FC236}">
                <a16:creationId xmlns:a16="http://schemas.microsoft.com/office/drawing/2014/main" id="{6A8107D6-D389-0024-1FB2-C768F7C006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 rot="16200000">
            <a:off x="6854383" y="5099479"/>
            <a:ext cx="267154" cy="1080177"/>
          </a:xfrm>
          <a:custGeom>
            <a:avLst/>
            <a:gdLst>
              <a:gd name="T0" fmla="*/ 0 w 88"/>
              <a:gd name="T1" fmla="*/ 31 h 355"/>
              <a:gd name="T2" fmla="*/ 33 w 88"/>
              <a:gd name="T3" fmla="*/ 0 h 355"/>
              <a:gd name="T4" fmla="*/ 69 w 88"/>
              <a:gd name="T5" fmla="*/ 34 h 355"/>
              <a:gd name="T6" fmla="*/ 62 w 88"/>
              <a:gd name="T7" fmla="*/ 49 h 355"/>
              <a:gd name="T8" fmla="*/ 56 w 88"/>
              <a:gd name="T9" fmla="*/ 13 h 355"/>
              <a:gd name="T10" fmla="*/ 12 w 88"/>
              <a:gd name="T11" fmla="*/ 13 h 355"/>
              <a:gd name="T12" fmla="*/ 7 w 88"/>
              <a:gd name="T13" fmla="*/ 49 h 355"/>
              <a:gd name="T14" fmla="*/ 1 w 88"/>
              <a:gd name="T15" fmla="*/ 58 h 355"/>
              <a:gd name="T16" fmla="*/ 22 w 88"/>
              <a:gd name="T17" fmla="*/ 70 h 355"/>
              <a:gd name="T18" fmla="*/ 1 w 88"/>
              <a:gd name="T19" fmla="*/ 107 h 355"/>
              <a:gd name="T20" fmla="*/ 68 w 88"/>
              <a:gd name="T21" fmla="*/ 87 h 355"/>
              <a:gd name="T22" fmla="*/ 1 w 88"/>
              <a:gd name="T23" fmla="*/ 58 h 355"/>
              <a:gd name="T24" fmla="*/ 60 w 88"/>
              <a:gd name="T25" fmla="*/ 86 h 355"/>
              <a:gd name="T26" fmla="*/ 26 w 88"/>
              <a:gd name="T27" fmla="*/ 98 h 355"/>
              <a:gd name="T28" fmla="*/ 57 w 88"/>
              <a:gd name="T29" fmla="*/ 83 h 355"/>
              <a:gd name="T30" fmla="*/ 73 w 88"/>
              <a:gd name="T31" fmla="*/ 81 h 355"/>
              <a:gd name="T32" fmla="*/ 88 w 88"/>
              <a:gd name="T33" fmla="*/ 88 h 355"/>
              <a:gd name="T34" fmla="*/ 73 w 88"/>
              <a:gd name="T35" fmla="*/ 81 h 355"/>
              <a:gd name="T36" fmla="*/ 49 w 88"/>
              <a:gd name="T37" fmla="*/ 183 h 355"/>
              <a:gd name="T38" fmla="*/ 58 w 88"/>
              <a:gd name="T39" fmla="*/ 183 h 355"/>
              <a:gd name="T40" fmla="*/ 1 w 88"/>
              <a:gd name="T41" fmla="*/ 156 h 355"/>
              <a:gd name="T42" fmla="*/ 52 w 88"/>
              <a:gd name="T43" fmla="*/ 131 h 355"/>
              <a:gd name="T44" fmla="*/ 59 w 88"/>
              <a:gd name="T45" fmla="*/ 128 h 355"/>
              <a:gd name="T46" fmla="*/ 1 w 88"/>
              <a:gd name="T47" fmla="*/ 129 h 355"/>
              <a:gd name="T48" fmla="*/ 68 w 88"/>
              <a:gd name="T49" fmla="*/ 124 h 355"/>
              <a:gd name="T50" fmla="*/ 14 w 88"/>
              <a:gd name="T51" fmla="*/ 154 h 355"/>
              <a:gd name="T52" fmla="*/ 11 w 88"/>
              <a:gd name="T53" fmla="*/ 155 h 355"/>
              <a:gd name="T54" fmla="*/ 8 w 88"/>
              <a:gd name="T55" fmla="*/ 156 h 355"/>
              <a:gd name="T56" fmla="*/ 14 w 88"/>
              <a:gd name="T57" fmla="*/ 158 h 355"/>
              <a:gd name="T58" fmla="*/ 68 w 88"/>
              <a:gd name="T59" fmla="*/ 187 h 355"/>
              <a:gd name="T60" fmla="*/ 1 w 88"/>
              <a:gd name="T61" fmla="*/ 183 h 355"/>
              <a:gd name="T62" fmla="*/ 67 w 88"/>
              <a:gd name="T63" fmla="*/ 291 h 355"/>
              <a:gd name="T64" fmla="*/ 64 w 88"/>
              <a:gd name="T65" fmla="*/ 286 h 355"/>
              <a:gd name="T66" fmla="*/ 64 w 88"/>
              <a:gd name="T67" fmla="*/ 280 h 355"/>
              <a:gd name="T68" fmla="*/ 69 w 88"/>
              <a:gd name="T69" fmla="*/ 260 h 355"/>
              <a:gd name="T70" fmla="*/ 60 w 88"/>
              <a:gd name="T71" fmla="*/ 236 h 355"/>
              <a:gd name="T72" fmla="*/ 34 w 88"/>
              <a:gd name="T73" fmla="*/ 227 h 355"/>
              <a:gd name="T74" fmla="*/ 9 w 88"/>
              <a:gd name="T75" fmla="*/ 236 h 355"/>
              <a:gd name="T76" fmla="*/ 0 w 88"/>
              <a:gd name="T77" fmla="*/ 258 h 355"/>
              <a:gd name="T78" fmla="*/ 9 w 88"/>
              <a:gd name="T79" fmla="*/ 282 h 355"/>
              <a:gd name="T80" fmla="*/ 35 w 88"/>
              <a:gd name="T81" fmla="*/ 290 h 355"/>
              <a:gd name="T82" fmla="*/ 60 w 88"/>
              <a:gd name="T83" fmla="*/ 284 h 355"/>
              <a:gd name="T84" fmla="*/ 70 w 88"/>
              <a:gd name="T85" fmla="*/ 296 h 355"/>
              <a:gd name="T86" fmla="*/ 76 w 88"/>
              <a:gd name="T87" fmla="*/ 295 h 355"/>
              <a:gd name="T88" fmla="*/ 70 w 88"/>
              <a:gd name="T89" fmla="*/ 291 h 355"/>
              <a:gd name="T90" fmla="*/ 47 w 88"/>
              <a:gd name="T91" fmla="*/ 284 h 355"/>
              <a:gd name="T92" fmla="*/ 22 w 88"/>
              <a:gd name="T93" fmla="*/ 284 h 355"/>
              <a:gd name="T94" fmla="*/ 6 w 88"/>
              <a:gd name="T95" fmla="*/ 270 h 355"/>
              <a:gd name="T96" fmla="*/ 6 w 88"/>
              <a:gd name="T97" fmla="*/ 247 h 355"/>
              <a:gd name="T98" fmla="*/ 22 w 88"/>
              <a:gd name="T99" fmla="*/ 234 h 355"/>
              <a:gd name="T100" fmla="*/ 47 w 88"/>
              <a:gd name="T101" fmla="*/ 234 h 355"/>
              <a:gd name="T102" fmla="*/ 63 w 88"/>
              <a:gd name="T103" fmla="*/ 248 h 355"/>
              <a:gd name="T104" fmla="*/ 63 w 88"/>
              <a:gd name="T105" fmla="*/ 270 h 355"/>
              <a:gd name="T106" fmla="*/ 1 w 88"/>
              <a:gd name="T107" fmla="*/ 352 h 355"/>
              <a:gd name="T108" fmla="*/ 58 w 88"/>
              <a:gd name="T109" fmla="*/ 309 h 355"/>
              <a:gd name="T110" fmla="*/ 59 w 88"/>
              <a:gd name="T111" fmla="*/ 309 h 355"/>
              <a:gd name="T112" fmla="*/ 1 w 88"/>
              <a:gd name="T113" fmla="*/ 309 h 355"/>
              <a:gd name="T114" fmla="*/ 68 w 88"/>
              <a:gd name="T115" fmla="*/ 304 h 355"/>
              <a:gd name="T116" fmla="*/ 14 w 88"/>
              <a:gd name="T117" fmla="*/ 347 h 355"/>
              <a:gd name="T118" fmla="*/ 10 w 88"/>
              <a:gd name="T119" fmla="*/ 351 h 355"/>
              <a:gd name="T120" fmla="*/ 68 w 88"/>
              <a:gd name="T121" fmla="*/ 350 h 355"/>
              <a:gd name="T122" fmla="*/ 1 w 88"/>
              <a:gd name="T123" fmla="*/ 355 h 3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88" h="355">
                <a:moveTo>
                  <a:pt x="3" y="49"/>
                </a:moveTo>
                <a:cubicBezTo>
                  <a:pt x="1" y="43"/>
                  <a:pt x="0" y="37"/>
                  <a:pt x="0" y="31"/>
                </a:cubicBezTo>
                <a:cubicBezTo>
                  <a:pt x="0" y="22"/>
                  <a:pt x="3" y="15"/>
                  <a:pt x="9" y="9"/>
                </a:cubicBezTo>
                <a:cubicBezTo>
                  <a:pt x="15" y="3"/>
                  <a:pt x="23" y="0"/>
                  <a:pt x="33" y="0"/>
                </a:cubicBezTo>
                <a:cubicBezTo>
                  <a:pt x="44" y="0"/>
                  <a:pt x="53" y="3"/>
                  <a:pt x="59" y="10"/>
                </a:cubicBezTo>
                <a:cubicBezTo>
                  <a:pt x="66" y="16"/>
                  <a:pt x="69" y="24"/>
                  <a:pt x="69" y="34"/>
                </a:cubicBezTo>
                <a:cubicBezTo>
                  <a:pt x="69" y="39"/>
                  <a:pt x="68" y="44"/>
                  <a:pt x="67" y="49"/>
                </a:cubicBezTo>
                <a:cubicBezTo>
                  <a:pt x="62" y="49"/>
                  <a:pt x="62" y="49"/>
                  <a:pt x="62" y="49"/>
                </a:cubicBezTo>
                <a:cubicBezTo>
                  <a:pt x="64" y="44"/>
                  <a:pt x="65" y="39"/>
                  <a:pt x="65" y="34"/>
                </a:cubicBezTo>
                <a:cubicBezTo>
                  <a:pt x="65" y="25"/>
                  <a:pt x="62" y="18"/>
                  <a:pt x="56" y="13"/>
                </a:cubicBezTo>
                <a:cubicBezTo>
                  <a:pt x="51" y="8"/>
                  <a:pt x="43" y="5"/>
                  <a:pt x="34" y="5"/>
                </a:cubicBezTo>
                <a:cubicBezTo>
                  <a:pt x="24" y="5"/>
                  <a:pt x="17" y="7"/>
                  <a:pt x="12" y="13"/>
                </a:cubicBezTo>
                <a:cubicBezTo>
                  <a:pt x="6" y="18"/>
                  <a:pt x="4" y="24"/>
                  <a:pt x="4" y="32"/>
                </a:cubicBezTo>
                <a:cubicBezTo>
                  <a:pt x="4" y="38"/>
                  <a:pt x="5" y="44"/>
                  <a:pt x="7" y="49"/>
                </a:cubicBezTo>
                <a:lnTo>
                  <a:pt x="3" y="49"/>
                </a:lnTo>
                <a:close/>
                <a:moveTo>
                  <a:pt x="1" y="58"/>
                </a:moveTo>
                <a:cubicBezTo>
                  <a:pt x="1" y="63"/>
                  <a:pt x="1" y="63"/>
                  <a:pt x="1" y="63"/>
                </a:cubicBezTo>
                <a:cubicBezTo>
                  <a:pt x="22" y="70"/>
                  <a:pt x="22" y="70"/>
                  <a:pt x="22" y="70"/>
                </a:cubicBezTo>
                <a:cubicBezTo>
                  <a:pt x="22" y="100"/>
                  <a:pt x="22" y="100"/>
                  <a:pt x="22" y="100"/>
                </a:cubicBezTo>
                <a:cubicBezTo>
                  <a:pt x="1" y="107"/>
                  <a:pt x="1" y="107"/>
                  <a:pt x="1" y="107"/>
                </a:cubicBezTo>
                <a:cubicBezTo>
                  <a:pt x="1" y="113"/>
                  <a:pt x="1" y="113"/>
                  <a:pt x="1" y="113"/>
                </a:cubicBezTo>
                <a:cubicBezTo>
                  <a:pt x="68" y="87"/>
                  <a:pt x="68" y="87"/>
                  <a:pt x="68" y="87"/>
                </a:cubicBezTo>
                <a:cubicBezTo>
                  <a:pt x="68" y="83"/>
                  <a:pt x="68" y="83"/>
                  <a:pt x="68" y="83"/>
                </a:cubicBezTo>
                <a:lnTo>
                  <a:pt x="1" y="58"/>
                </a:lnTo>
                <a:close/>
                <a:moveTo>
                  <a:pt x="62" y="85"/>
                </a:moveTo>
                <a:cubicBezTo>
                  <a:pt x="61" y="85"/>
                  <a:pt x="61" y="86"/>
                  <a:pt x="60" y="86"/>
                </a:cubicBezTo>
                <a:cubicBezTo>
                  <a:pt x="59" y="86"/>
                  <a:pt x="58" y="86"/>
                  <a:pt x="57" y="87"/>
                </a:cubicBezTo>
                <a:cubicBezTo>
                  <a:pt x="26" y="98"/>
                  <a:pt x="26" y="98"/>
                  <a:pt x="26" y="98"/>
                </a:cubicBezTo>
                <a:cubicBezTo>
                  <a:pt x="26" y="72"/>
                  <a:pt x="26" y="72"/>
                  <a:pt x="26" y="72"/>
                </a:cubicBezTo>
                <a:cubicBezTo>
                  <a:pt x="57" y="83"/>
                  <a:pt x="57" y="83"/>
                  <a:pt x="57" y="83"/>
                </a:cubicBezTo>
                <a:cubicBezTo>
                  <a:pt x="58" y="84"/>
                  <a:pt x="60" y="84"/>
                  <a:pt x="62" y="85"/>
                </a:cubicBezTo>
                <a:close/>
                <a:moveTo>
                  <a:pt x="73" y="81"/>
                </a:moveTo>
                <a:cubicBezTo>
                  <a:pt x="73" y="77"/>
                  <a:pt x="73" y="77"/>
                  <a:pt x="73" y="77"/>
                </a:cubicBezTo>
                <a:cubicBezTo>
                  <a:pt x="88" y="88"/>
                  <a:pt x="88" y="88"/>
                  <a:pt x="88" y="88"/>
                </a:cubicBezTo>
                <a:cubicBezTo>
                  <a:pt x="88" y="93"/>
                  <a:pt x="88" y="93"/>
                  <a:pt x="88" y="93"/>
                </a:cubicBezTo>
                <a:lnTo>
                  <a:pt x="73" y="81"/>
                </a:lnTo>
                <a:close/>
                <a:moveTo>
                  <a:pt x="1" y="183"/>
                </a:moveTo>
                <a:cubicBezTo>
                  <a:pt x="49" y="183"/>
                  <a:pt x="49" y="183"/>
                  <a:pt x="49" y="183"/>
                </a:cubicBezTo>
                <a:cubicBezTo>
                  <a:pt x="50" y="183"/>
                  <a:pt x="53" y="183"/>
                  <a:pt x="58" y="183"/>
                </a:cubicBezTo>
                <a:cubicBezTo>
                  <a:pt x="58" y="183"/>
                  <a:pt x="58" y="183"/>
                  <a:pt x="58" y="183"/>
                </a:cubicBezTo>
                <a:cubicBezTo>
                  <a:pt x="56" y="182"/>
                  <a:pt x="54" y="181"/>
                  <a:pt x="53" y="180"/>
                </a:cubicBezTo>
                <a:cubicBezTo>
                  <a:pt x="1" y="156"/>
                  <a:pt x="1" y="156"/>
                  <a:pt x="1" y="156"/>
                </a:cubicBezTo>
                <a:cubicBezTo>
                  <a:pt x="1" y="155"/>
                  <a:pt x="1" y="155"/>
                  <a:pt x="1" y="155"/>
                </a:cubicBezTo>
                <a:cubicBezTo>
                  <a:pt x="52" y="131"/>
                  <a:pt x="52" y="131"/>
                  <a:pt x="52" y="131"/>
                </a:cubicBezTo>
                <a:cubicBezTo>
                  <a:pt x="54" y="130"/>
                  <a:pt x="56" y="129"/>
                  <a:pt x="59" y="129"/>
                </a:cubicBezTo>
                <a:cubicBezTo>
                  <a:pt x="59" y="128"/>
                  <a:pt x="59" y="128"/>
                  <a:pt x="59" y="128"/>
                </a:cubicBezTo>
                <a:cubicBezTo>
                  <a:pt x="56" y="129"/>
                  <a:pt x="53" y="129"/>
                  <a:pt x="50" y="129"/>
                </a:cubicBezTo>
                <a:cubicBezTo>
                  <a:pt x="1" y="129"/>
                  <a:pt x="1" y="129"/>
                  <a:pt x="1" y="129"/>
                </a:cubicBezTo>
                <a:cubicBezTo>
                  <a:pt x="1" y="124"/>
                  <a:pt x="1" y="124"/>
                  <a:pt x="1" y="124"/>
                </a:cubicBezTo>
                <a:cubicBezTo>
                  <a:pt x="68" y="124"/>
                  <a:pt x="68" y="124"/>
                  <a:pt x="68" y="124"/>
                </a:cubicBezTo>
                <a:cubicBezTo>
                  <a:pt x="68" y="128"/>
                  <a:pt x="68" y="128"/>
                  <a:pt x="68" y="128"/>
                </a:cubicBezTo>
                <a:cubicBezTo>
                  <a:pt x="14" y="154"/>
                  <a:pt x="14" y="154"/>
                  <a:pt x="14" y="154"/>
                </a:cubicBezTo>
                <a:cubicBezTo>
                  <a:pt x="13" y="154"/>
                  <a:pt x="13" y="154"/>
                  <a:pt x="13" y="154"/>
                </a:cubicBezTo>
                <a:cubicBezTo>
                  <a:pt x="12" y="154"/>
                  <a:pt x="11" y="154"/>
                  <a:pt x="11" y="155"/>
                </a:cubicBezTo>
                <a:cubicBezTo>
                  <a:pt x="10" y="155"/>
                  <a:pt x="9" y="155"/>
                  <a:pt x="8" y="156"/>
                </a:cubicBezTo>
                <a:cubicBezTo>
                  <a:pt x="8" y="156"/>
                  <a:pt x="8" y="156"/>
                  <a:pt x="8" y="156"/>
                </a:cubicBezTo>
                <a:cubicBezTo>
                  <a:pt x="10" y="156"/>
                  <a:pt x="10" y="156"/>
                  <a:pt x="10" y="156"/>
                </a:cubicBezTo>
                <a:cubicBezTo>
                  <a:pt x="10" y="157"/>
                  <a:pt x="11" y="157"/>
                  <a:pt x="14" y="158"/>
                </a:cubicBezTo>
                <a:cubicBezTo>
                  <a:pt x="68" y="183"/>
                  <a:pt x="68" y="183"/>
                  <a:pt x="68" y="183"/>
                </a:cubicBezTo>
                <a:cubicBezTo>
                  <a:pt x="68" y="187"/>
                  <a:pt x="68" y="187"/>
                  <a:pt x="68" y="187"/>
                </a:cubicBezTo>
                <a:cubicBezTo>
                  <a:pt x="1" y="187"/>
                  <a:pt x="1" y="187"/>
                  <a:pt x="1" y="187"/>
                </a:cubicBezTo>
                <a:lnTo>
                  <a:pt x="1" y="183"/>
                </a:lnTo>
                <a:close/>
                <a:moveTo>
                  <a:pt x="70" y="291"/>
                </a:moveTo>
                <a:cubicBezTo>
                  <a:pt x="69" y="291"/>
                  <a:pt x="68" y="291"/>
                  <a:pt x="67" y="291"/>
                </a:cubicBezTo>
                <a:cubicBezTo>
                  <a:pt x="66" y="290"/>
                  <a:pt x="66" y="290"/>
                  <a:pt x="65" y="289"/>
                </a:cubicBezTo>
                <a:cubicBezTo>
                  <a:pt x="65" y="288"/>
                  <a:pt x="64" y="287"/>
                  <a:pt x="64" y="286"/>
                </a:cubicBezTo>
                <a:cubicBezTo>
                  <a:pt x="64" y="285"/>
                  <a:pt x="64" y="284"/>
                  <a:pt x="64" y="282"/>
                </a:cubicBezTo>
                <a:cubicBezTo>
                  <a:pt x="64" y="281"/>
                  <a:pt x="64" y="280"/>
                  <a:pt x="64" y="280"/>
                </a:cubicBezTo>
                <a:cubicBezTo>
                  <a:pt x="64" y="279"/>
                  <a:pt x="64" y="278"/>
                  <a:pt x="64" y="277"/>
                </a:cubicBezTo>
                <a:cubicBezTo>
                  <a:pt x="67" y="272"/>
                  <a:pt x="69" y="267"/>
                  <a:pt x="69" y="260"/>
                </a:cubicBezTo>
                <a:cubicBezTo>
                  <a:pt x="69" y="255"/>
                  <a:pt x="68" y="250"/>
                  <a:pt x="67" y="246"/>
                </a:cubicBezTo>
                <a:cubicBezTo>
                  <a:pt x="65" y="242"/>
                  <a:pt x="63" y="239"/>
                  <a:pt x="60" y="236"/>
                </a:cubicBezTo>
                <a:cubicBezTo>
                  <a:pt x="56" y="233"/>
                  <a:pt x="53" y="231"/>
                  <a:pt x="48" y="229"/>
                </a:cubicBezTo>
                <a:cubicBezTo>
                  <a:pt x="44" y="228"/>
                  <a:pt x="39" y="227"/>
                  <a:pt x="34" y="227"/>
                </a:cubicBezTo>
                <a:cubicBezTo>
                  <a:pt x="29" y="227"/>
                  <a:pt x="24" y="228"/>
                  <a:pt x="20" y="229"/>
                </a:cubicBezTo>
                <a:cubicBezTo>
                  <a:pt x="16" y="231"/>
                  <a:pt x="12" y="233"/>
                  <a:pt x="9" y="236"/>
                </a:cubicBezTo>
                <a:cubicBezTo>
                  <a:pt x="6" y="238"/>
                  <a:pt x="4" y="242"/>
                  <a:pt x="2" y="245"/>
                </a:cubicBezTo>
                <a:cubicBezTo>
                  <a:pt x="0" y="249"/>
                  <a:pt x="0" y="254"/>
                  <a:pt x="0" y="258"/>
                </a:cubicBezTo>
                <a:cubicBezTo>
                  <a:pt x="0" y="263"/>
                  <a:pt x="0" y="268"/>
                  <a:pt x="2" y="271"/>
                </a:cubicBezTo>
                <a:cubicBezTo>
                  <a:pt x="4" y="275"/>
                  <a:pt x="6" y="279"/>
                  <a:pt x="9" y="282"/>
                </a:cubicBezTo>
                <a:cubicBezTo>
                  <a:pt x="12" y="284"/>
                  <a:pt x="16" y="286"/>
                  <a:pt x="20" y="288"/>
                </a:cubicBezTo>
                <a:cubicBezTo>
                  <a:pt x="25" y="289"/>
                  <a:pt x="30" y="290"/>
                  <a:pt x="35" y="290"/>
                </a:cubicBezTo>
                <a:cubicBezTo>
                  <a:pt x="45" y="290"/>
                  <a:pt x="53" y="287"/>
                  <a:pt x="60" y="282"/>
                </a:cubicBezTo>
                <a:cubicBezTo>
                  <a:pt x="60" y="284"/>
                  <a:pt x="60" y="284"/>
                  <a:pt x="60" y="284"/>
                </a:cubicBezTo>
                <a:cubicBezTo>
                  <a:pt x="60" y="288"/>
                  <a:pt x="60" y="291"/>
                  <a:pt x="62" y="293"/>
                </a:cubicBezTo>
                <a:cubicBezTo>
                  <a:pt x="64" y="295"/>
                  <a:pt x="66" y="296"/>
                  <a:pt x="70" y="296"/>
                </a:cubicBezTo>
                <a:cubicBezTo>
                  <a:pt x="71" y="296"/>
                  <a:pt x="72" y="296"/>
                  <a:pt x="73" y="296"/>
                </a:cubicBezTo>
                <a:cubicBezTo>
                  <a:pt x="74" y="295"/>
                  <a:pt x="75" y="295"/>
                  <a:pt x="76" y="295"/>
                </a:cubicBezTo>
                <a:cubicBezTo>
                  <a:pt x="76" y="290"/>
                  <a:pt x="76" y="290"/>
                  <a:pt x="76" y="290"/>
                </a:cubicBezTo>
                <a:cubicBezTo>
                  <a:pt x="74" y="291"/>
                  <a:pt x="72" y="291"/>
                  <a:pt x="70" y="291"/>
                </a:cubicBezTo>
                <a:close/>
                <a:moveTo>
                  <a:pt x="57" y="278"/>
                </a:moveTo>
                <a:cubicBezTo>
                  <a:pt x="54" y="281"/>
                  <a:pt x="51" y="282"/>
                  <a:pt x="47" y="284"/>
                </a:cubicBezTo>
                <a:cubicBezTo>
                  <a:pt x="44" y="285"/>
                  <a:pt x="39" y="285"/>
                  <a:pt x="35" y="285"/>
                </a:cubicBezTo>
                <a:cubicBezTo>
                  <a:pt x="30" y="285"/>
                  <a:pt x="25" y="285"/>
                  <a:pt x="22" y="284"/>
                </a:cubicBezTo>
                <a:cubicBezTo>
                  <a:pt x="18" y="282"/>
                  <a:pt x="15" y="280"/>
                  <a:pt x="12" y="278"/>
                </a:cubicBezTo>
                <a:cubicBezTo>
                  <a:pt x="9" y="276"/>
                  <a:pt x="7" y="273"/>
                  <a:pt x="6" y="270"/>
                </a:cubicBezTo>
                <a:cubicBezTo>
                  <a:pt x="4" y="266"/>
                  <a:pt x="4" y="262"/>
                  <a:pt x="4" y="258"/>
                </a:cubicBezTo>
                <a:cubicBezTo>
                  <a:pt x="4" y="254"/>
                  <a:pt x="5" y="251"/>
                  <a:pt x="6" y="247"/>
                </a:cubicBezTo>
                <a:cubicBezTo>
                  <a:pt x="7" y="244"/>
                  <a:pt x="9" y="241"/>
                  <a:pt x="12" y="239"/>
                </a:cubicBezTo>
                <a:cubicBezTo>
                  <a:pt x="15" y="237"/>
                  <a:pt x="18" y="235"/>
                  <a:pt x="22" y="234"/>
                </a:cubicBezTo>
                <a:cubicBezTo>
                  <a:pt x="25" y="233"/>
                  <a:pt x="30" y="232"/>
                  <a:pt x="34" y="232"/>
                </a:cubicBezTo>
                <a:cubicBezTo>
                  <a:pt x="39" y="232"/>
                  <a:pt x="43" y="233"/>
                  <a:pt x="47" y="234"/>
                </a:cubicBezTo>
                <a:cubicBezTo>
                  <a:pt x="51" y="235"/>
                  <a:pt x="54" y="237"/>
                  <a:pt x="56" y="240"/>
                </a:cubicBezTo>
                <a:cubicBezTo>
                  <a:pt x="59" y="242"/>
                  <a:pt x="61" y="245"/>
                  <a:pt x="63" y="248"/>
                </a:cubicBezTo>
                <a:cubicBezTo>
                  <a:pt x="64" y="251"/>
                  <a:pt x="65" y="255"/>
                  <a:pt x="65" y="259"/>
                </a:cubicBezTo>
                <a:cubicBezTo>
                  <a:pt x="65" y="263"/>
                  <a:pt x="64" y="267"/>
                  <a:pt x="63" y="270"/>
                </a:cubicBezTo>
                <a:cubicBezTo>
                  <a:pt x="62" y="273"/>
                  <a:pt x="60" y="276"/>
                  <a:pt x="57" y="278"/>
                </a:cubicBezTo>
                <a:close/>
                <a:moveTo>
                  <a:pt x="1" y="352"/>
                </a:moveTo>
                <a:cubicBezTo>
                  <a:pt x="55" y="312"/>
                  <a:pt x="55" y="312"/>
                  <a:pt x="55" y="312"/>
                </a:cubicBezTo>
                <a:cubicBezTo>
                  <a:pt x="56" y="311"/>
                  <a:pt x="57" y="310"/>
                  <a:pt x="58" y="309"/>
                </a:cubicBezTo>
                <a:cubicBezTo>
                  <a:pt x="59" y="309"/>
                  <a:pt x="59" y="309"/>
                  <a:pt x="59" y="309"/>
                </a:cubicBezTo>
                <a:cubicBezTo>
                  <a:pt x="59" y="309"/>
                  <a:pt x="59" y="309"/>
                  <a:pt x="59" y="309"/>
                </a:cubicBezTo>
                <a:cubicBezTo>
                  <a:pt x="59" y="309"/>
                  <a:pt x="58" y="309"/>
                  <a:pt x="56" y="309"/>
                </a:cubicBezTo>
                <a:cubicBezTo>
                  <a:pt x="1" y="309"/>
                  <a:pt x="1" y="309"/>
                  <a:pt x="1" y="309"/>
                </a:cubicBezTo>
                <a:cubicBezTo>
                  <a:pt x="1" y="304"/>
                  <a:pt x="1" y="304"/>
                  <a:pt x="1" y="304"/>
                </a:cubicBezTo>
                <a:cubicBezTo>
                  <a:pt x="68" y="304"/>
                  <a:pt x="68" y="304"/>
                  <a:pt x="68" y="304"/>
                </a:cubicBezTo>
                <a:cubicBezTo>
                  <a:pt x="68" y="308"/>
                  <a:pt x="68" y="308"/>
                  <a:pt x="68" y="308"/>
                </a:cubicBezTo>
                <a:cubicBezTo>
                  <a:pt x="14" y="347"/>
                  <a:pt x="14" y="347"/>
                  <a:pt x="14" y="347"/>
                </a:cubicBezTo>
                <a:cubicBezTo>
                  <a:pt x="13" y="348"/>
                  <a:pt x="11" y="349"/>
                  <a:pt x="10" y="350"/>
                </a:cubicBezTo>
                <a:cubicBezTo>
                  <a:pt x="10" y="351"/>
                  <a:pt x="10" y="351"/>
                  <a:pt x="10" y="351"/>
                </a:cubicBezTo>
                <a:cubicBezTo>
                  <a:pt x="12" y="350"/>
                  <a:pt x="14" y="350"/>
                  <a:pt x="15" y="350"/>
                </a:cubicBezTo>
                <a:cubicBezTo>
                  <a:pt x="68" y="350"/>
                  <a:pt x="68" y="350"/>
                  <a:pt x="68" y="350"/>
                </a:cubicBezTo>
                <a:cubicBezTo>
                  <a:pt x="68" y="355"/>
                  <a:pt x="68" y="355"/>
                  <a:pt x="68" y="355"/>
                </a:cubicBezTo>
                <a:cubicBezTo>
                  <a:pt x="1" y="355"/>
                  <a:pt x="1" y="355"/>
                  <a:pt x="1" y="355"/>
                </a:cubicBezTo>
                <a:lnTo>
                  <a:pt x="1" y="35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35" name="Freeform 254">
            <a:extLst>
              <a:ext uri="{FF2B5EF4-FFF2-40B4-BE49-F238E27FC236}">
                <a16:creationId xmlns:a16="http://schemas.microsoft.com/office/drawing/2014/main" id="{91BCA01A-F827-EAA3-962D-337FEBAA6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269635" y="4428592"/>
            <a:ext cx="981279" cy="146420"/>
          </a:xfrm>
          <a:custGeom>
            <a:avLst/>
            <a:gdLst>
              <a:gd name="T0" fmla="*/ 0 w 323"/>
              <a:gd name="T1" fmla="*/ 24 h 48"/>
              <a:gd name="T2" fmla="*/ 37 w 323"/>
              <a:gd name="T3" fmla="*/ 6 h 48"/>
              <a:gd name="T4" fmla="*/ 21 w 323"/>
              <a:gd name="T5" fmla="*/ 48 h 48"/>
              <a:gd name="T6" fmla="*/ 5 w 323"/>
              <a:gd name="T7" fmla="*/ 24 h 48"/>
              <a:gd name="T8" fmla="*/ 33 w 323"/>
              <a:gd name="T9" fmla="*/ 38 h 48"/>
              <a:gd name="T10" fmla="*/ 22 w 323"/>
              <a:gd name="T11" fmla="*/ 5 h 48"/>
              <a:gd name="T12" fmla="*/ 66 w 323"/>
              <a:gd name="T13" fmla="*/ 1 h 48"/>
              <a:gd name="T14" fmla="*/ 77 w 323"/>
              <a:gd name="T15" fmla="*/ 18 h 48"/>
              <a:gd name="T16" fmla="*/ 78 w 323"/>
              <a:gd name="T17" fmla="*/ 26 h 48"/>
              <a:gd name="T18" fmla="*/ 66 w 323"/>
              <a:gd name="T19" fmla="*/ 47 h 48"/>
              <a:gd name="T20" fmla="*/ 58 w 323"/>
              <a:gd name="T21" fmla="*/ 20 h 48"/>
              <a:gd name="T22" fmla="*/ 73 w 323"/>
              <a:gd name="T23" fmla="*/ 12 h 48"/>
              <a:gd name="T24" fmla="*/ 58 w 323"/>
              <a:gd name="T25" fmla="*/ 25 h 48"/>
              <a:gd name="T26" fmla="*/ 73 w 323"/>
              <a:gd name="T27" fmla="*/ 40 h 48"/>
              <a:gd name="T28" fmla="*/ 58 w 323"/>
              <a:gd name="T29" fmla="*/ 25 h 48"/>
              <a:gd name="T30" fmla="*/ 109 w 323"/>
              <a:gd name="T31" fmla="*/ 34 h 48"/>
              <a:gd name="T32" fmla="*/ 103 w 323"/>
              <a:gd name="T33" fmla="*/ 28 h 48"/>
              <a:gd name="T34" fmla="*/ 96 w 323"/>
              <a:gd name="T35" fmla="*/ 47 h 48"/>
              <a:gd name="T36" fmla="*/ 104 w 323"/>
              <a:gd name="T37" fmla="*/ 1 h 48"/>
              <a:gd name="T38" fmla="*/ 117 w 323"/>
              <a:gd name="T39" fmla="*/ 7 h 48"/>
              <a:gd name="T40" fmla="*/ 116 w 323"/>
              <a:gd name="T41" fmla="*/ 21 h 48"/>
              <a:gd name="T42" fmla="*/ 108 w 323"/>
              <a:gd name="T43" fmla="*/ 26 h 48"/>
              <a:gd name="T44" fmla="*/ 113 w 323"/>
              <a:gd name="T45" fmla="*/ 30 h 48"/>
              <a:gd name="T46" fmla="*/ 96 w 323"/>
              <a:gd name="T47" fmla="*/ 5 h 48"/>
              <a:gd name="T48" fmla="*/ 107 w 323"/>
              <a:gd name="T49" fmla="*/ 22 h 48"/>
              <a:gd name="T50" fmla="*/ 113 w 323"/>
              <a:gd name="T51" fmla="*/ 13 h 48"/>
              <a:gd name="T52" fmla="*/ 96 w 323"/>
              <a:gd name="T53" fmla="*/ 5 h 48"/>
              <a:gd name="T54" fmla="*/ 130 w 323"/>
              <a:gd name="T55" fmla="*/ 1 h 48"/>
              <a:gd name="T56" fmla="*/ 182 w 323"/>
              <a:gd name="T57" fmla="*/ 44 h 48"/>
              <a:gd name="T58" fmla="*/ 145 w 323"/>
              <a:gd name="T59" fmla="*/ 24 h 48"/>
              <a:gd name="T60" fmla="*/ 181 w 323"/>
              <a:gd name="T61" fmla="*/ 2 h 48"/>
              <a:gd name="T62" fmla="*/ 155 w 323"/>
              <a:gd name="T63" fmla="*/ 10 h 48"/>
              <a:gd name="T64" fmla="*/ 167 w 323"/>
              <a:gd name="T65" fmla="*/ 43 h 48"/>
              <a:gd name="T66" fmla="*/ 167 w 323"/>
              <a:gd name="T67" fmla="*/ 28 h 48"/>
              <a:gd name="T68" fmla="*/ 182 w 323"/>
              <a:gd name="T69" fmla="*/ 44 h 48"/>
              <a:gd name="T70" fmla="*/ 218 w 323"/>
              <a:gd name="T71" fmla="*/ 34 h 48"/>
              <a:gd name="T72" fmla="*/ 188 w 323"/>
              <a:gd name="T73" fmla="*/ 47 h 48"/>
              <a:gd name="T74" fmla="*/ 229 w 323"/>
              <a:gd name="T75" fmla="*/ 47 h 48"/>
              <a:gd name="T76" fmla="*/ 208 w 323"/>
              <a:gd name="T77" fmla="*/ 6 h 48"/>
              <a:gd name="T78" fmla="*/ 200 w 323"/>
              <a:gd name="T79" fmla="*/ 29 h 48"/>
              <a:gd name="T80" fmla="*/ 236 w 323"/>
              <a:gd name="T81" fmla="*/ 1 h 48"/>
              <a:gd name="T82" fmla="*/ 266 w 323"/>
              <a:gd name="T83" fmla="*/ 40 h 48"/>
              <a:gd name="T84" fmla="*/ 241 w 323"/>
              <a:gd name="T85" fmla="*/ 5 h 48"/>
              <a:gd name="T86" fmla="*/ 262 w 323"/>
              <a:gd name="T87" fmla="*/ 37 h 48"/>
              <a:gd name="T88" fmla="*/ 241 w 323"/>
              <a:gd name="T89" fmla="*/ 5 h 48"/>
              <a:gd name="T90" fmla="*/ 279 w 323"/>
              <a:gd name="T91" fmla="*/ 24 h 48"/>
              <a:gd name="T92" fmla="*/ 317 w 323"/>
              <a:gd name="T93" fmla="*/ 6 h 48"/>
              <a:gd name="T94" fmla="*/ 301 w 323"/>
              <a:gd name="T95" fmla="*/ 48 h 48"/>
              <a:gd name="T96" fmla="*/ 285 w 323"/>
              <a:gd name="T97" fmla="*/ 24 h 48"/>
              <a:gd name="T98" fmla="*/ 313 w 323"/>
              <a:gd name="T99" fmla="*/ 38 h 48"/>
              <a:gd name="T100" fmla="*/ 301 w 323"/>
              <a:gd name="T101" fmla="*/ 5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323" h="48">
                <a:moveTo>
                  <a:pt x="21" y="48"/>
                </a:moveTo>
                <a:cubicBezTo>
                  <a:pt x="15" y="48"/>
                  <a:pt x="9" y="46"/>
                  <a:pt x="5" y="41"/>
                </a:cubicBezTo>
                <a:cubicBezTo>
                  <a:pt x="1" y="37"/>
                  <a:pt x="0" y="31"/>
                  <a:pt x="0" y="24"/>
                </a:cubicBezTo>
                <a:cubicBezTo>
                  <a:pt x="0" y="17"/>
                  <a:pt x="2" y="11"/>
                  <a:pt x="6" y="6"/>
                </a:cubicBezTo>
                <a:cubicBezTo>
                  <a:pt x="10" y="2"/>
                  <a:pt x="15" y="0"/>
                  <a:pt x="22" y="0"/>
                </a:cubicBezTo>
                <a:cubicBezTo>
                  <a:pt x="28" y="0"/>
                  <a:pt x="34" y="2"/>
                  <a:pt x="37" y="6"/>
                </a:cubicBezTo>
                <a:cubicBezTo>
                  <a:pt x="41" y="11"/>
                  <a:pt x="43" y="16"/>
                  <a:pt x="43" y="23"/>
                </a:cubicBezTo>
                <a:cubicBezTo>
                  <a:pt x="43" y="31"/>
                  <a:pt x="41" y="37"/>
                  <a:pt x="37" y="41"/>
                </a:cubicBezTo>
                <a:cubicBezTo>
                  <a:pt x="33" y="45"/>
                  <a:pt x="28" y="48"/>
                  <a:pt x="21" y="48"/>
                </a:cubicBezTo>
                <a:close/>
                <a:moveTo>
                  <a:pt x="22" y="5"/>
                </a:moveTo>
                <a:cubicBezTo>
                  <a:pt x="17" y="5"/>
                  <a:pt x="13" y="6"/>
                  <a:pt x="10" y="10"/>
                </a:cubicBezTo>
                <a:cubicBezTo>
                  <a:pt x="7" y="13"/>
                  <a:pt x="5" y="18"/>
                  <a:pt x="5" y="24"/>
                </a:cubicBezTo>
                <a:cubicBezTo>
                  <a:pt x="5" y="30"/>
                  <a:pt x="7" y="34"/>
                  <a:pt x="10" y="38"/>
                </a:cubicBezTo>
                <a:cubicBezTo>
                  <a:pt x="13" y="41"/>
                  <a:pt x="16" y="43"/>
                  <a:pt x="21" y="43"/>
                </a:cubicBezTo>
                <a:cubicBezTo>
                  <a:pt x="26" y="43"/>
                  <a:pt x="30" y="41"/>
                  <a:pt x="33" y="38"/>
                </a:cubicBezTo>
                <a:cubicBezTo>
                  <a:pt x="36" y="35"/>
                  <a:pt x="38" y="30"/>
                  <a:pt x="38" y="24"/>
                </a:cubicBezTo>
                <a:cubicBezTo>
                  <a:pt x="38" y="18"/>
                  <a:pt x="36" y="13"/>
                  <a:pt x="33" y="10"/>
                </a:cubicBezTo>
                <a:cubicBezTo>
                  <a:pt x="31" y="6"/>
                  <a:pt x="27" y="5"/>
                  <a:pt x="22" y="5"/>
                </a:cubicBezTo>
                <a:close/>
                <a:moveTo>
                  <a:pt x="52" y="47"/>
                </a:moveTo>
                <a:cubicBezTo>
                  <a:pt x="52" y="1"/>
                  <a:pt x="52" y="1"/>
                  <a:pt x="52" y="1"/>
                </a:cubicBezTo>
                <a:cubicBezTo>
                  <a:pt x="66" y="1"/>
                  <a:pt x="66" y="1"/>
                  <a:pt x="66" y="1"/>
                </a:cubicBezTo>
                <a:cubicBezTo>
                  <a:pt x="70" y="1"/>
                  <a:pt x="73" y="2"/>
                  <a:pt x="75" y="3"/>
                </a:cubicBezTo>
                <a:cubicBezTo>
                  <a:pt x="78" y="5"/>
                  <a:pt x="79" y="8"/>
                  <a:pt x="79" y="11"/>
                </a:cubicBezTo>
                <a:cubicBezTo>
                  <a:pt x="79" y="14"/>
                  <a:pt x="78" y="16"/>
                  <a:pt x="77" y="18"/>
                </a:cubicBezTo>
                <a:cubicBezTo>
                  <a:pt x="75" y="20"/>
                  <a:pt x="73" y="21"/>
                  <a:pt x="71" y="22"/>
                </a:cubicBezTo>
                <a:cubicBezTo>
                  <a:pt x="71" y="22"/>
                  <a:pt x="71" y="22"/>
                  <a:pt x="71" y="22"/>
                </a:cubicBezTo>
                <a:cubicBezTo>
                  <a:pt x="74" y="23"/>
                  <a:pt x="76" y="24"/>
                  <a:pt x="78" y="26"/>
                </a:cubicBezTo>
                <a:cubicBezTo>
                  <a:pt x="80" y="28"/>
                  <a:pt x="81" y="30"/>
                  <a:pt x="81" y="34"/>
                </a:cubicBezTo>
                <a:cubicBezTo>
                  <a:pt x="81" y="38"/>
                  <a:pt x="80" y="41"/>
                  <a:pt x="77" y="43"/>
                </a:cubicBezTo>
                <a:cubicBezTo>
                  <a:pt x="74" y="46"/>
                  <a:pt x="70" y="47"/>
                  <a:pt x="66" y="47"/>
                </a:cubicBezTo>
                <a:lnTo>
                  <a:pt x="52" y="47"/>
                </a:lnTo>
                <a:close/>
                <a:moveTo>
                  <a:pt x="58" y="5"/>
                </a:moveTo>
                <a:cubicBezTo>
                  <a:pt x="58" y="20"/>
                  <a:pt x="58" y="20"/>
                  <a:pt x="58" y="20"/>
                </a:cubicBezTo>
                <a:cubicBezTo>
                  <a:pt x="63" y="20"/>
                  <a:pt x="63" y="20"/>
                  <a:pt x="63" y="20"/>
                </a:cubicBezTo>
                <a:cubicBezTo>
                  <a:pt x="66" y="20"/>
                  <a:pt x="69" y="20"/>
                  <a:pt x="70" y="18"/>
                </a:cubicBezTo>
                <a:cubicBezTo>
                  <a:pt x="72" y="17"/>
                  <a:pt x="73" y="15"/>
                  <a:pt x="73" y="12"/>
                </a:cubicBezTo>
                <a:cubicBezTo>
                  <a:pt x="73" y="8"/>
                  <a:pt x="70" y="5"/>
                  <a:pt x="64" y="5"/>
                </a:cubicBezTo>
                <a:lnTo>
                  <a:pt x="58" y="5"/>
                </a:lnTo>
                <a:close/>
                <a:moveTo>
                  <a:pt x="58" y="25"/>
                </a:moveTo>
                <a:cubicBezTo>
                  <a:pt x="58" y="42"/>
                  <a:pt x="58" y="42"/>
                  <a:pt x="58" y="42"/>
                </a:cubicBezTo>
                <a:cubicBezTo>
                  <a:pt x="65" y="42"/>
                  <a:pt x="65" y="42"/>
                  <a:pt x="65" y="42"/>
                </a:cubicBezTo>
                <a:cubicBezTo>
                  <a:pt x="68" y="42"/>
                  <a:pt x="71" y="41"/>
                  <a:pt x="73" y="40"/>
                </a:cubicBezTo>
                <a:cubicBezTo>
                  <a:pt x="74" y="38"/>
                  <a:pt x="75" y="36"/>
                  <a:pt x="75" y="34"/>
                </a:cubicBezTo>
                <a:cubicBezTo>
                  <a:pt x="75" y="28"/>
                  <a:pt x="72" y="25"/>
                  <a:pt x="64" y="25"/>
                </a:cubicBezTo>
                <a:lnTo>
                  <a:pt x="58" y="25"/>
                </a:lnTo>
                <a:close/>
                <a:moveTo>
                  <a:pt x="124" y="47"/>
                </a:moveTo>
                <a:cubicBezTo>
                  <a:pt x="117" y="47"/>
                  <a:pt x="117" y="47"/>
                  <a:pt x="117" y="47"/>
                </a:cubicBezTo>
                <a:cubicBezTo>
                  <a:pt x="109" y="34"/>
                  <a:pt x="109" y="34"/>
                  <a:pt x="109" y="34"/>
                </a:cubicBezTo>
                <a:cubicBezTo>
                  <a:pt x="109" y="33"/>
                  <a:pt x="108" y="32"/>
                  <a:pt x="107" y="31"/>
                </a:cubicBezTo>
                <a:cubicBezTo>
                  <a:pt x="107" y="30"/>
                  <a:pt x="106" y="29"/>
                  <a:pt x="105" y="29"/>
                </a:cubicBezTo>
                <a:cubicBezTo>
                  <a:pt x="105" y="28"/>
                  <a:pt x="104" y="28"/>
                  <a:pt x="103" y="28"/>
                </a:cubicBezTo>
                <a:cubicBezTo>
                  <a:pt x="102" y="27"/>
                  <a:pt x="101" y="27"/>
                  <a:pt x="100" y="27"/>
                </a:cubicBezTo>
                <a:cubicBezTo>
                  <a:pt x="96" y="27"/>
                  <a:pt x="96" y="27"/>
                  <a:pt x="96" y="27"/>
                </a:cubicBezTo>
                <a:cubicBezTo>
                  <a:pt x="96" y="47"/>
                  <a:pt x="96" y="47"/>
                  <a:pt x="96" y="47"/>
                </a:cubicBezTo>
                <a:cubicBezTo>
                  <a:pt x="90" y="47"/>
                  <a:pt x="90" y="47"/>
                  <a:pt x="90" y="47"/>
                </a:cubicBezTo>
                <a:cubicBezTo>
                  <a:pt x="90" y="1"/>
                  <a:pt x="90" y="1"/>
                  <a:pt x="90" y="1"/>
                </a:cubicBezTo>
                <a:cubicBezTo>
                  <a:pt x="104" y="1"/>
                  <a:pt x="104" y="1"/>
                  <a:pt x="104" y="1"/>
                </a:cubicBezTo>
                <a:cubicBezTo>
                  <a:pt x="106" y="1"/>
                  <a:pt x="108" y="1"/>
                  <a:pt x="110" y="1"/>
                </a:cubicBezTo>
                <a:cubicBezTo>
                  <a:pt x="112" y="2"/>
                  <a:pt x="113" y="3"/>
                  <a:pt x="114" y="4"/>
                </a:cubicBezTo>
                <a:cubicBezTo>
                  <a:pt x="116" y="5"/>
                  <a:pt x="117" y="6"/>
                  <a:pt x="117" y="7"/>
                </a:cubicBezTo>
                <a:cubicBezTo>
                  <a:pt x="118" y="9"/>
                  <a:pt x="118" y="11"/>
                  <a:pt x="118" y="13"/>
                </a:cubicBezTo>
                <a:cubicBezTo>
                  <a:pt x="118" y="15"/>
                  <a:pt x="118" y="16"/>
                  <a:pt x="118" y="17"/>
                </a:cubicBezTo>
                <a:cubicBezTo>
                  <a:pt x="117" y="19"/>
                  <a:pt x="116" y="20"/>
                  <a:pt x="116" y="21"/>
                </a:cubicBezTo>
                <a:cubicBezTo>
                  <a:pt x="115" y="22"/>
                  <a:pt x="114" y="23"/>
                  <a:pt x="112" y="24"/>
                </a:cubicBezTo>
                <a:cubicBezTo>
                  <a:pt x="111" y="24"/>
                  <a:pt x="110" y="25"/>
                  <a:pt x="108" y="25"/>
                </a:cubicBezTo>
                <a:cubicBezTo>
                  <a:pt x="108" y="26"/>
                  <a:pt x="108" y="26"/>
                  <a:pt x="108" y="26"/>
                </a:cubicBezTo>
                <a:cubicBezTo>
                  <a:pt x="109" y="26"/>
                  <a:pt x="110" y="26"/>
                  <a:pt x="110" y="27"/>
                </a:cubicBezTo>
                <a:cubicBezTo>
                  <a:pt x="111" y="27"/>
                  <a:pt x="111" y="28"/>
                  <a:pt x="112" y="28"/>
                </a:cubicBezTo>
                <a:cubicBezTo>
                  <a:pt x="112" y="29"/>
                  <a:pt x="113" y="30"/>
                  <a:pt x="113" y="30"/>
                </a:cubicBezTo>
                <a:cubicBezTo>
                  <a:pt x="114" y="31"/>
                  <a:pt x="114" y="32"/>
                  <a:pt x="115" y="33"/>
                </a:cubicBezTo>
                <a:lnTo>
                  <a:pt x="124" y="47"/>
                </a:lnTo>
                <a:close/>
                <a:moveTo>
                  <a:pt x="96" y="5"/>
                </a:moveTo>
                <a:cubicBezTo>
                  <a:pt x="96" y="22"/>
                  <a:pt x="96" y="22"/>
                  <a:pt x="96" y="22"/>
                </a:cubicBezTo>
                <a:cubicBezTo>
                  <a:pt x="103" y="22"/>
                  <a:pt x="103" y="22"/>
                  <a:pt x="103" y="22"/>
                </a:cubicBezTo>
                <a:cubicBezTo>
                  <a:pt x="105" y="22"/>
                  <a:pt x="106" y="22"/>
                  <a:pt x="107" y="22"/>
                </a:cubicBezTo>
                <a:cubicBezTo>
                  <a:pt x="108" y="21"/>
                  <a:pt x="109" y="21"/>
                  <a:pt x="110" y="20"/>
                </a:cubicBezTo>
                <a:cubicBezTo>
                  <a:pt x="111" y="19"/>
                  <a:pt x="111" y="18"/>
                  <a:pt x="112" y="17"/>
                </a:cubicBezTo>
                <a:cubicBezTo>
                  <a:pt x="112" y="16"/>
                  <a:pt x="113" y="15"/>
                  <a:pt x="113" y="13"/>
                </a:cubicBezTo>
                <a:cubicBezTo>
                  <a:pt x="113" y="11"/>
                  <a:pt x="112" y="9"/>
                  <a:pt x="110" y="8"/>
                </a:cubicBezTo>
                <a:cubicBezTo>
                  <a:pt x="109" y="6"/>
                  <a:pt x="106" y="5"/>
                  <a:pt x="103" y="5"/>
                </a:cubicBezTo>
                <a:lnTo>
                  <a:pt x="96" y="5"/>
                </a:lnTo>
                <a:close/>
                <a:moveTo>
                  <a:pt x="135" y="47"/>
                </a:moveTo>
                <a:cubicBezTo>
                  <a:pt x="130" y="47"/>
                  <a:pt x="130" y="47"/>
                  <a:pt x="130" y="47"/>
                </a:cubicBezTo>
                <a:cubicBezTo>
                  <a:pt x="130" y="1"/>
                  <a:pt x="130" y="1"/>
                  <a:pt x="130" y="1"/>
                </a:cubicBezTo>
                <a:cubicBezTo>
                  <a:pt x="135" y="1"/>
                  <a:pt x="135" y="1"/>
                  <a:pt x="135" y="1"/>
                </a:cubicBezTo>
                <a:lnTo>
                  <a:pt x="135" y="47"/>
                </a:lnTo>
                <a:close/>
                <a:moveTo>
                  <a:pt x="182" y="44"/>
                </a:moveTo>
                <a:cubicBezTo>
                  <a:pt x="178" y="46"/>
                  <a:pt x="172" y="48"/>
                  <a:pt x="167" y="48"/>
                </a:cubicBezTo>
                <a:cubicBezTo>
                  <a:pt x="160" y="48"/>
                  <a:pt x="155" y="46"/>
                  <a:pt x="151" y="41"/>
                </a:cubicBezTo>
                <a:cubicBezTo>
                  <a:pt x="147" y="37"/>
                  <a:pt x="145" y="31"/>
                  <a:pt x="145" y="24"/>
                </a:cubicBezTo>
                <a:cubicBezTo>
                  <a:pt x="145" y="17"/>
                  <a:pt x="147" y="11"/>
                  <a:pt x="151" y="7"/>
                </a:cubicBezTo>
                <a:cubicBezTo>
                  <a:pt x="156" y="2"/>
                  <a:pt x="162" y="0"/>
                  <a:pt x="169" y="0"/>
                </a:cubicBezTo>
                <a:cubicBezTo>
                  <a:pt x="174" y="0"/>
                  <a:pt x="178" y="1"/>
                  <a:pt x="181" y="2"/>
                </a:cubicBezTo>
                <a:cubicBezTo>
                  <a:pt x="181" y="8"/>
                  <a:pt x="181" y="8"/>
                  <a:pt x="181" y="8"/>
                </a:cubicBezTo>
                <a:cubicBezTo>
                  <a:pt x="178" y="6"/>
                  <a:pt x="173" y="5"/>
                  <a:pt x="168" y="5"/>
                </a:cubicBezTo>
                <a:cubicBezTo>
                  <a:pt x="163" y="5"/>
                  <a:pt x="159" y="6"/>
                  <a:pt x="155" y="10"/>
                </a:cubicBezTo>
                <a:cubicBezTo>
                  <a:pt x="152" y="14"/>
                  <a:pt x="150" y="18"/>
                  <a:pt x="150" y="24"/>
                </a:cubicBezTo>
                <a:cubicBezTo>
                  <a:pt x="150" y="30"/>
                  <a:pt x="152" y="34"/>
                  <a:pt x="155" y="38"/>
                </a:cubicBezTo>
                <a:cubicBezTo>
                  <a:pt x="158" y="41"/>
                  <a:pt x="162" y="43"/>
                  <a:pt x="167" y="43"/>
                </a:cubicBezTo>
                <a:cubicBezTo>
                  <a:pt x="171" y="43"/>
                  <a:pt x="174" y="42"/>
                  <a:pt x="177" y="41"/>
                </a:cubicBezTo>
                <a:cubicBezTo>
                  <a:pt x="177" y="28"/>
                  <a:pt x="177" y="28"/>
                  <a:pt x="177" y="28"/>
                </a:cubicBezTo>
                <a:cubicBezTo>
                  <a:pt x="167" y="28"/>
                  <a:pt x="167" y="28"/>
                  <a:pt x="167" y="28"/>
                </a:cubicBezTo>
                <a:cubicBezTo>
                  <a:pt x="167" y="23"/>
                  <a:pt x="167" y="23"/>
                  <a:pt x="167" y="23"/>
                </a:cubicBezTo>
                <a:cubicBezTo>
                  <a:pt x="182" y="23"/>
                  <a:pt x="182" y="23"/>
                  <a:pt x="182" y="23"/>
                </a:cubicBezTo>
                <a:lnTo>
                  <a:pt x="182" y="44"/>
                </a:lnTo>
                <a:close/>
                <a:moveTo>
                  <a:pt x="229" y="47"/>
                </a:moveTo>
                <a:cubicBezTo>
                  <a:pt x="223" y="47"/>
                  <a:pt x="223" y="47"/>
                  <a:pt x="223" y="47"/>
                </a:cubicBezTo>
                <a:cubicBezTo>
                  <a:pt x="218" y="34"/>
                  <a:pt x="218" y="34"/>
                  <a:pt x="218" y="34"/>
                </a:cubicBezTo>
                <a:cubicBezTo>
                  <a:pt x="198" y="34"/>
                  <a:pt x="198" y="34"/>
                  <a:pt x="198" y="34"/>
                </a:cubicBezTo>
                <a:cubicBezTo>
                  <a:pt x="194" y="47"/>
                  <a:pt x="194" y="47"/>
                  <a:pt x="194" y="47"/>
                </a:cubicBezTo>
                <a:cubicBezTo>
                  <a:pt x="188" y="47"/>
                  <a:pt x="188" y="47"/>
                  <a:pt x="188" y="47"/>
                </a:cubicBezTo>
                <a:cubicBezTo>
                  <a:pt x="205" y="1"/>
                  <a:pt x="205" y="1"/>
                  <a:pt x="205" y="1"/>
                </a:cubicBezTo>
                <a:cubicBezTo>
                  <a:pt x="211" y="1"/>
                  <a:pt x="211" y="1"/>
                  <a:pt x="211" y="1"/>
                </a:cubicBezTo>
                <a:lnTo>
                  <a:pt x="229" y="47"/>
                </a:lnTo>
                <a:close/>
                <a:moveTo>
                  <a:pt x="216" y="29"/>
                </a:moveTo>
                <a:cubicBezTo>
                  <a:pt x="209" y="9"/>
                  <a:pt x="209" y="9"/>
                  <a:pt x="209" y="9"/>
                </a:cubicBezTo>
                <a:cubicBezTo>
                  <a:pt x="209" y="9"/>
                  <a:pt x="208" y="8"/>
                  <a:pt x="208" y="6"/>
                </a:cubicBezTo>
                <a:cubicBezTo>
                  <a:pt x="208" y="6"/>
                  <a:pt x="208" y="6"/>
                  <a:pt x="208" y="6"/>
                </a:cubicBezTo>
                <a:cubicBezTo>
                  <a:pt x="208" y="7"/>
                  <a:pt x="208" y="9"/>
                  <a:pt x="207" y="9"/>
                </a:cubicBezTo>
                <a:cubicBezTo>
                  <a:pt x="200" y="29"/>
                  <a:pt x="200" y="29"/>
                  <a:pt x="200" y="29"/>
                </a:cubicBezTo>
                <a:lnTo>
                  <a:pt x="216" y="29"/>
                </a:lnTo>
                <a:close/>
                <a:moveTo>
                  <a:pt x="236" y="47"/>
                </a:moveTo>
                <a:cubicBezTo>
                  <a:pt x="236" y="1"/>
                  <a:pt x="236" y="1"/>
                  <a:pt x="236" y="1"/>
                </a:cubicBezTo>
                <a:cubicBezTo>
                  <a:pt x="249" y="1"/>
                  <a:pt x="249" y="1"/>
                  <a:pt x="249" y="1"/>
                </a:cubicBezTo>
                <a:cubicBezTo>
                  <a:pt x="265" y="1"/>
                  <a:pt x="273" y="8"/>
                  <a:pt x="273" y="23"/>
                </a:cubicBezTo>
                <a:cubicBezTo>
                  <a:pt x="273" y="30"/>
                  <a:pt x="271" y="36"/>
                  <a:pt x="266" y="40"/>
                </a:cubicBezTo>
                <a:cubicBezTo>
                  <a:pt x="262" y="45"/>
                  <a:pt x="256" y="47"/>
                  <a:pt x="248" y="47"/>
                </a:cubicBezTo>
                <a:lnTo>
                  <a:pt x="236" y="47"/>
                </a:lnTo>
                <a:close/>
                <a:moveTo>
                  <a:pt x="241" y="5"/>
                </a:moveTo>
                <a:cubicBezTo>
                  <a:pt x="241" y="42"/>
                  <a:pt x="241" y="42"/>
                  <a:pt x="241" y="42"/>
                </a:cubicBezTo>
                <a:cubicBezTo>
                  <a:pt x="248" y="42"/>
                  <a:pt x="248" y="42"/>
                  <a:pt x="248" y="42"/>
                </a:cubicBezTo>
                <a:cubicBezTo>
                  <a:pt x="254" y="42"/>
                  <a:pt x="259" y="40"/>
                  <a:pt x="262" y="37"/>
                </a:cubicBezTo>
                <a:cubicBezTo>
                  <a:pt x="266" y="34"/>
                  <a:pt x="267" y="29"/>
                  <a:pt x="267" y="23"/>
                </a:cubicBezTo>
                <a:cubicBezTo>
                  <a:pt x="267" y="11"/>
                  <a:pt x="261" y="5"/>
                  <a:pt x="248" y="5"/>
                </a:cubicBezTo>
                <a:lnTo>
                  <a:pt x="241" y="5"/>
                </a:lnTo>
                <a:close/>
                <a:moveTo>
                  <a:pt x="301" y="48"/>
                </a:moveTo>
                <a:cubicBezTo>
                  <a:pt x="294" y="48"/>
                  <a:pt x="289" y="46"/>
                  <a:pt x="285" y="41"/>
                </a:cubicBezTo>
                <a:cubicBezTo>
                  <a:pt x="281" y="37"/>
                  <a:pt x="279" y="31"/>
                  <a:pt x="279" y="24"/>
                </a:cubicBezTo>
                <a:cubicBezTo>
                  <a:pt x="279" y="17"/>
                  <a:pt x="281" y="11"/>
                  <a:pt x="285" y="6"/>
                </a:cubicBezTo>
                <a:cubicBezTo>
                  <a:pt x="289" y="2"/>
                  <a:pt x="295" y="0"/>
                  <a:pt x="302" y="0"/>
                </a:cubicBezTo>
                <a:cubicBezTo>
                  <a:pt x="308" y="0"/>
                  <a:pt x="313" y="2"/>
                  <a:pt x="317" y="6"/>
                </a:cubicBezTo>
                <a:cubicBezTo>
                  <a:pt x="321" y="11"/>
                  <a:pt x="323" y="16"/>
                  <a:pt x="323" y="23"/>
                </a:cubicBezTo>
                <a:cubicBezTo>
                  <a:pt x="323" y="31"/>
                  <a:pt x="321" y="37"/>
                  <a:pt x="317" y="41"/>
                </a:cubicBezTo>
                <a:cubicBezTo>
                  <a:pt x="313" y="45"/>
                  <a:pt x="308" y="48"/>
                  <a:pt x="301" y="48"/>
                </a:cubicBezTo>
                <a:close/>
                <a:moveTo>
                  <a:pt x="301" y="5"/>
                </a:moveTo>
                <a:cubicBezTo>
                  <a:pt x="296" y="5"/>
                  <a:pt x="292" y="6"/>
                  <a:pt x="289" y="10"/>
                </a:cubicBezTo>
                <a:cubicBezTo>
                  <a:pt x="286" y="13"/>
                  <a:pt x="285" y="18"/>
                  <a:pt x="285" y="24"/>
                </a:cubicBezTo>
                <a:cubicBezTo>
                  <a:pt x="285" y="30"/>
                  <a:pt x="286" y="34"/>
                  <a:pt x="289" y="38"/>
                </a:cubicBezTo>
                <a:cubicBezTo>
                  <a:pt x="292" y="41"/>
                  <a:pt x="296" y="43"/>
                  <a:pt x="301" y="43"/>
                </a:cubicBezTo>
                <a:cubicBezTo>
                  <a:pt x="306" y="43"/>
                  <a:pt x="310" y="41"/>
                  <a:pt x="313" y="38"/>
                </a:cubicBezTo>
                <a:cubicBezTo>
                  <a:pt x="316" y="35"/>
                  <a:pt x="317" y="30"/>
                  <a:pt x="317" y="24"/>
                </a:cubicBezTo>
                <a:cubicBezTo>
                  <a:pt x="317" y="18"/>
                  <a:pt x="316" y="13"/>
                  <a:pt x="313" y="10"/>
                </a:cubicBezTo>
                <a:cubicBezTo>
                  <a:pt x="310" y="6"/>
                  <a:pt x="306" y="5"/>
                  <a:pt x="301" y="5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36" name="Freeform 5">
            <a:extLst>
              <a:ext uri="{FF2B5EF4-FFF2-40B4-BE49-F238E27FC236}">
                <a16:creationId xmlns:a16="http://schemas.microsoft.com/office/drawing/2014/main" id="{54F1CD3A-087A-43E2-EFFE-9F0EEF347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5146839" y="5570034"/>
            <a:ext cx="651189" cy="199082"/>
          </a:xfrm>
          <a:custGeom>
            <a:avLst/>
            <a:gdLst>
              <a:gd name="T0" fmla="*/ 199 w 211"/>
              <a:gd name="T1" fmla="*/ 62 h 63"/>
              <a:gd name="T2" fmla="*/ 198 w 211"/>
              <a:gd name="T3" fmla="*/ 19 h 63"/>
              <a:gd name="T4" fmla="*/ 191 w 211"/>
              <a:gd name="T5" fmla="*/ 11 h 63"/>
              <a:gd name="T6" fmla="*/ 171 w 211"/>
              <a:gd name="T7" fmla="*/ 10 h 63"/>
              <a:gd name="T8" fmla="*/ 170 w 211"/>
              <a:gd name="T9" fmla="*/ 50 h 63"/>
              <a:gd name="T10" fmla="*/ 162 w 211"/>
              <a:gd name="T11" fmla="*/ 62 h 63"/>
              <a:gd name="T12" fmla="*/ 150 w 211"/>
              <a:gd name="T13" fmla="*/ 63 h 63"/>
              <a:gd name="T14" fmla="*/ 148 w 211"/>
              <a:gd name="T15" fmla="*/ 53 h 63"/>
              <a:gd name="T16" fmla="*/ 151 w 211"/>
              <a:gd name="T17" fmla="*/ 54 h 63"/>
              <a:gd name="T18" fmla="*/ 157 w 211"/>
              <a:gd name="T19" fmla="*/ 50 h 63"/>
              <a:gd name="T20" fmla="*/ 158 w 211"/>
              <a:gd name="T21" fmla="*/ 41 h 63"/>
              <a:gd name="T22" fmla="*/ 151 w 211"/>
              <a:gd name="T23" fmla="*/ 13 h 63"/>
              <a:gd name="T24" fmla="*/ 160 w 211"/>
              <a:gd name="T25" fmla="*/ 1 h 63"/>
              <a:gd name="T26" fmla="*/ 176 w 211"/>
              <a:gd name="T27" fmla="*/ 0 h 63"/>
              <a:gd name="T28" fmla="*/ 195 w 211"/>
              <a:gd name="T29" fmla="*/ 2 h 63"/>
              <a:gd name="T30" fmla="*/ 209 w 211"/>
              <a:gd name="T31" fmla="*/ 14 h 63"/>
              <a:gd name="T32" fmla="*/ 211 w 211"/>
              <a:gd name="T33" fmla="*/ 62 h 63"/>
              <a:gd name="T34" fmla="*/ 123 w 211"/>
              <a:gd name="T35" fmla="*/ 62 h 63"/>
              <a:gd name="T36" fmla="*/ 135 w 211"/>
              <a:gd name="T37" fmla="*/ 1 h 63"/>
              <a:gd name="T38" fmla="*/ 88 w 211"/>
              <a:gd name="T39" fmla="*/ 62 h 63"/>
              <a:gd name="T40" fmla="*/ 88 w 211"/>
              <a:gd name="T41" fmla="*/ 16 h 63"/>
              <a:gd name="T42" fmla="*/ 87 w 211"/>
              <a:gd name="T43" fmla="*/ 11 h 63"/>
              <a:gd name="T44" fmla="*/ 60 w 211"/>
              <a:gd name="T45" fmla="*/ 11 h 63"/>
              <a:gd name="T46" fmla="*/ 110 w 211"/>
              <a:gd name="T47" fmla="*/ 1 h 63"/>
              <a:gd name="T48" fmla="*/ 107 w 211"/>
              <a:gd name="T49" fmla="*/ 11 h 63"/>
              <a:gd name="T50" fmla="*/ 101 w 211"/>
              <a:gd name="T51" fmla="*/ 14 h 63"/>
              <a:gd name="T52" fmla="*/ 100 w 211"/>
              <a:gd name="T53" fmla="*/ 22 h 63"/>
              <a:gd name="T54" fmla="*/ 88 w 211"/>
              <a:gd name="T55" fmla="*/ 62 h 63"/>
              <a:gd name="T56" fmla="*/ 42 w 211"/>
              <a:gd name="T57" fmla="*/ 62 h 63"/>
              <a:gd name="T58" fmla="*/ 38 w 211"/>
              <a:gd name="T59" fmla="*/ 14 h 63"/>
              <a:gd name="T60" fmla="*/ 19 w 211"/>
              <a:gd name="T61" fmla="*/ 10 h 63"/>
              <a:gd name="T62" fmla="*/ 7 w 211"/>
              <a:gd name="T63" fmla="*/ 12 h 63"/>
              <a:gd name="T64" fmla="*/ 1 w 211"/>
              <a:gd name="T65" fmla="*/ 3 h 63"/>
              <a:gd name="T66" fmla="*/ 27 w 211"/>
              <a:gd name="T67" fmla="*/ 0 h 63"/>
              <a:gd name="T68" fmla="*/ 46 w 211"/>
              <a:gd name="T69" fmla="*/ 6 h 63"/>
              <a:gd name="T70" fmla="*/ 54 w 211"/>
              <a:gd name="T71" fmla="*/ 25 h 63"/>
              <a:gd name="T72" fmla="*/ 13 w 211"/>
              <a:gd name="T73" fmla="*/ 62 h 63"/>
              <a:gd name="T74" fmla="*/ 1 w 211"/>
              <a:gd name="T75" fmla="*/ 27 h 63"/>
              <a:gd name="T76" fmla="*/ 13 w 211"/>
              <a:gd name="T77" fmla="*/ 62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11" h="63">
                <a:moveTo>
                  <a:pt x="211" y="62"/>
                </a:moveTo>
                <a:cubicBezTo>
                  <a:pt x="199" y="62"/>
                  <a:pt x="199" y="62"/>
                  <a:pt x="199" y="62"/>
                </a:cubicBezTo>
                <a:cubicBezTo>
                  <a:pt x="199" y="25"/>
                  <a:pt x="199" y="25"/>
                  <a:pt x="199" y="25"/>
                </a:cubicBezTo>
                <a:cubicBezTo>
                  <a:pt x="199" y="23"/>
                  <a:pt x="199" y="20"/>
                  <a:pt x="198" y="19"/>
                </a:cubicBezTo>
                <a:cubicBezTo>
                  <a:pt x="198" y="17"/>
                  <a:pt x="197" y="15"/>
                  <a:pt x="196" y="14"/>
                </a:cubicBezTo>
                <a:cubicBezTo>
                  <a:pt x="194" y="12"/>
                  <a:pt x="193" y="11"/>
                  <a:pt x="191" y="11"/>
                </a:cubicBezTo>
                <a:cubicBezTo>
                  <a:pt x="189" y="10"/>
                  <a:pt x="186" y="10"/>
                  <a:pt x="183" y="10"/>
                </a:cubicBezTo>
                <a:cubicBezTo>
                  <a:pt x="179" y="10"/>
                  <a:pt x="175" y="10"/>
                  <a:pt x="171" y="10"/>
                </a:cubicBezTo>
                <a:cubicBezTo>
                  <a:pt x="171" y="41"/>
                  <a:pt x="171" y="41"/>
                  <a:pt x="171" y="41"/>
                </a:cubicBezTo>
                <a:cubicBezTo>
                  <a:pt x="171" y="44"/>
                  <a:pt x="170" y="47"/>
                  <a:pt x="170" y="50"/>
                </a:cubicBezTo>
                <a:cubicBezTo>
                  <a:pt x="169" y="53"/>
                  <a:pt x="168" y="55"/>
                  <a:pt x="167" y="57"/>
                </a:cubicBezTo>
                <a:cubicBezTo>
                  <a:pt x="166" y="59"/>
                  <a:pt x="164" y="61"/>
                  <a:pt x="162" y="62"/>
                </a:cubicBezTo>
                <a:cubicBezTo>
                  <a:pt x="160" y="63"/>
                  <a:pt x="157" y="63"/>
                  <a:pt x="154" y="63"/>
                </a:cubicBezTo>
                <a:cubicBezTo>
                  <a:pt x="152" y="63"/>
                  <a:pt x="151" y="63"/>
                  <a:pt x="150" y="63"/>
                </a:cubicBezTo>
                <a:cubicBezTo>
                  <a:pt x="148" y="63"/>
                  <a:pt x="147" y="63"/>
                  <a:pt x="146" y="62"/>
                </a:cubicBezTo>
                <a:cubicBezTo>
                  <a:pt x="148" y="53"/>
                  <a:pt x="148" y="53"/>
                  <a:pt x="148" y="53"/>
                </a:cubicBezTo>
                <a:cubicBezTo>
                  <a:pt x="148" y="53"/>
                  <a:pt x="149" y="54"/>
                  <a:pt x="149" y="54"/>
                </a:cubicBezTo>
                <a:cubicBezTo>
                  <a:pt x="150" y="54"/>
                  <a:pt x="151" y="54"/>
                  <a:pt x="151" y="54"/>
                </a:cubicBezTo>
                <a:cubicBezTo>
                  <a:pt x="153" y="54"/>
                  <a:pt x="154" y="53"/>
                  <a:pt x="155" y="53"/>
                </a:cubicBezTo>
                <a:cubicBezTo>
                  <a:pt x="156" y="52"/>
                  <a:pt x="157" y="51"/>
                  <a:pt x="157" y="50"/>
                </a:cubicBezTo>
                <a:cubicBezTo>
                  <a:pt x="158" y="49"/>
                  <a:pt x="158" y="47"/>
                  <a:pt x="158" y="46"/>
                </a:cubicBezTo>
                <a:cubicBezTo>
                  <a:pt x="158" y="44"/>
                  <a:pt x="158" y="43"/>
                  <a:pt x="158" y="41"/>
                </a:cubicBezTo>
                <a:cubicBezTo>
                  <a:pt x="158" y="12"/>
                  <a:pt x="158" y="12"/>
                  <a:pt x="158" y="12"/>
                </a:cubicBezTo>
                <a:cubicBezTo>
                  <a:pt x="151" y="13"/>
                  <a:pt x="151" y="13"/>
                  <a:pt x="151" y="13"/>
                </a:cubicBezTo>
                <a:cubicBezTo>
                  <a:pt x="152" y="2"/>
                  <a:pt x="152" y="2"/>
                  <a:pt x="152" y="2"/>
                </a:cubicBezTo>
                <a:cubicBezTo>
                  <a:pt x="155" y="2"/>
                  <a:pt x="157" y="2"/>
                  <a:pt x="160" y="1"/>
                </a:cubicBezTo>
                <a:cubicBezTo>
                  <a:pt x="162" y="1"/>
                  <a:pt x="165" y="1"/>
                  <a:pt x="168" y="1"/>
                </a:cubicBezTo>
                <a:cubicBezTo>
                  <a:pt x="171" y="0"/>
                  <a:pt x="173" y="0"/>
                  <a:pt x="176" y="0"/>
                </a:cubicBezTo>
                <a:cubicBezTo>
                  <a:pt x="179" y="0"/>
                  <a:pt x="181" y="0"/>
                  <a:pt x="184" y="0"/>
                </a:cubicBezTo>
                <a:cubicBezTo>
                  <a:pt x="188" y="0"/>
                  <a:pt x="192" y="1"/>
                  <a:pt x="195" y="2"/>
                </a:cubicBezTo>
                <a:cubicBezTo>
                  <a:pt x="198" y="2"/>
                  <a:pt x="201" y="4"/>
                  <a:pt x="204" y="6"/>
                </a:cubicBezTo>
                <a:cubicBezTo>
                  <a:pt x="206" y="8"/>
                  <a:pt x="208" y="10"/>
                  <a:pt x="209" y="14"/>
                </a:cubicBezTo>
                <a:cubicBezTo>
                  <a:pt x="211" y="17"/>
                  <a:pt x="211" y="21"/>
                  <a:pt x="211" y="25"/>
                </a:cubicBezTo>
                <a:lnTo>
                  <a:pt x="211" y="62"/>
                </a:lnTo>
                <a:close/>
                <a:moveTo>
                  <a:pt x="135" y="62"/>
                </a:moveTo>
                <a:cubicBezTo>
                  <a:pt x="123" y="62"/>
                  <a:pt x="123" y="62"/>
                  <a:pt x="123" y="62"/>
                </a:cubicBezTo>
                <a:cubicBezTo>
                  <a:pt x="123" y="1"/>
                  <a:pt x="123" y="1"/>
                  <a:pt x="123" y="1"/>
                </a:cubicBezTo>
                <a:cubicBezTo>
                  <a:pt x="135" y="1"/>
                  <a:pt x="135" y="1"/>
                  <a:pt x="135" y="1"/>
                </a:cubicBezTo>
                <a:lnTo>
                  <a:pt x="135" y="62"/>
                </a:lnTo>
                <a:close/>
                <a:moveTo>
                  <a:pt x="88" y="62"/>
                </a:moveTo>
                <a:cubicBezTo>
                  <a:pt x="88" y="23"/>
                  <a:pt x="88" y="23"/>
                  <a:pt x="88" y="23"/>
                </a:cubicBezTo>
                <a:cubicBezTo>
                  <a:pt x="88" y="21"/>
                  <a:pt x="88" y="18"/>
                  <a:pt x="88" y="16"/>
                </a:cubicBezTo>
                <a:cubicBezTo>
                  <a:pt x="89" y="14"/>
                  <a:pt x="90" y="12"/>
                  <a:pt x="92" y="10"/>
                </a:cubicBezTo>
                <a:cubicBezTo>
                  <a:pt x="90" y="10"/>
                  <a:pt x="88" y="11"/>
                  <a:pt x="87" y="11"/>
                </a:cubicBezTo>
                <a:cubicBezTo>
                  <a:pt x="85" y="11"/>
                  <a:pt x="83" y="11"/>
                  <a:pt x="81" y="11"/>
                </a:cubicBezTo>
                <a:cubicBezTo>
                  <a:pt x="60" y="11"/>
                  <a:pt x="60" y="11"/>
                  <a:pt x="60" y="11"/>
                </a:cubicBezTo>
                <a:cubicBezTo>
                  <a:pt x="62" y="1"/>
                  <a:pt x="62" y="1"/>
                  <a:pt x="62" y="1"/>
                </a:cubicBezTo>
                <a:cubicBezTo>
                  <a:pt x="110" y="1"/>
                  <a:pt x="110" y="1"/>
                  <a:pt x="110" y="1"/>
                </a:cubicBezTo>
                <a:cubicBezTo>
                  <a:pt x="109" y="11"/>
                  <a:pt x="109" y="11"/>
                  <a:pt x="109" y="11"/>
                </a:cubicBezTo>
                <a:cubicBezTo>
                  <a:pt x="107" y="11"/>
                  <a:pt x="107" y="11"/>
                  <a:pt x="107" y="11"/>
                </a:cubicBezTo>
                <a:cubicBezTo>
                  <a:pt x="105" y="11"/>
                  <a:pt x="104" y="11"/>
                  <a:pt x="103" y="11"/>
                </a:cubicBezTo>
                <a:cubicBezTo>
                  <a:pt x="102" y="12"/>
                  <a:pt x="101" y="13"/>
                  <a:pt x="101" y="14"/>
                </a:cubicBezTo>
                <a:cubicBezTo>
                  <a:pt x="100" y="14"/>
                  <a:pt x="100" y="16"/>
                  <a:pt x="100" y="17"/>
                </a:cubicBezTo>
                <a:cubicBezTo>
                  <a:pt x="100" y="18"/>
                  <a:pt x="100" y="20"/>
                  <a:pt x="100" y="22"/>
                </a:cubicBezTo>
                <a:cubicBezTo>
                  <a:pt x="100" y="62"/>
                  <a:pt x="100" y="62"/>
                  <a:pt x="100" y="62"/>
                </a:cubicBezTo>
                <a:lnTo>
                  <a:pt x="88" y="62"/>
                </a:lnTo>
                <a:close/>
                <a:moveTo>
                  <a:pt x="54" y="62"/>
                </a:moveTo>
                <a:cubicBezTo>
                  <a:pt x="42" y="62"/>
                  <a:pt x="42" y="62"/>
                  <a:pt x="42" y="62"/>
                </a:cubicBezTo>
                <a:cubicBezTo>
                  <a:pt x="42" y="25"/>
                  <a:pt x="42" y="25"/>
                  <a:pt x="42" y="25"/>
                </a:cubicBezTo>
                <a:cubicBezTo>
                  <a:pt x="42" y="20"/>
                  <a:pt x="40" y="16"/>
                  <a:pt x="38" y="14"/>
                </a:cubicBezTo>
                <a:cubicBezTo>
                  <a:pt x="35" y="11"/>
                  <a:pt x="31" y="10"/>
                  <a:pt x="26" y="10"/>
                </a:cubicBezTo>
                <a:cubicBezTo>
                  <a:pt x="24" y="10"/>
                  <a:pt x="21" y="10"/>
                  <a:pt x="19" y="10"/>
                </a:cubicBezTo>
                <a:cubicBezTo>
                  <a:pt x="17" y="10"/>
                  <a:pt x="15" y="10"/>
                  <a:pt x="13" y="11"/>
                </a:cubicBezTo>
                <a:cubicBezTo>
                  <a:pt x="11" y="11"/>
                  <a:pt x="9" y="11"/>
                  <a:pt x="7" y="12"/>
                </a:cubicBezTo>
                <a:cubicBezTo>
                  <a:pt x="4" y="12"/>
                  <a:pt x="2" y="13"/>
                  <a:pt x="0" y="13"/>
                </a:cubicBezTo>
                <a:cubicBezTo>
                  <a:pt x="1" y="3"/>
                  <a:pt x="1" y="3"/>
                  <a:pt x="1" y="3"/>
                </a:cubicBezTo>
                <a:cubicBezTo>
                  <a:pt x="5" y="2"/>
                  <a:pt x="9" y="1"/>
                  <a:pt x="13" y="1"/>
                </a:cubicBezTo>
                <a:cubicBezTo>
                  <a:pt x="18" y="0"/>
                  <a:pt x="22" y="0"/>
                  <a:pt x="27" y="0"/>
                </a:cubicBezTo>
                <a:cubicBezTo>
                  <a:pt x="31" y="0"/>
                  <a:pt x="34" y="1"/>
                  <a:pt x="38" y="2"/>
                </a:cubicBezTo>
                <a:cubicBezTo>
                  <a:pt x="41" y="3"/>
                  <a:pt x="44" y="4"/>
                  <a:pt x="46" y="6"/>
                </a:cubicBezTo>
                <a:cubicBezTo>
                  <a:pt x="49" y="8"/>
                  <a:pt x="50" y="11"/>
                  <a:pt x="52" y="14"/>
                </a:cubicBezTo>
                <a:cubicBezTo>
                  <a:pt x="53" y="17"/>
                  <a:pt x="54" y="21"/>
                  <a:pt x="54" y="25"/>
                </a:cubicBezTo>
                <a:lnTo>
                  <a:pt x="54" y="62"/>
                </a:lnTo>
                <a:close/>
                <a:moveTo>
                  <a:pt x="13" y="62"/>
                </a:moveTo>
                <a:cubicBezTo>
                  <a:pt x="1" y="62"/>
                  <a:pt x="1" y="62"/>
                  <a:pt x="1" y="62"/>
                </a:cubicBezTo>
                <a:cubicBezTo>
                  <a:pt x="1" y="27"/>
                  <a:pt x="1" y="27"/>
                  <a:pt x="1" y="27"/>
                </a:cubicBezTo>
                <a:cubicBezTo>
                  <a:pt x="13" y="21"/>
                  <a:pt x="13" y="21"/>
                  <a:pt x="13" y="21"/>
                </a:cubicBezTo>
                <a:lnTo>
                  <a:pt x="13" y="62"/>
                </a:ln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Freeform 235">
            <a:extLst>
              <a:ext uri="{FF2B5EF4-FFF2-40B4-BE49-F238E27FC236}">
                <a16:creationId xmlns:a16="http://schemas.microsoft.com/office/drawing/2014/main" id="{C3912B45-A42A-DA74-BE5D-F9E2CF94C2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19405" y="4084404"/>
            <a:ext cx="747519" cy="182384"/>
          </a:xfrm>
          <a:custGeom>
            <a:avLst/>
            <a:gdLst>
              <a:gd name="T0" fmla="*/ 37 w 246"/>
              <a:gd name="T1" fmla="*/ 32 h 60"/>
              <a:gd name="T2" fmla="*/ 5 w 246"/>
              <a:gd name="T3" fmla="*/ 60 h 60"/>
              <a:gd name="T4" fmla="*/ 0 w 246"/>
              <a:gd name="T5" fmla="*/ 0 h 60"/>
              <a:gd name="T6" fmla="*/ 5 w 246"/>
              <a:gd name="T7" fmla="*/ 27 h 60"/>
              <a:gd name="T8" fmla="*/ 37 w 246"/>
              <a:gd name="T9" fmla="*/ 0 h 60"/>
              <a:gd name="T10" fmla="*/ 43 w 246"/>
              <a:gd name="T11" fmla="*/ 60 h 60"/>
              <a:gd name="T12" fmla="*/ 79 w 246"/>
              <a:gd name="T13" fmla="*/ 60 h 60"/>
              <a:gd name="T14" fmla="*/ 52 w 246"/>
              <a:gd name="T15" fmla="*/ 0 h 60"/>
              <a:gd name="T16" fmla="*/ 75 w 246"/>
              <a:gd name="T17" fmla="*/ 48 h 60"/>
              <a:gd name="T18" fmla="*/ 76 w 246"/>
              <a:gd name="T19" fmla="*/ 53 h 60"/>
              <a:gd name="T20" fmla="*/ 77 w 246"/>
              <a:gd name="T21" fmla="*/ 51 h 60"/>
              <a:gd name="T22" fmla="*/ 95 w 246"/>
              <a:gd name="T23" fmla="*/ 0 h 60"/>
              <a:gd name="T24" fmla="*/ 79 w 246"/>
              <a:gd name="T25" fmla="*/ 60 h 60"/>
              <a:gd name="T26" fmla="*/ 122 w 246"/>
              <a:gd name="T27" fmla="*/ 0 h 60"/>
              <a:gd name="T28" fmla="*/ 105 w 246"/>
              <a:gd name="T29" fmla="*/ 60 h 60"/>
              <a:gd name="T30" fmla="*/ 137 w 246"/>
              <a:gd name="T31" fmla="*/ 42 h 60"/>
              <a:gd name="T32" fmla="*/ 150 w 246"/>
              <a:gd name="T33" fmla="*/ 60 h 60"/>
              <a:gd name="T34" fmla="*/ 114 w 246"/>
              <a:gd name="T35" fmla="*/ 37 h 60"/>
              <a:gd name="T36" fmla="*/ 124 w 246"/>
              <a:gd name="T37" fmla="*/ 9 h 60"/>
              <a:gd name="T38" fmla="*/ 125 w 246"/>
              <a:gd name="T39" fmla="*/ 7 h 60"/>
              <a:gd name="T40" fmla="*/ 126 w 246"/>
              <a:gd name="T41" fmla="*/ 11 h 60"/>
              <a:gd name="T42" fmla="*/ 114 w 246"/>
              <a:gd name="T43" fmla="*/ 37 h 60"/>
              <a:gd name="T44" fmla="*/ 159 w 246"/>
              <a:gd name="T45" fmla="*/ 0 h 60"/>
              <a:gd name="T46" fmla="*/ 165 w 246"/>
              <a:gd name="T47" fmla="*/ 55 h 60"/>
              <a:gd name="T48" fmla="*/ 189 w 246"/>
              <a:gd name="T49" fmla="*/ 60 h 60"/>
              <a:gd name="T50" fmla="*/ 223 w 246"/>
              <a:gd name="T51" fmla="*/ 0 h 60"/>
              <a:gd name="T52" fmla="*/ 195 w 246"/>
              <a:gd name="T53" fmla="*/ 60 h 60"/>
              <a:gd name="T54" fmla="*/ 207 w 246"/>
              <a:gd name="T55" fmla="*/ 42 h 60"/>
              <a:gd name="T56" fmla="*/ 239 w 246"/>
              <a:gd name="T57" fmla="*/ 60 h 60"/>
              <a:gd name="T58" fmla="*/ 223 w 246"/>
              <a:gd name="T59" fmla="*/ 0 h 60"/>
              <a:gd name="T60" fmla="*/ 219 w 246"/>
              <a:gd name="T61" fmla="*/ 11 h 60"/>
              <a:gd name="T62" fmla="*/ 220 w 246"/>
              <a:gd name="T63" fmla="*/ 7 h 60"/>
              <a:gd name="T64" fmla="*/ 221 w 246"/>
              <a:gd name="T65" fmla="*/ 9 h 60"/>
              <a:gd name="T66" fmla="*/ 231 w 246"/>
              <a:gd name="T67" fmla="*/ 37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46" h="60">
                <a:moveTo>
                  <a:pt x="37" y="60"/>
                </a:moveTo>
                <a:cubicBezTo>
                  <a:pt x="37" y="32"/>
                  <a:pt x="37" y="32"/>
                  <a:pt x="37" y="32"/>
                </a:cubicBezTo>
                <a:cubicBezTo>
                  <a:pt x="5" y="32"/>
                  <a:pt x="5" y="32"/>
                  <a:pt x="5" y="32"/>
                </a:cubicBezTo>
                <a:cubicBezTo>
                  <a:pt x="5" y="60"/>
                  <a:pt x="5" y="60"/>
                  <a:pt x="5" y="60"/>
                </a:cubicBezTo>
                <a:cubicBezTo>
                  <a:pt x="0" y="60"/>
                  <a:pt x="0" y="60"/>
                  <a:pt x="0" y="60"/>
                </a:cubicBezTo>
                <a:cubicBezTo>
                  <a:pt x="0" y="0"/>
                  <a:pt x="0" y="0"/>
                  <a:pt x="0" y="0"/>
                </a:cubicBezTo>
                <a:cubicBezTo>
                  <a:pt x="5" y="0"/>
                  <a:pt x="5" y="0"/>
                  <a:pt x="5" y="0"/>
                </a:cubicBezTo>
                <a:cubicBezTo>
                  <a:pt x="5" y="27"/>
                  <a:pt x="5" y="27"/>
                  <a:pt x="5" y="27"/>
                </a:cubicBezTo>
                <a:cubicBezTo>
                  <a:pt x="37" y="27"/>
                  <a:pt x="37" y="27"/>
                  <a:pt x="37" y="27"/>
                </a:cubicBezTo>
                <a:cubicBezTo>
                  <a:pt x="37" y="0"/>
                  <a:pt x="37" y="0"/>
                  <a:pt x="37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43" y="60"/>
                  <a:pt x="43" y="60"/>
                  <a:pt x="43" y="60"/>
                </a:cubicBezTo>
                <a:lnTo>
                  <a:pt x="37" y="60"/>
                </a:lnTo>
                <a:close/>
                <a:moveTo>
                  <a:pt x="79" y="60"/>
                </a:moveTo>
                <a:cubicBezTo>
                  <a:pt x="73" y="60"/>
                  <a:pt x="73" y="60"/>
                  <a:pt x="73" y="60"/>
                </a:cubicBezTo>
                <a:cubicBezTo>
                  <a:pt x="52" y="0"/>
                  <a:pt x="52" y="0"/>
                  <a:pt x="52" y="0"/>
                </a:cubicBezTo>
                <a:cubicBezTo>
                  <a:pt x="58" y="0"/>
                  <a:pt x="58" y="0"/>
                  <a:pt x="58" y="0"/>
                </a:cubicBezTo>
                <a:cubicBezTo>
                  <a:pt x="75" y="48"/>
                  <a:pt x="75" y="48"/>
                  <a:pt x="75" y="48"/>
                </a:cubicBezTo>
                <a:cubicBezTo>
                  <a:pt x="75" y="49"/>
                  <a:pt x="75" y="50"/>
                  <a:pt x="76" y="50"/>
                </a:cubicBezTo>
                <a:cubicBezTo>
                  <a:pt x="76" y="51"/>
                  <a:pt x="76" y="52"/>
                  <a:pt x="76" y="53"/>
                </a:cubicBezTo>
                <a:cubicBezTo>
                  <a:pt x="76" y="53"/>
                  <a:pt x="76" y="53"/>
                  <a:pt x="76" y="53"/>
                </a:cubicBezTo>
                <a:cubicBezTo>
                  <a:pt x="76" y="52"/>
                  <a:pt x="77" y="52"/>
                  <a:pt x="77" y="51"/>
                </a:cubicBezTo>
                <a:cubicBezTo>
                  <a:pt x="77" y="50"/>
                  <a:pt x="77" y="49"/>
                  <a:pt x="78" y="48"/>
                </a:cubicBezTo>
                <a:cubicBezTo>
                  <a:pt x="95" y="0"/>
                  <a:pt x="95" y="0"/>
                  <a:pt x="95" y="0"/>
                </a:cubicBezTo>
                <a:cubicBezTo>
                  <a:pt x="101" y="0"/>
                  <a:pt x="101" y="0"/>
                  <a:pt x="101" y="0"/>
                </a:cubicBezTo>
                <a:lnTo>
                  <a:pt x="79" y="60"/>
                </a:lnTo>
                <a:close/>
                <a:moveTo>
                  <a:pt x="127" y="0"/>
                </a:moveTo>
                <a:cubicBezTo>
                  <a:pt x="122" y="0"/>
                  <a:pt x="122" y="0"/>
                  <a:pt x="122" y="0"/>
                </a:cubicBezTo>
                <a:cubicBezTo>
                  <a:pt x="99" y="60"/>
                  <a:pt x="99" y="60"/>
                  <a:pt x="99" y="60"/>
                </a:cubicBezTo>
                <a:cubicBezTo>
                  <a:pt x="105" y="60"/>
                  <a:pt x="105" y="60"/>
                  <a:pt x="105" y="60"/>
                </a:cubicBezTo>
                <a:cubicBezTo>
                  <a:pt x="112" y="42"/>
                  <a:pt x="112" y="42"/>
                  <a:pt x="112" y="42"/>
                </a:cubicBezTo>
                <a:cubicBezTo>
                  <a:pt x="137" y="42"/>
                  <a:pt x="137" y="42"/>
                  <a:pt x="137" y="42"/>
                </a:cubicBezTo>
                <a:cubicBezTo>
                  <a:pt x="144" y="60"/>
                  <a:pt x="144" y="60"/>
                  <a:pt x="144" y="60"/>
                </a:cubicBezTo>
                <a:cubicBezTo>
                  <a:pt x="150" y="60"/>
                  <a:pt x="150" y="60"/>
                  <a:pt x="150" y="60"/>
                </a:cubicBezTo>
                <a:lnTo>
                  <a:pt x="127" y="0"/>
                </a:lnTo>
                <a:close/>
                <a:moveTo>
                  <a:pt x="114" y="37"/>
                </a:moveTo>
                <a:cubicBezTo>
                  <a:pt x="123" y="11"/>
                  <a:pt x="123" y="11"/>
                  <a:pt x="123" y="11"/>
                </a:cubicBezTo>
                <a:cubicBezTo>
                  <a:pt x="123" y="10"/>
                  <a:pt x="124" y="10"/>
                  <a:pt x="124" y="9"/>
                </a:cubicBezTo>
                <a:cubicBezTo>
                  <a:pt x="124" y="8"/>
                  <a:pt x="124" y="8"/>
                  <a:pt x="124" y="7"/>
                </a:cubicBezTo>
                <a:cubicBezTo>
                  <a:pt x="125" y="7"/>
                  <a:pt x="125" y="7"/>
                  <a:pt x="125" y="7"/>
                </a:cubicBezTo>
                <a:cubicBezTo>
                  <a:pt x="125" y="8"/>
                  <a:pt x="125" y="8"/>
                  <a:pt x="125" y="9"/>
                </a:cubicBezTo>
                <a:cubicBezTo>
                  <a:pt x="125" y="10"/>
                  <a:pt x="125" y="10"/>
                  <a:pt x="126" y="11"/>
                </a:cubicBezTo>
                <a:cubicBezTo>
                  <a:pt x="135" y="37"/>
                  <a:pt x="135" y="37"/>
                  <a:pt x="135" y="37"/>
                </a:cubicBezTo>
                <a:lnTo>
                  <a:pt x="114" y="37"/>
                </a:lnTo>
                <a:close/>
                <a:moveTo>
                  <a:pt x="159" y="60"/>
                </a:moveTo>
                <a:cubicBezTo>
                  <a:pt x="159" y="0"/>
                  <a:pt x="159" y="0"/>
                  <a:pt x="159" y="0"/>
                </a:cubicBezTo>
                <a:cubicBezTo>
                  <a:pt x="165" y="0"/>
                  <a:pt x="165" y="0"/>
                  <a:pt x="165" y="0"/>
                </a:cubicBezTo>
                <a:cubicBezTo>
                  <a:pt x="165" y="55"/>
                  <a:pt x="165" y="55"/>
                  <a:pt x="165" y="55"/>
                </a:cubicBezTo>
                <a:cubicBezTo>
                  <a:pt x="189" y="55"/>
                  <a:pt x="189" y="55"/>
                  <a:pt x="189" y="55"/>
                </a:cubicBezTo>
                <a:cubicBezTo>
                  <a:pt x="189" y="60"/>
                  <a:pt x="189" y="60"/>
                  <a:pt x="189" y="60"/>
                </a:cubicBezTo>
                <a:lnTo>
                  <a:pt x="159" y="60"/>
                </a:lnTo>
                <a:close/>
                <a:moveTo>
                  <a:pt x="223" y="0"/>
                </a:moveTo>
                <a:cubicBezTo>
                  <a:pt x="218" y="0"/>
                  <a:pt x="218" y="0"/>
                  <a:pt x="218" y="0"/>
                </a:cubicBezTo>
                <a:cubicBezTo>
                  <a:pt x="195" y="60"/>
                  <a:pt x="195" y="60"/>
                  <a:pt x="195" y="60"/>
                </a:cubicBezTo>
                <a:cubicBezTo>
                  <a:pt x="201" y="60"/>
                  <a:pt x="201" y="60"/>
                  <a:pt x="201" y="60"/>
                </a:cubicBezTo>
                <a:cubicBezTo>
                  <a:pt x="207" y="42"/>
                  <a:pt x="207" y="42"/>
                  <a:pt x="207" y="42"/>
                </a:cubicBezTo>
                <a:cubicBezTo>
                  <a:pt x="233" y="42"/>
                  <a:pt x="233" y="42"/>
                  <a:pt x="233" y="42"/>
                </a:cubicBezTo>
                <a:cubicBezTo>
                  <a:pt x="239" y="60"/>
                  <a:pt x="239" y="60"/>
                  <a:pt x="239" y="60"/>
                </a:cubicBezTo>
                <a:cubicBezTo>
                  <a:pt x="246" y="60"/>
                  <a:pt x="246" y="60"/>
                  <a:pt x="246" y="60"/>
                </a:cubicBezTo>
                <a:lnTo>
                  <a:pt x="223" y="0"/>
                </a:lnTo>
                <a:close/>
                <a:moveTo>
                  <a:pt x="209" y="37"/>
                </a:moveTo>
                <a:cubicBezTo>
                  <a:pt x="219" y="11"/>
                  <a:pt x="219" y="11"/>
                  <a:pt x="219" y="11"/>
                </a:cubicBezTo>
                <a:cubicBezTo>
                  <a:pt x="219" y="10"/>
                  <a:pt x="219" y="10"/>
                  <a:pt x="219" y="9"/>
                </a:cubicBezTo>
                <a:cubicBezTo>
                  <a:pt x="220" y="8"/>
                  <a:pt x="220" y="8"/>
                  <a:pt x="220" y="7"/>
                </a:cubicBezTo>
                <a:cubicBezTo>
                  <a:pt x="220" y="7"/>
                  <a:pt x="220" y="7"/>
                  <a:pt x="220" y="7"/>
                </a:cubicBezTo>
                <a:cubicBezTo>
                  <a:pt x="220" y="8"/>
                  <a:pt x="221" y="8"/>
                  <a:pt x="221" y="9"/>
                </a:cubicBezTo>
                <a:cubicBezTo>
                  <a:pt x="221" y="10"/>
                  <a:pt x="221" y="10"/>
                  <a:pt x="221" y="11"/>
                </a:cubicBezTo>
                <a:cubicBezTo>
                  <a:pt x="231" y="37"/>
                  <a:pt x="231" y="37"/>
                  <a:pt x="231" y="37"/>
                </a:cubicBezTo>
                <a:lnTo>
                  <a:pt x="209" y="37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defTabSz="914314"/>
            <a:endParaRPr lang="en-US" sz="1200">
              <a:solidFill>
                <a:srgbClr val="000000"/>
              </a:solidFill>
              <a:latin typeface="Segoe UI Semilight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79A4661-E23B-E17D-B6F5-E72D8B51D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3010944" y="5290674"/>
            <a:ext cx="1703431" cy="644515"/>
          </a:xfrm>
          <a:prstGeom prst="rect">
            <a:avLst/>
          </a:prstGeom>
          <a:noFill/>
        </p:spPr>
        <p:txBody>
          <a:bodyPr wrap="square" lIns="89642" tIns="44821" rIns="89642" bIns="44821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err="1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આભાર</a:t>
            </a:r>
            <a:endParaRPr kumimoji="0" lang="en-US" sz="36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FCC3DCC-4C56-EFF5-2889-AEBBB1B9B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9029115" y="4729600"/>
            <a:ext cx="1703431" cy="593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i-IN" sz="3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धन्यवाद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Placeholder 45">
            <a:extLst>
              <a:ext uri="{FF2B5EF4-FFF2-40B4-BE49-F238E27FC236}">
                <a16:creationId xmlns:a16="http://schemas.microsoft.com/office/drawing/2014/main" id="{47CBDD95-3715-EAE2-13DD-9E05EC1B3F3E}"/>
              </a:ext>
            </a:extLst>
          </p:cNvPr>
          <p:cNvSpPr txBox="1">
            <a:spLocks/>
          </p:cNvSpPr>
          <p:nvPr userDrawn="1"/>
        </p:nvSpPr>
        <p:spPr>
          <a:xfrm>
            <a:off x="3356658" y="2875002"/>
            <a:ext cx="5478684" cy="110799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marR="0" indent="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7200" b="1" kern="1200" cap="none" spc="-50" baseline="0" dirty="0">
                <a:ln w="3175">
                  <a:noFill/>
                </a:ln>
                <a:gradFill flip="none" rotWithShape="1">
                  <a:gsLst>
                    <a:gs pos="28000">
                      <a:schemeClr val="accent1"/>
                    </a:gs>
                    <a:gs pos="100000">
                      <a:srgbClr val="17518A"/>
                    </a:gs>
                  </a:gsLst>
                  <a:path path="circle">
                    <a:fillToRect t="100000" r="100000"/>
                  </a:path>
                  <a:tileRect l="-100000" b="-1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8650" indent="-857250">
              <a:spcBef>
                <a:spcPct val="0"/>
              </a:spcBef>
            </a:pPr>
            <a:r>
              <a:rPr lang="en-US" b="0">
                <a:solidFill>
                  <a:schemeClr val="bg1"/>
                </a:solidFill>
                <a:latin typeface="+mj-lt"/>
              </a:rPr>
              <a:t>THANK YOU</a:t>
            </a:r>
          </a:p>
        </p:txBody>
      </p:sp>
      <p:sp>
        <p:nvSpPr>
          <p:cNvPr id="41" name="Text Box 3">
            <a:extLst>
              <a:ext uri="{FF2B5EF4-FFF2-40B4-BE49-F238E27FC236}">
                <a16:creationId xmlns:a16="http://schemas.microsoft.com/office/drawing/2014/main" id="{601C560D-FDC9-4990-AD60-0B78A995A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 userDrawn="1"/>
        </p:nvSpPr>
        <p:spPr bwMode="blackWhite">
          <a:xfrm>
            <a:off x="584200" y="6564313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bg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680C83C-DF5D-0B39-DBC6-FB1B5BF0ADE1}"/>
              </a:ext>
            </a:extLst>
          </p:cNvPr>
          <p:cNvGrpSpPr/>
          <p:nvPr userDrawn="1"/>
        </p:nvGrpSpPr>
        <p:grpSpPr>
          <a:xfrm>
            <a:off x="584200" y="585788"/>
            <a:ext cx="1366440" cy="292608"/>
            <a:chOff x="584200" y="585788"/>
            <a:chExt cx="1366440" cy="292608"/>
          </a:xfrm>
        </p:grpSpPr>
        <p:pic>
          <p:nvPicPr>
            <p:cNvPr id="43" name="MS logo gray - EMF">
              <a:extLst>
                <a:ext uri="{FF2B5EF4-FFF2-40B4-BE49-F238E27FC236}">
                  <a16:creationId xmlns:a16="http://schemas.microsoft.com/office/drawing/2014/main" id="{DFFE03F2-5B13-36F0-733F-5685351575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black">
            <a:xfrm>
              <a:off x="584200" y="585788"/>
              <a:ext cx="1366440" cy="292608"/>
            </a:xfrm>
            <a:prstGeom prst="rect">
              <a:avLst/>
            </a:prstGeom>
          </p:spPr>
        </p:pic>
        <p:pic>
          <p:nvPicPr>
            <p:cNvPr id="44" name="MS logo gray - EMF">
              <a:extLst>
                <a:ext uri="{FF2B5EF4-FFF2-40B4-BE49-F238E27FC236}">
                  <a16:creationId xmlns:a16="http://schemas.microsoft.com/office/drawing/2014/main" id="{DB245FA0-CA67-7F98-EA1B-2F78CC2B3C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lum bright="10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4862"/>
            <a:stretch>
              <a:fillRect/>
            </a:stretch>
          </p:blipFill>
          <p:spPr bwMode="black">
            <a:xfrm>
              <a:off x="923924" y="585788"/>
              <a:ext cx="1026715" cy="2926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73374921"/>
      </p:ext>
    </p:extLst>
  </p:cSld>
  <p:clrMapOvr>
    <a:masterClrMapping/>
  </p:clrMapOvr>
  <p:transition>
    <p:fade/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5865011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slideLayout" Target="../slideLayouts/slideLayout89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10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90" Type="http://schemas.openxmlformats.org/officeDocument/2006/relationships/slideLayout" Target="../slideLayouts/slideLayout90.xml"/><Relationship Id="rId95" Type="http://schemas.openxmlformats.org/officeDocument/2006/relationships/slideLayout" Target="../slideLayouts/slideLayout95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59" Type="http://schemas.openxmlformats.org/officeDocument/2006/relationships/slideLayout" Target="../slideLayouts/slideLayout59.xml"/><Relationship Id="rId103" Type="http://schemas.openxmlformats.org/officeDocument/2006/relationships/tags" Target="../tags/tag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91" Type="http://schemas.openxmlformats.org/officeDocument/2006/relationships/slideLayout" Target="../slideLayouts/slideLayout91.xml"/><Relationship Id="rId96" Type="http://schemas.openxmlformats.org/officeDocument/2006/relationships/slideLayout" Target="../slideLayouts/slideLayout9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6" Type="http://schemas.openxmlformats.org/officeDocument/2006/relationships/image" Target="../media/image2.emf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94" Type="http://schemas.openxmlformats.org/officeDocument/2006/relationships/slideLayout" Target="../slideLayouts/slideLayout94.xml"/><Relationship Id="rId99" Type="http://schemas.openxmlformats.org/officeDocument/2006/relationships/slideLayout" Target="../slideLayouts/slideLayout99.xml"/><Relationship Id="rId101" Type="http://schemas.openxmlformats.org/officeDocument/2006/relationships/slideLayout" Target="../slideLayouts/slideLayout10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104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100" Type="http://schemas.openxmlformats.org/officeDocument/2006/relationships/slideLayout" Target="../slideLayouts/slideLayout100.xml"/><Relationship Id="rId105" Type="http://schemas.openxmlformats.org/officeDocument/2006/relationships/oleObject" Target="../embeddings/oleObject1.bin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98" Type="http://schemas.openxmlformats.org/officeDocument/2006/relationships/slideLayout" Target="../slideLayouts/slideLayout98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slideLayout" Target="../slideLayouts/slideLayout46.xml"/><Relationship Id="rId67" Type="http://schemas.openxmlformats.org/officeDocument/2006/relationships/slideLayout" Target="../slideLayouts/slideLayout6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2637997-1247-8504-628F-92B37383D3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4">
            <a:alphaModFix amt="15000"/>
          </a:blip>
          <a:stretch>
            <a:fillRect/>
          </a:stretch>
        </p:blipFill>
        <p:spPr>
          <a:xfrm>
            <a:off x="0" y="-1016"/>
            <a:ext cx="12192000" cy="6860032"/>
          </a:xfrm>
          <a:prstGeom prst="rect">
            <a:avLst/>
          </a:prstGeom>
        </p:spPr>
      </p:pic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2016088-7680-7600-B25B-E0B2B565461B}"/>
              </a:ext>
            </a:extLst>
          </p:cNvPr>
          <p:cNvGraphicFramePr>
            <a:graphicFrameLocks/>
          </p:cNvGraphicFramePr>
          <p:nvPr userDrawn="1">
            <p:custDataLst>
              <p:tags r:id="rId103"/>
            </p:custDataLst>
            <p:extLst>
              <p:ext uri="{D42A27DB-BD31-4B8C-83A1-F6EECF244321}">
                <p14:modId xmlns:p14="http://schemas.microsoft.com/office/powerpoint/2010/main" val="19908926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5" imgW="471" imgH="473" progId="TCLayout.ActiveDocument.1">
                  <p:embed/>
                </p:oleObj>
              </mc:Choice>
              <mc:Fallback>
                <p:oleObj name="think-cell Slide" r:id="rId105" imgW="471" imgH="473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2016088-7680-7600-B25B-E0B2B56546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37ED564-055E-99E4-8D52-A7C00AECDA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3955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0" r:id="rId1"/>
    <p:sldLayoutId id="2147484071" r:id="rId2"/>
    <p:sldLayoutId id="2147484072" r:id="rId3"/>
    <p:sldLayoutId id="2147483973" r:id="rId4"/>
    <p:sldLayoutId id="2147483932" r:id="rId5"/>
    <p:sldLayoutId id="2147483982" r:id="rId6"/>
    <p:sldLayoutId id="2147483983" r:id="rId7"/>
    <p:sldLayoutId id="2147483933" r:id="rId8"/>
    <p:sldLayoutId id="2147483893" r:id="rId9"/>
    <p:sldLayoutId id="2147484062" r:id="rId10"/>
    <p:sldLayoutId id="2147484063" r:id="rId11"/>
    <p:sldLayoutId id="2147483991" r:id="rId12"/>
    <p:sldLayoutId id="2147483958" r:id="rId13"/>
    <p:sldLayoutId id="2147483959" r:id="rId14"/>
    <p:sldLayoutId id="2147483960" r:id="rId15"/>
    <p:sldLayoutId id="2147483961" r:id="rId16"/>
    <p:sldLayoutId id="2147483962" r:id="rId17"/>
    <p:sldLayoutId id="2147483963" r:id="rId18"/>
    <p:sldLayoutId id="2147483964" r:id="rId19"/>
    <p:sldLayoutId id="2147483974" r:id="rId20"/>
    <p:sldLayoutId id="2147483978" r:id="rId21"/>
    <p:sldLayoutId id="2147483975" r:id="rId22"/>
    <p:sldLayoutId id="2147483979" r:id="rId23"/>
    <p:sldLayoutId id="2147483976" r:id="rId24"/>
    <p:sldLayoutId id="2147483980" r:id="rId25"/>
    <p:sldLayoutId id="2147483977" r:id="rId26"/>
    <p:sldLayoutId id="2147483981" r:id="rId27"/>
    <p:sldLayoutId id="2147483992" r:id="rId28"/>
    <p:sldLayoutId id="2147483993" r:id="rId29"/>
    <p:sldLayoutId id="2147483994" r:id="rId30"/>
    <p:sldLayoutId id="2147484064" r:id="rId31"/>
    <p:sldLayoutId id="2147483996" r:id="rId32"/>
    <p:sldLayoutId id="2147483997" r:id="rId33"/>
    <p:sldLayoutId id="2147483998" r:id="rId34"/>
    <p:sldLayoutId id="2147483999" r:id="rId35"/>
    <p:sldLayoutId id="2147484000" r:id="rId36"/>
    <p:sldLayoutId id="2147484001" r:id="rId37"/>
    <p:sldLayoutId id="2147484002" r:id="rId38"/>
    <p:sldLayoutId id="2147484003" r:id="rId39"/>
    <p:sldLayoutId id="2147484004" r:id="rId40"/>
    <p:sldLayoutId id="2147484005" r:id="rId41"/>
    <p:sldLayoutId id="2147484006" r:id="rId42"/>
    <p:sldLayoutId id="2147484007" r:id="rId43"/>
    <p:sldLayoutId id="2147484008" r:id="rId44"/>
    <p:sldLayoutId id="2147484009" r:id="rId45"/>
    <p:sldLayoutId id="2147484010" r:id="rId46"/>
    <p:sldLayoutId id="2147484011" r:id="rId47"/>
    <p:sldLayoutId id="2147484012" r:id="rId48"/>
    <p:sldLayoutId id="2147484013" r:id="rId49"/>
    <p:sldLayoutId id="2147484014" r:id="rId50"/>
    <p:sldLayoutId id="2147484015" r:id="rId51"/>
    <p:sldLayoutId id="2147484016" r:id="rId52"/>
    <p:sldLayoutId id="2147484017" r:id="rId53"/>
    <p:sldLayoutId id="2147484018" r:id="rId54"/>
    <p:sldLayoutId id="2147484019" r:id="rId55"/>
    <p:sldLayoutId id="2147484020" r:id="rId56"/>
    <p:sldLayoutId id="2147484065" r:id="rId57"/>
    <p:sldLayoutId id="2147484066" r:id="rId58"/>
    <p:sldLayoutId id="2147484021" r:id="rId59"/>
    <p:sldLayoutId id="2147484022" r:id="rId60"/>
    <p:sldLayoutId id="2147484023" r:id="rId61"/>
    <p:sldLayoutId id="2147484024" r:id="rId62"/>
    <p:sldLayoutId id="2147484025" r:id="rId63"/>
    <p:sldLayoutId id="2147484026" r:id="rId64"/>
    <p:sldLayoutId id="2147484027" r:id="rId65"/>
    <p:sldLayoutId id="2147484028" r:id="rId66"/>
    <p:sldLayoutId id="2147484029" r:id="rId67"/>
    <p:sldLayoutId id="2147484030" r:id="rId68"/>
    <p:sldLayoutId id="2147484031" r:id="rId69"/>
    <p:sldLayoutId id="2147484032" r:id="rId70"/>
    <p:sldLayoutId id="2147484033" r:id="rId71"/>
    <p:sldLayoutId id="2147484034" r:id="rId72"/>
    <p:sldLayoutId id="2147484035" r:id="rId73"/>
    <p:sldLayoutId id="2147484036" r:id="rId74"/>
    <p:sldLayoutId id="2147484037" r:id="rId75"/>
    <p:sldLayoutId id="2147484038" r:id="rId76"/>
    <p:sldLayoutId id="2147484039" r:id="rId77"/>
    <p:sldLayoutId id="2147484040" r:id="rId78"/>
    <p:sldLayoutId id="2147484041" r:id="rId79"/>
    <p:sldLayoutId id="2147484042" r:id="rId80"/>
    <p:sldLayoutId id="2147484043" r:id="rId81"/>
    <p:sldLayoutId id="2147484044" r:id="rId82"/>
    <p:sldLayoutId id="2147484045" r:id="rId83"/>
    <p:sldLayoutId id="2147484046" r:id="rId84"/>
    <p:sldLayoutId id="2147484047" r:id="rId85"/>
    <p:sldLayoutId id="2147484048" r:id="rId86"/>
    <p:sldLayoutId id="2147484049" r:id="rId87"/>
    <p:sldLayoutId id="2147484050" r:id="rId88"/>
    <p:sldLayoutId id="2147484051" r:id="rId89"/>
    <p:sldLayoutId id="2147484052" r:id="rId90"/>
    <p:sldLayoutId id="2147484053" r:id="rId91"/>
    <p:sldLayoutId id="2147484059" r:id="rId92"/>
    <p:sldLayoutId id="2147484069" r:id="rId93"/>
    <p:sldLayoutId id="2147484068" r:id="rId94"/>
    <p:sldLayoutId id="2147484054" r:id="rId95"/>
    <p:sldLayoutId id="2147484055" r:id="rId96"/>
    <p:sldLayoutId id="2147484056" r:id="rId97"/>
    <p:sldLayoutId id="2147484057" r:id="rId98"/>
    <p:sldLayoutId id="2147484058" r:id="rId99"/>
    <p:sldLayoutId id="2147484067" r:id="rId100"/>
    <p:sldLayoutId id="2147484073" r:id="rId101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1" pos="368">
          <p15:clr>
            <a:srgbClr val="C35EA4"/>
          </p15:clr>
        </p15:guide>
        <p15:guide id="32" pos="7313">
          <p15:clr>
            <a:srgbClr val="C35EA4"/>
          </p15:clr>
        </p15:guide>
        <p15:guide id="33" orient="horz" pos="369">
          <p15:clr>
            <a:srgbClr val="C35EA4"/>
          </p15:clr>
        </p15:guide>
        <p15:guide id="34" orient="horz" pos="3949">
          <p15:clr>
            <a:srgbClr val="C35EA4"/>
          </p15:clr>
        </p15:guide>
        <p15:guide id="35" orient="horz" pos="184">
          <p15:clr>
            <a:srgbClr val="A4A3A4"/>
          </p15:clr>
        </p15:guide>
        <p15:guide id="36" pos="185">
          <p15:clr>
            <a:srgbClr val="A4A3A4"/>
          </p15:clr>
        </p15:guide>
        <p15:guide id="37" orient="horz" pos="4135">
          <p15:clr>
            <a:srgbClr val="A4A3A4"/>
          </p15:clr>
        </p15:guide>
        <p15:guide id="38" pos="749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746A342-BC20-BF5C-2700-592F4B32BBB1}"/>
              </a:ext>
            </a:extLst>
          </p:cNvPr>
          <p:cNvSpPr txBox="1"/>
          <p:nvPr/>
        </p:nvSpPr>
        <p:spPr>
          <a:xfrm>
            <a:off x="584200" y="1536700"/>
            <a:ext cx="6350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FFFFFF"/>
                </a:solidFill>
                <a:latin typeface="Aptos" panose="020B0004020202020204" pitchFamily="34" charset="0"/>
              </a:rPr>
              <a:t>AUTARCH | THE GOVERNED AGENT FACTORY</a:t>
            </a:r>
            <a:endParaRPr lang="en-CA" sz="1400" b="1" dirty="0" err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B6DF6C-E7D2-AECE-E77D-0FF4B3B0D9D8}"/>
              </a:ext>
            </a:extLst>
          </p:cNvPr>
          <p:cNvSpPr txBox="1"/>
          <p:nvPr/>
        </p:nvSpPr>
        <p:spPr>
          <a:xfrm>
            <a:off x="584200" y="2463800"/>
            <a:ext cx="8763000" cy="11079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600" b="1">
                <a:solidFill>
                  <a:srgbClr val="FFFFFF"/>
                </a:solidFill>
                <a:latin typeface="Aptos" panose="020B0004020202020204" pitchFamily="34" charset="0"/>
              </a:rPr>
              <a:t>Governed AI agents for finance, audit, and taxation</a:t>
            </a:r>
            <a:endParaRPr lang="en-CA" sz="3600" b="1" dirty="0" err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162070-C3DB-3888-7170-7B9A72E5BCE2}"/>
              </a:ext>
            </a:extLst>
          </p:cNvPr>
          <p:cNvSpPr txBox="1"/>
          <p:nvPr/>
        </p:nvSpPr>
        <p:spPr>
          <a:xfrm>
            <a:off x="584200" y="37338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>
                <a:solidFill>
                  <a:srgbClr val="FFFFFF"/>
                </a:solidFill>
                <a:latin typeface="Aptos" panose="020B0004020202020204" pitchFamily="34" charset="0"/>
              </a:rPr>
              <a:t>Every conclusion bounded, approved, and provable.</a:t>
            </a:r>
            <a:endParaRPr lang="en-CA" dirty="0" err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98BDCA-0033-9BA0-0BBE-BC2F65174BE1}"/>
              </a:ext>
            </a:extLst>
          </p:cNvPr>
          <p:cNvSpPr txBox="1"/>
          <p:nvPr/>
        </p:nvSpPr>
        <p:spPr>
          <a:xfrm>
            <a:off x="584200" y="4584700"/>
            <a:ext cx="6350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600">
                <a:solidFill>
                  <a:srgbClr val="FFFFFF"/>
                </a:solidFill>
                <a:latin typeface="Aptos" panose="020B0004020202020204" pitchFamily="34" charset="0"/>
              </a:rPr>
              <a:t>Enterprise pitch | September 2026</a:t>
            </a:r>
            <a:endParaRPr lang="en-CA" sz="1600" dirty="0" err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7706943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EBD12C-2880-C7D0-EC0A-CB0200845D43}"/>
              </a:ext>
            </a:extLst>
          </p:cNvPr>
          <p:cNvSpPr txBox="1"/>
          <p:nvPr/>
        </p:nvSpPr>
        <p:spPr>
          <a:xfrm>
            <a:off x="609600" y="215900"/>
            <a:ext cx="825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900" b="1">
                <a:solidFill>
                  <a:srgbClr val="0075B8"/>
                </a:solidFill>
                <a:latin typeface="Aptos" panose="020B0004020202020204" pitchFamily="34" charset="0"/>
              </a:rPr>
              <a:t>THE FINANCE PROBLEM</a:t>
            </a:r>
            <a:endParaRPr lang="en-CA" sz="9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464C03-E60B-E698-2CCD-4B63C813C3A3}"/>
              </a:ext>
            </a:extLst>
          </p:cNvPr>
          <p:cNvSpPr txBox="1"/>
          <p:nvPr/>
        </p:nvSpPr>
        <p:spPr>
          <a:xfrm>
            <a:off x="609600" y="482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71426"/>
                </a:solidFill>
                <a:latin typeface="Aptos" panose="020B0004020202020204" pitchFamily="34" charset="0"/>
              </a:rPr>
              <a:t>Finance wants AI. It cannot compromise control.</a:t>
            </a:r>
            <a:endParaRPr lang="en-CA" sz="28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BBC6D1-E395-287B-0960-6566615D957E}"/>
              </a:ext>
            </a:extLst>
          </p:cNvPr>
          <p:cNvSpPr txBox="1"/>
          <p:nvPr/>
        </p:nvSpPr>
        <p:spPr>
          <a:xfrm>
            <a:off x="11201400" y="6464300"/>
            <a:ext cx="381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CA" sz="800">
                <a:solidFill>
                  <a:srgbClr val="4D5966"/>
                </a:solidFill>
                <a:latin typeface="Aptos" panose="020B0004020202020204" pitchFamily="34" charset="0"/>
              </a:rPr>
              <a:t>02</a:t>
            </a:r>
            <a:endParaRPr lang="en-CA" sz="800" dirty="0" err="1">
              <a:solidFill>
                <a:srgbClr val="4D5966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ECE016-DAAC-E2A4-1924-F589D2598882}"/>
              </a:ext>
            </a:extLst>
          </p:cNvPr>
          <p:cNvSpPr txBox="1"/>
          <p:nvPr/>
        </p:nvSpPr>
        <p:spPr>
          <a:xfrm>
            <a:off x="609600" y="16510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>
                <a:solidFill>
                  <a:srgbClr val="4D5966"/>
                </a:solidFill>
                <a:latin typeface="Aptos" panose="020B0004020202020204" pitchFamily="34" charset="0"/>
              </a:rPr>
              <a:t>AI now reviews ledgers, tests controls, interprets tax, and prepares decisions.</a:t>
            </a:r>
            <a:endParaRPr lang="en-CA" dirty="0" err="1">
              <a:solidFill>
                <a:srgbClr val="4D5966"/>
              </a:solidFill>
              <a:latin typeface="Aptos" panose="020B000402020202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3BC2E70-8CC1-FF81-FAED-755C9EB11DA9}"/>
              </a:ext>
            </a:extLst>
          </p:cNvPr>
          <p:cNvSpPr/>
          <p:nvPr/>
        </p:nvSpPr>
        <p:spPr bwMode="auto">
          <a:xfrm>
            <a:off x="787400" y="2425700"/>
            <a:ext cx="101600" cy="101600"/>
          </a:xfrm>
          <a:prstGeom prst="ellipse">
            <a:avLst/>
          </a:prstGeom>
          <a:solidFill>
            <a:srgbClr val="0075B8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0A066D-9DA3-94B0-3787-084CC40A477B}"/>
              </a:ext>
            </a:extLst>
          </p:cNvPr>
          <p:cNvSpPr txBox="1"/>
          <p:nvPr/>
        </p:nvSpPr>
        <p:spPr>
          <a:xfrm>
            <a:off x="1041400" y="2336800"/>
            <a:ext cx="6223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071426"/>
                </a:solidFill>
                <a:latin typeface="Aptos" panose="020B0004020202020204" pitchFamily="34" charset="0"/>
              </a:rPr>
              <a:t>Broad ERP access and prompt-level guardrails</a:t>
            </a:r>
            <a:endParaRPr lang="en-CA" sz="17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59D271-B1BE-23A5-A1C0-A545A391E091}"/>
              </a:ext>
            </a:extLst>
          </p:cNvPr>
          <p:cNvSpPr/>
          <p:nvPr/>
        </p:nvSpPr>
        <p:spPr bwMode="auto">
          <a:xfrm>
            <a:off x="787400" y="3035300"/>
            <a:ext cx="101600" cy="101600"/>
          </a:xfrm>
          <a:prstGeom prst="ellipse">
            <a:avLst/>
          </a:prstGeom>
          <a:solidFill>
            <a:srgbClr val="0075B8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6C3889-53AF-010E-C5A1-2E8B64D9C580}"/>
              </a:ext>
            </a:extLst>
          </p:cNvPr>
          <p:cNvSpPr txBox="1"/>
          <p:nvPr/>
        </p:nvSpPr>
        <p:spPr>
          <a:xfrm>
            <a:off x="1041400" y="2946400"/>
            <a:ext cx="6223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071426"/>
                </a:solidFill>
                <a:latin typeface="Aptos" panose="020B0004020202020204" pitchFamily="34" charset="0"/>
              </a:rPr>
              <a:t>Inconsistent controls rebuilt for every finance pilot</a:t>
            </a:r>
            <a:endParaRPr lang="en-CA" sz="17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89E829B-877D-7C16-DBA9-2CF41B3E83BF}"/>
              </a:ext>
            </a:extLst>
          </p:cNvPr>
          <p:cNvSpPr/>
          <p:nvPr/>
        </p:nvSpPr>
        <p:spPr bwMode="auto">
          <a:xfrm>
            <a:off x="787400" y="3644900"/>
            <a:ext cx="101600" cy="101600"/>
          </a:xfrm>
          <a:prstGeom prst="ellipse">
            <a:avLst/>
          </a:prstGeom>
          <a:solidFill>
            <a:srgbClr val="0075B8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B487D6-3168-CD7C-FA17-C12629129A59}"/>
              </a:ext>
            </a:extLst>
          </p:cNvPr>
          <p:cNvSpPr txBox="1"/>
          <p:nvPr/>
        </p:nvSpPr>
        <p:spPr>
          <a:xfrm>
            <a:off x="1041400" y="3556000"/>
            <a:ext cx="6223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071426"/>
                </a:solidFill>
                <a:latin typeface="Aptos" panose="020B0004020202020204" pitchFamily="34" charset="0"/>
              </a:rPr>
              <a:t>Activity logs without workpaper-grade evidence</a:t>
            </a:r>
            <a:endParaRPr lang="en-CA" sz="17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B8D4760-040C-1B90-170A-9CA49650FC21}"/>
              </a:ext>
            </a:extLst>
          </p:cNvPr>
          <p:cNvSpPr/>
          <p:nvPr/>
        </p:nvSpPr>
        <p:spPr bwMode="auto">
          <a:xfrm>
            <a:off x="787400" y="4254500"/>
            <a:ext cx="101600" cy="101600"/>
          </a:xfrm>
          <a:prstGeom prst="ellipse">
            <a:avLst/>
          </a:prstGeom>
          <a:solidFill>
            <a:srgbClr val="0075B8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929CD9-3B72-4D46-2D90-703D3ABC8B5B}"/>
              </a:ext>
            </a:extLst>
          </p:cNvPr>
          <p:cNvSpPr txBox="1"/>
          <p:nvPr/>
        </p:nvSpPr>
        <p:spPr>
          <a:xfrm>
            <a:off x="1041400" y="4165600"/>
            <a:ext cx="6223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071426"/>
                </a:solidFill>
                <a:latin typeface="Aptos" panose="020B0004020202020204" pitchFamily="34" charset="0"/>
              </a:rPr>
              <a:t>Approvals disconnected from deployed configuration</a:t>
            </a:r>
            <a:endParaRPr lang="en-CA" sz="17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9D07308-0D13-DFE4-C8BD-B3D5BB0573F9}"/>
              </a:ext>
            </a:extLst>
          </p:cNvPr>
          <p:cNvSpPr/>
          <p:nvPr/>
        </p:nvSpPr>
        <p:spPr bwMode="auto">
          <a:xfrm>
            <a:off x="787400" y="4864100"/>
            <a:ext cx="101600" cy="101600"/>
          </a:xfrm>
          <a:prstGeom prst="ellipse">
            <a:avLst/>
          </a:prstGeom>
          <a:solidFill>
            <a:srgbClr val="0075B8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B5028D-1A55-03FC-8147-03F7601C2A58}"/>
              </a:ext>
            </a:extLst>
          </p:cNvPr>
          <p:cNvSpPr txBox="1"/>
          <p:nvPr/>
        </p:nvSpPr>
        <p:spPr>
          <a:xfrm>
            <a:off x="1041400" y="4775200"/>
            <a:ext cx="6223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071426"/>
                </a:solidFill>
                <a:latin typeface="Aptos" panose="020B0004020202020204" pitchFamily="34" charset="0"/>
              </a:rPr>
              <a:t>Material findings that still require accountable judgment</a:t>
            </a:r>
            <a:endParaRPr lang="en-CA" sz="17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148626D-D881-15DC-2137-5D3B010040DD}"/>
              </a:ext>
            </a:extLst>
          </p:cNvPr>
          <p:cNvSpPr/>
          <p:nvPr/>
        </p:nvSpPr>
        <p:spPr bwMode="auto">
          <a:xfrm>
            <a:off x="7874000" y="2603500"/>
            <a:ext cx="34290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359F0B4-D527-07EE-8FB5-EDEEFEA209DB}"/>
              </a:ext>
            </a:extLst>
          </p:cNvPr>
          <p:cNvSpPr/>
          <p:nvPr/>
        </p:nvSpPr>
        <p:spPr bwMode="auto">
          <a:xfrm>
            <a:off x="7874000" y="2603500"/>
            <a:ext cx="63500" cy="1905000"/>
          </a:xfrm>
          <a:prstGeom prst="rect">
            <a:avLst/>
          </a:prstGeom>
          <a:solidFill>
            <a:srgbClr val="E09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286C9B-3AE6-05E0-875E-CB65C3E3DFC3}"/>
              </a:ext>
            </a:extLst>
          </p:cNvPr>
          <p:cNvSpPr txBox="1"/>
          <p:nvPr/>
        </p:nvSpPr>
        <p:spPr>
          <a:xfrm>
            <a:off x="8102600" y="2794000"/>
            <a:ext cx="3048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600" b="1">
                <a:solidFill>
                  <a:srgbClr val="E09000"/>
                </a:solidFill>
                <a:latin typeface="Aptos" panose="020B0004020202020204" pitchFamily="34" charset="0"/>
              </a:rPr>
              <a:t>THE REAL BOTTLENECK</a:t>
            </a:r>
            <a:endParaRPr lang="en-CA" sz="1600" b="1" dirty="0" err="1">
              <a:solidFill>
                <a:srgbClr val="E09000"/>
              </a:solidFill>
              <a:latin typeface="Aptos" panose="020B00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D8A060-7E05-DB5D-3DF6-E1EFE7D908F8}"/>
              </a:ext>
            </a:extLst>
          </p:cNvPr>
          <p:cNvSpPr txBox="1"/>
          <p:nvPr/>
        </p:nvSpPr>
        <p:spPr>
          <a:xfrm>
            <a:off x="8102600" y="3238500"/>
            <a:ext cx="3048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071426"/>
                </a:solidFill>
                <a:latin typeface="Aptos" panose="020B0004020202020204" pitchFamily="34" charset="0"/>
              </a:rPr>
              <a:t>Financial control, evidence, and accountability at scale.</a:t>
            </a:r>
            <a:endParaRPr lang="en-CA" sz="13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640067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45874D-17EE-7669-550E-517C83E7E148}"/>
              </a:ext>
            </a:extLst>
          </p:cNvPr>
          <p:cNvSpPr txBox="1"/>
          <p:nvPr/>
        </p:nvSpPr>
        <p:spPr>
          <a:xfrm>
            <a:off x="609600" y="215900"/>
            <a:ext cx="825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900" b="1">
                <a:solidFill>
                  <a:srgbClr val="0075B8"/>
                </a:solidFill>
                <a:latin typeface="Aptos" panose="020B0004020202020204" pitchFamily="34" charset="0"/>
              </a:rPr>
              <a:t>THE SOLUTION</a:t>
            </a:r>
            <a:endParaRPr lang="en-CA" sz="9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6B092F-950E-F522-3F29-77DC02175A21}"/>
              </a:ext>
            </a:extLst>
          </p:cNvPr>
          <p:cNvSpPr txBox="1"/>
          <p:nvPr/>
        </p:nvSpPr>
        <p:spPr>
          <a:xfrm>
            <a:off x="609600" y="482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71426"/>
                </a:solidFill>
                <a:latin typeface="Aptos" panose="020B0004020202020204" pitchFamily="34" charset="0"/>
              </a:rPr>
              <a:t>The category: a governed agent factory</a:t>
            </a:r>
            <a:endParaRPr lang="en-CA" sz="28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49F5F2-E7B1-655F-BFB8-263341A778CC}"/>
              </a:ext>
            </a:extLst>
          </p:cNvPr>
          <p:cNvSpPr txBox="1"/>
          <p:nvPr/>
        </p:nvSpPr>
        <p:spPr>
          <a:xfrm>
            <a:off x="11201400" y="6464300"/>
            <a:ext cx="381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CA" sz="800">
                <a:solidFill>
                  <a:srgbClr val="4D5966"/>
                </a:solidFill>
                <a:latin typeface="Aptos" panose="020B0004020202020204" pitchFamily="34" charset="0"/>
              </a:rPr>
              <a:t>03</a:t>
            </a:r>
            <a:endParaRPr lang="en-CA" sz="800" dirty="0" err="1">
              <a:solidFill>
                <a:srgbClr val="4D5966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9FD1FB-F31E-F7E4-783C-696C4C8F78A6}"/>
              </a:ext>
            </a:extLst>
          </p:cNvPr>
          <p:cNvSpPr txBox="1"/>
          <p:nvPr/>
        </p:nvSpPr>
        <p:spPr>
          <a:xfrm>
            <a:off x="609600" y="1625600"/>
            <a:ext cx="10414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>
                <a:solidFill>
                  <a:srgbClr val="E09000"/>
                </a:solidFill>
                <a:latin typeface="Aptos" panose="020B0004020202020204" pitchFamily="34" charset="0"/>
              </a:rPr>
              <a:t>One finance control plane. Many governed specialist agents.</a:t>
            </a:r>
            <a:endParaRPr lang="en-CA" sz="1900" b="1" dirty="0" err="1">
              <a:solidFill>
                <a:srgbClr val="E09000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A42C7A5-35BB-CAC7-3363-D18F473E13E6}"/>
              </a:ext>
            </a:extLst>
          </p:cNvPr>
          <p:cNvSpPr/>
          <p:nvPr/>
        </p:nvSpPr>
        <p:spPr bwMode="auto">
          <a:xfrm>
            <a:off x="698500" y="2349500"/>
            <a:ext cx="4572000" cy="31750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17F218-39E8-781A-53CC-2AF1B0268CFD}"/>
              </a:ext>
            </a:extLst>
          </p:cNvPr>
          <p:cNvSpPr/>
          <p:nvPr/>
        </p:nvSpPr>
        <p:spPr bwMode="auto">
          <a:xfrm>
            <a:off x="698500" y="2349500"/>
            <a:ext cx="63500" cy="3175000"/>
          </a:xfrm>
          <a:prstGeom prst="rect">
            <a:avLst/>
          </a:prstGeom>
          <a:solidFill>
            <a:srgbClr val="4D596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A1F362-3ADA-A5C6-11FD-484E6493D8A1}"/>
              </a:ext>
            </a:extLst>
          </p:cNvPr>
          <p:cNvSpPr txBox="1"/>
          <p:nvPr/>
        </p:nvSpPr>
        <p:spPr>
          <a:xfrm>
            <a:off x="927100" y="2540000"/>
            <a:ext cx="4191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600" b="1">
                <a:solidFill>
                  <a:srgbClr val="4D5966"/>
                </a:solidFill>
                <a:latin typeface="Aptos" panose="020B0004020202020204" pitchFamily="34" charset="0"/>
              </a:rPr>
              <a:t>CONVENTIONAL BUILDER</a:t>
            </a:r>
            <a:endParaRPr lang="en-CA" sz="1600" b="1" dirty="0" err="1">
              <a:solidFill>
                <a:srgbClr val="4D5966"/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0FF090-80A7-5CBB-BCCD-B8633D59078F}"/>
              </a:ext>
            </a:extLst>
          </p:cNvPr>
          <p:cNvSpPr txBox="1"/>
          <p:nvPr/>
        </p:nvSpPr>
        <p:spPr>
          <a:xfrm>
            <a:off x="927100" y="2984500"/>
            <a:ext cx="4191000" cy="14003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071426"/>
                </a:solidFill>
                <a:latin typeface="Aptos" panose="020B0004020202020204" pitchFamily="34" charset="0"/>
              </a:rPr>
              <a:t>Prompts + tools
Model compliance
Project-specific controls
Logs after the event</a:t>
            </a:r>
            <a:endParaRPr lang="en-CA" sz="13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F6E4B9-107D-5D18-D109-1871353F2D0F}"/>
              </a:ext>
            </a:extLst>
          </p:cNvPr>
          <p:cNvSpPr txBox="1"/>
          <p:nvPr/>
        </p:nvSpPr>
        <p:spPr>
          <a:xfrm>
            <a:off x="5588000" y="3530600"/>
            <a:ext cx="635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3400" b="1">
                <a:solidFill>
                  <a:srgbClr val="0075B8"/>
                </a:solidFill>
                <a:latin typeface="Aptos" panose="020B0004020202020204" pitchFamily="34" charset="0"/>
              </a:rPr>
              <a:t>&gt;</a:t>
            </a:r>
            <a:endParaRPr lang="en-CA" sz="34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416DD74-F041-3569-36A7-0F5D61FBD283}"/>
              </a:ext>
            </a:extLst>
          </p:cNvPr>
          <p:cNvSpPr/>
          <p:nvPr/>
        </p:nvSpPr>
        <p:spPr bwMode="auto">
          <a:xfrm>
            <a:off x="6350000" y="2349500"/>
            <a:ext cx="4953000" cy="31750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7BA9F4-F7E3-EEB6-9AF9-D2E632D7E8EE}"/>
              </a:ext>
            </a:extLst>
          </p:cNvPr>
          <p:cNvSpPr/>
          <p:nvPr/>
        </p:nvSpPr>
        <p:spPr bwMode="auto">
          <a:xfrm>
            <a:off x="6350000" y="2349500"/>
            <a:ext cx="63500" cy="3175000"/>
          </a:xfrm>
          <a:prstGeom prst="rect">
            <a:avLst/>
          </a:prstGeom>
          <a:solidFill>
            <a:srgbClr val="007A8A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939AC4-8EC5-AC0D-74BA-C9C884C60766}"/>
              </a:ext>
            </a:extLst>
          </p:cNvPr>
          <p:cNvSpPr txBox="1"/>
          <p:nvPr/>
        </p:nvSpPr>
        <p:spPr>
          <a:xfrm>
            <a:off x="6578600" y="2540000"/>
            <a:ext cx="457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600" b="1">
                <a:solidFill>
                  <a:srgbClr val="007A8A"/>
                </a:solidFill>
                <a:latin typeface="Aptos" panose="020B0004020202020204" pitchFamily="34" charset="0"/>
              </a:rPr>
              <a:t>AUTARCH</a:t>
            </a:r>
            <a:endParaRPr lang="en-CA" sz="1600" b="1" dirty="0" err="1">
              <a:solidFill>
                <a:srgbClr val="007A8A"/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F5725F-FDE8-16C0-C1C6-8122F1CBD8C7}"/>
              </a:ext>
            </a:extLst>
          </p:cNvPr>
          <p:cNvSpPr txBox="1"/>
          <p:nvPr/>
        </p:nvSpPr>
        <p:spPr>
          <a:xfrm>
            <a:off x="6578600" y="2984500"/>
            <a:ext cx="4572000" cy="14003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071426"/>
                </a:solidFill>
                <a:latin typeface="Aptos" panose="020B0004020202020204" pitchFamily="34" charset="0"/>
              </a:rPr>
              <a:t>Authority + policy + proof
Rules outside the model
Reusable DomainPacks
Evidence by construction</a:t>
            </a:r>
            <a:endParaRPr lang="en-CA" sz="13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5207654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D60FE74-21F2-25C4-73F6-355BA8A9FE99}"/>
              </a:ext>
            </a:extLst>
          </p:cNvPr>
          <p:cNvSpPr txBox="1"/>
          <p:nvPr/>
        </p:nvSpPr>
        <p:spPr>
          <a:xfrm>
            <a:off x="609600" y="215900"/>
            <a:ext cx="825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900" b="1">
                <a:solidFill>
                  <a:srgbClr val="0075B8"/>
                </a:solidFill>
                <a:latin typeface="Aptos" panose="020B0004020202020204" pitchFamily="34" charset="0"/>
              </a:rPr>
              <a:t>THE FACTORY PIPELINE</a:t>
            </a:r>
            <a:endParaRPr lang="en-CA" sz="9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9747BC-FA58-FF46-8328-FED264AC9C1D}"/>
              </a:ext>
            </a:extLst>
          </p:cNvPr>
          <p:cNvSpPr txBox="1"/>
          <p:nvPr/>
        </p:nvSpPr>
        <p:spPr>
          <a:xfrm>
            <a:off x="609600" y="482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71426"/>
                </a:solidFill>
                <a:latin typeface="Aptos" panose="020B0004020202020204" pitchFamily="34" charset="0"/>
              </a:rPr>
              <a:t>From requirement to governed deployment</a:t>
            </a:r>
            <a:endParaRPr lang="en-CA" sz="28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886AC7-C8C9-23BD-29DA-4EE613CE9D55}"/>
              </a:ext>
            </a:extLst>
          </p:cNvPr>
          <p:cNvSpPr txBox="1"/>
          <p:nvPr/>
        </p:nvSpPr>
        <p:spPr>
          <a:xfrm>
            <a:off x="11201400" y="6464300"/>
            <a:ext cx="381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CA" sz="800">
                <a:solidFill>
                  <a:srgbClr val="4D5966"/>
                </a:solidFill>
                <a:latin typeface="Aptos" panose="020B0004020202020204" pitchFamily="34" charset="0"/>
              </a:rPr>
              <a:t>04</a:t>
            </a:r>
            <a:endParaRPr lang="en-CA" sz="800" dirty="0" err="1">
              <a:solidFill>
                <a:srgbClr val="4D5966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0FB873D-0C9C-4C04-2330-1A643E4D4D78}"/>
              </a:ext>
            </a:extLst>
          </p:cNvPr>
          <p:cNvSpPr/>
          <p:nvPr/>
        </p:nvSpPr>
        <p:spPr bwMode="auto">
          <a:xfrm>
            <a:off x="508000" y="2603500"/>
            <a:ext cx="15875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2C8BC8-1471-1993-7FEC-4D0DCB4519E5}"/>
              </a:ext>
            </a:extLst>
          </p:cNvPr>
          <p:cNvSpPr txBox="1"/>
          <p:nvPr/>
        </p:nvSpPr>
        <p:spPr>
          <a:xfrm>
            <a:off x="508000" y="2895600"/>
            <a:ext cx="1587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100" b="1">
                <a:solidFill>
                  <a:srgbClr val="4D5966"/>
                </a:solidFill>
                <a:latin typeface="Aptos" panose="020B0004020202020204" pitchFamily="34" charset="0"/>
              </a:rPr>
              <a:t>FINANCE NEED</a:t>
            </a:r>
            <a:endParaRPr lang="en-CA" sz="1100" b="1" dirty="0" err="1">
              <a:solidFill>
                <a:srgbClr val="4D5966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844C64-71F5-2A05-CF24-5D1AC2665908}"/>
              </a:ext>
            </a:extLst>
          </p:cNvPr>
          <p:cNvSpPr txBox="1"/>
          <p:nvPr/>
        </p:nvSpPr>
        <p:spPr>
          <a:xfrm>
            <a:off x="2108200" y="2844800"/>
            <a:ext cx="2794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2000" b="1">
                <a:solidFill>
                  <a:srgbClr val="4D5966"/>
                </a:solidFill>
                <a:latin typeface="Aptos" panose="020B0004020202020204" pitchFamily="34" charset="0"/>
              </a:rPr>
              <a:t>&gt;</a:t>
            </a:r>
            <a:endParaRPr lang="en-CA" sz="2000" b="1" dirty="0" err="1">
              <a:solidFill>
                <a:srgbClr val="4D5966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0748468-412B-96B9-2E54-DDC9781132DD}"/>
              </a:ext>
            </a:extLst>
          </p:cNvPr>
          <p:cNvSpPr/>
          <p:nvPr/>
        </p:nvSpPr>
        <p:spPr bwMode="auto">
          <a:xfrm>
            <a:off x="2387600" y="2603500"/>
            <a:ext cx="15875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B46534-BDB3-A646-AD9E-7E8E1EE669CC}"/>
              </a:ext>
            </a:extLst>
          </p:cNvPr>
          <p:cNvSpPr txBox="1"/>
          <p:nvPr/>
        </p:nvSpPr>
        <p:spPr>
          <a:xfrm>
            <a:off x="2387600" y="2895600"/>
            <a:ext cx="1587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100" b="1">
                <a:solidFill>
                  <a:srgbClr val="0075B8"/>
                </a:solidFill>
                <a:latin typeface="Aptos" panose="020B0004020202020204" pitchFamily="34" charset="0"/>
              </a:rPr>
              <a:t>FINANCE PACK</a:t>
            </a:r>
            <a:endParaRPr lang="en-CA" sz="11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46A5CC-9557-EE04-D804-F1B76CB9D934}"/>
              </a:ext>
            </a:extLst>
          </p:cNvPr>
          <p:cNvSpPr txBox="1"/>
          <p:nvPr/>
        </p:nvSpPr>
        <p:spPr>
          <a:xfrm>
            <a:off x="3987800" y="2844800"/>
            <a:ext cx="2794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2000" b="1">
                <a:solidFill>
                  <a:srgbClr val="4D5966"/>
                </a:solidFill>
                <a:latin typeface="Aptos" panose="020B0004020202020204" pitchFamily="34" charset="0"/>
              </a:rPr>
              <a:t>&gt;</a:t>
            </a:r>
            <a:endParaRPr lang="en-CA" sz="2000" b="1" dirty="0" err="1">
              <a:solidFill>
                <a:srgbClr val="4D5966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A1A5BDD-9E1E-91D7-A956-BD78F598E246}"/>
              </a:ext>
            </a:extLst>
          </p:cNvPr>
          <p:cNvSpPr/>
          <p:nvPr/>
        </p:nvSpPr>
        <p:spPr bwMode="auto">
          <a:xfrm>
            <a:off x="4267200" y="2603500"/>
            <a:ext cx="15875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CE06A5-9914-A5CD-EF83-BF14CD03CC5E}"/>
              </a:ext>
            </a:extLst>
          </p:cNvPr>
          <p:cNvSpPr txBox="1"/>
          <p:nvPr/>
        </p:nvSpPr>
        <p:spPr>
          <a:xfrm>
            <a:off x="4267200" y="2895600"/>
            <a:ext cx="1587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100" b="1">
                <a:solidFill>
                  <a:srgbClr val="0075B8"/>
                </a:solidFill>
                <a:latin typeface="Aptos" panose="020B0004020202020204" pitchFamily="34" charset="0"/>
              </a:rPr>
              <a:t>BLUEPRINT</a:t>
            </a:r>
            <a:endParaRPr lang="en-CA" sz="11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F6BF79-3238-99BA-81A9-4BF8D2BE8198}"/>
              </a:ext>
            </a:extLst>
          </p:cNvPr>
          <p:cNvSpPr txBox="1"/>
          <p:nvPr/>
        </p:nvSpPr>
        <p:spPr>
          <a:xfrm>
            <a:off x="5867400" y="2844800"/>
            <a:ext cx="2794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2000" b="1">
                <a:solidFill>
                  <a:srgbClr val="4D5966"/>
                </a:solidFill>
                <a:latin typeface="Aptos" panose="020B0004020202020204" pitchFamily="34" charset="0"/>
              </a:rPr>
              <a:t>&gt;</a:t>
            </a:r>
            <a:endParaRPr lang="en-CA" sz="2000" b="1" dirty="0" err="1">
              <a:solidFill>
                <a:srgbClr val="4D5966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3D76800-2D86-7FAB-AA1F-DD0CA5B7802D}"/>
              </a:ext>
            </a:extLst>
          </p:cNvPr>
          <p:cNvSpPr/>
          <p:nvPr/>
        </p:nvSpPr>
        <p:spPr bwMode="auto">
          <a:xfrm>
            <a:off x="6146800" y="2603500"/>
            <a:ext cx="15875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7193FD-F294-A96E-D479-FC54B72B16FE}"/>
              </a:ext>
            </a:extLst>
          </p:cNvPr>
          <p:cNvSpPr txBox="1"/>
          <p:nvPr/>
        </p:nvSpPr>
        <p:spPr>
          <a:xfrm>
            <a:off x="6146800" y="2895600"/>
            <a:ext cx="1587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100" b="1">
                <a:solidFill>
                  <a:srgbClr val="E09000"/>
                </a:solidFill>
                <a:latin typeface="Aptos" panose="020B0004020202020204" pitchFamily="34" charset="0"/>
              </a:rPr>
              <a:t>VALIDATE + PROVE</a:t>
            </a:r>
            <a:endParaRPr lang="en-CA" sz="1100" b="1" dirty="0" err="1">
              <a:solidFill>
                <a:srgbClr val="E09000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D8F2B7-D975-FD4D-A73F-57C2137D385A}"/>
              </a:ext>
            </a:extLst>
          </p:cNvPr>
          <p:cNvSpPr txBox="1"/>
          <p:nvPr/>
        </p:nvSpPr>
        <p:spPr>
          <a:xfrm>
            <a:off x="7747000" y="2844800"/>
            <a:ext cx="2794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2000" b="1">
                <a:solidFill>
                  <a:srgbClr val="4D5966"/>
                </a:solidFill>
                <a:latin typeface="Aptos" panose="020B0004020202020204" pitchFamily="34" charset="0"/>
              </a:rPr>
              <a:t>&gt;</a:t>
            </a:r>
            <a:endParaRPr lang="en-CA" sz="2000" b="1" dirty="0" err="1">
              <a:solidFill>
                <a:srgbClr val="4D5966"/>
              </a:solidFill>
              <a:latin typeface="Aptos" panose="020B00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10F6F3B-049C-B739-1CAE-A20CBBF0C622}"/>
              </a:ext>
            </a:extLst>
          </p:cNvPr>
          <p:cNvSpPr/>
          <p:nvPr/>
        </p:nvSpPr>
        <p:spPr bwMode="auto">
          <a:xfrm>
            <a:off x="8026400" y="2603500"/>
            <a:ext cx="15875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BFD5B4-65F0-801A-707A-7A20E18C0747}"/>
              </a:ext>
            </a:extLst>
          </p:cNvPr>
          <p:cNvSpPr txBox="1"/>
          <p:nvPr/>
        </p:nvSpPr>
        <p:spPr>
          <a:xfrm>
            <a:off x="8026400" y="2895600"/>
            <a:ext cx="1587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100" b="1">
                <a:solidFill>
                  <a:srgbClr val="E09000"/>
                </a:solidFill>
                <a:latin typeface="Aptos" panose="020B0004020202020204" pitchFamily="34" charset="0"/>
              </a:rPr>
              <a:t>APPROVE + RBAC</a:t>
            </a:r>
            <a:endParaRPr lang="en-CA" sz="1100" b="1" dirty="0" err="1">
              <a:solidFill>
                <a:srgbClr val="E09000"/>
              </a:solidFill>
              <a:latin typeface="Aptos" panose="020B00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FB077DF-C907-6125-79AC-5A53413F5DF1}"/>
              </a:ext>
            </a:extLst>
          </p:cNvPr>
          <p:cNvSpPr txBox="1"/>
          <p:nvPr/>
        </p:nvSpPr>
        <p:spPr>
          <a:xfrm>
            <a:off x="9626600" y="2844800"/>
            <a:ext cx="2794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2000" b="1">
                <a:solidFill>
                  <a:srgbClr val="4D5966"/>
                </a:solidFill>
                <a:latin typeface="Aptos" panose="020B0004020202020204" pitchFamily="34" charset="0"/>
              </a:rPr>
              <a:t>&gt;</a:t>
            </a:r>
            <a:endParaRPr lang="en-CA" sz="2000" b="1" dirty="0" err="1">
              <a:solidFill>
                <a:srgbClr val="4D5966"/>
              </a:solidFill>
              <a:latin typeface="Aptos" panose="020B0004020202020204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1BB957E-BC5F-B39F-7AC3-1B4CF684709B}"/>
              </a:ext>
            </a:extLst>
          </p:cNvPr>
          <p:cNvSpPr/>
          <p:nvPr/>
        </p:nvSpPr>
        <p:spPr bwMode="auto">
          <a:xfrm>
            <a:off x="9906000" y="2603500"/>
            <a:ext cx="15875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B46D10-3563-78CA-E1B5-29198599FFBA}"/>
              </a:ext>
            </a:extLst>
          </p:cNvPr>
          <p:cNvSpPr txBox="1"/>
          <p:nvPr/>
        </p:nvSpPr>
        <p:spPr>
          <a:xfrm>
            <a:off x="9906000" y="2895600"/>
            <a:ext cx="1587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100" b="1">
                <a:solidFill>
                  <a:srgbClr val="007A8A"/>
                </a:solidFill>
                <a:latin typeface="Aptos" panose="020B0004020202020204" pitchFamily="34" charset="0"/>
              </a:rPr>
              <a:t>DEPLOY</a:t>
            </a:r>
            <a:endParaRPr lang="en-CA" sz="1100" b="1" dirty="0" err="1">
              <a:solidFill>
                <a:srgbClr val="007A8A"/>
              </a:solidFill>
              <a:latin typeface="Aptos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4190CB-287E-2E73-D8D7-21DEF98ACC04}"/>
              </a:ext>
            </a:extLst>
          </p:cNvPr>
          <p:cNvSpPr txBox="1"/>
          <p:nvPr/>
        </p:nvSpPr>
        <p:spPr>
          <a:xfrm>
            <a:off x="1206500" y="4254500"/>
            <a:ext cx="9779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000" b="1">
                <a:solidFill>
                  <a:srgbClr val="071426"/>
                </a:solidFill>
                <a:latin typeface="Aptos" panose="020B0004020202020204" pitchFamily="34" charset="0"/>
              </a:rPr>
              <a:t>The factory creates declarative configuration - never arbitrary executable code.</a:t>
            </a:r>
            <a:endParaRPr lang="en-CA" sz="20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457853-7C47-1FA2-45AB-A4903D082BC7}"/>
              </a:ext>
            </a:extLst>
          </p:cNvPr>
          <p:cNvSpPr txBox="1"/>
          <p:nvPr/>
        </p:nvSpPr>
        <p:spPr>
          <a:xfrm>
            <a:off x="1524000" y="4851400"/>
            <a:ext cx="914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600">
                <a:solidFill>
                  <a:srgbClr val="E09000"/>
                </a:solidFill>
                <a:latin typeface="Aptos" panose="020B0004020202020204" pitchFamily="34" charset="0"/>
              </a:rPr>
              <a:t>AI may propose the agent. The governance plane decides whether it exists.</a:t>
            </a:r>
            <a:endParaRPr lang="en-CA" sz="1600" dirty="0" err="1">
              <a:solidFill>
                <a:srgbClr val="E09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8960634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FED27D-2A56-ED4B-8658-DC32C40139F7}"/>
              </a:ext>
            </a:extLst>
          </p:cNvPr>
          <p:cNvSpPr txBox="1"/>
          <p:nvPr/>
        </p:nvSpPr>
        <p:spPr>
          <a:xfrm>
            <a:off x="609600" y="215900"/>
            <a:ext cx="825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900" b="1">
                <a:solidFill>
                  <a:srgbClr val="0075B8"/>
                </a:solidFill>
                <a:latin typeface="Aptos" panose="020B0004020202020204" pitchFamily="34" charset="0"/>
              </a:rPr>
              <a:t>PLATFORM ARCHITECTURE</a:t>
            </a:r>
            <a:endParaRPr lang="en-CA" sz="9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676F5B-73EA-53E0-99A7-A93AA2CF3A99}"/>
              </a:ext>
            </a:extLst>
          </p:cNvPr>
          <p:cNvSpPr txBox="1"/>
          <p:nvPr/>
        </p:nvSpPr>
        <p:spPr>
          <a:xfrm>
            <a:off x="609600" y="482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2800" b="1">
                <a:solidFill>
                  <a:srgbClr val="071426"/>
                </a:solidFill>
                <a:latin typeface="Aptos" panose="020B0004020202020204" pitchFamily="34" charset="0"/>
              </a:rPr>
              <a:t>Universal governance. Finance-specific trust.</a:t>
            </a:r>
            <a:endParaRPr lang="en-CA" sz="28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701F58-B098-0F82-0D59-5E6B72B974A4}"/>
              </a:ext>
            </a:extLst>
          </p:cNvPr>
          <p:cNvSpPr txBox="1"/>
          <p:nvPr/>
        </p:nvSpPr>
        <p:spPr>
          <a:xfrm>
            <a:off x="11201400" y="6464300"/>
            <a:ext cx="381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CA" sz="800">
                <a:solidFill>
                  <a:srgbClr val="4D5966"/>
                </a:solidFill>
                <a:latin typeface="Aptos" panose="020B0004020202020204" pitchFamily="34" charset="0"/>
              </a:rPr>
              <a:t>05</a:t>
            </a:r>
            <a:endParaRPr lang="en-CA" sz="800" dirty="0" err="1">
              <a:solidFill>
                <a:srgbClr val="4D5966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4BEA9DB-C81C-4DA7-E782-8AB4393FA8A4}"/>
              </a:ext>
            </a:extLst>
          </p:cNvPr>
          <p:cNvSpPr/>
          <p:nvPr/>
        </p:nvSpPr>
        <p:spPr bwMode="auto">
          <a:xfrm>
            <a:off x="698500" y="1968500"/>
            <a:ext cx="4889500" cy="37465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5A5725-AEEC-2767-EB26-B0E32FDE244D}"/>
              </a:ext>
            </a:extLst>
          </p:cNvPr>
          <p:cNvSpPr/>
          <p:nvPr/>
        </p:nvSpPr>
        <p:spPr bwMode="auto">
          <a:xfrm>
            <a:off x="698500" y="1968500"/>
            <a:ext cx="63500" cy="3746500"/>
          </a:xfrm>
          <a:prstGeom prst="rect">
            <a:avLst/>
          </a:prstGeom>
          <a:solidFill>
            <a:srgbClr val="0075B8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BB6833-C4D2-165B-1437-F6558DFC05D6}"/>
              </a:ext>
            </a:extLst>
          </p:cNvPr>
          <p:cNvSpPr txBox="1"/>
          <p:nvPr/>
        </p:nvSpPr>
        <p:spPr>
          <a:xfrm>
            <a:off x="927100" y="2159000"/>
            <a:ext cx="4508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600" b="1">
                <a:solidFill>
                  <a:srgbClr val="0075B8"/>
                </a:solidFill>
                <a:latin typeface="Aptos" panose="020B0004020202020204" pitchFamily="34" charset="0"/>
              </a:rPr>
              <a:t>SHARED PLATFORM</a:t>
            </a:r>
            <a:endParaRPr lang="en-CA" sz="16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FF9D2A-5259-77FA-0522-BE5C73757642}"/>
              </a:ext>
            </a:extLst>
          </p:cNvPr>
          <p:cNvSpPr txBox="1"/>
          <p:nvPr/>
        </p:nvSpPr>
        <p:spPr>
          <a:xfrm>
            <a:off x="927100" y="2603500"/>
            <a:ext cx="4508500" cy="80021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071426"/>
                </a:solidFill>
                <a:latin typeface="Aptos" panose="020B0004020202020204" pitchFamily="34" charset="0"/>
              </a:rPr>
              <a:t>Orchestration and memory
Capability security and budgets
Approvals and lifecycle
Static proof and signed evidence</a:t>
            </a:r>
            <a:endParaRPr lang="en-CA" sz="13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66466EA-FC8A-432A-550B-48AF4B249EFB}"/>
              </a:ext>
            </a:extLst>
          </p:cNvPr>
          <p:cNvSpPr/>
          <p:nvPr/>
        </p:nvSpPr>
        <p:spPr bwMode="auto">
          <a:xfrm>
            <a:off x="6477000" y="1968500"/>
            <a:ext cx="4889500" cy="37465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C98A9D-2579-AE7C-6C86-8E01D8CA833D}"/>
              </a:ext>
            </a:extLst>
          </p:cNvPr>
          <p:cNvSpPr/>
          <p:nvPr/>
        </p:nvSpPr>
        <p:spPr bwMode="auto">
          <a:xfrm>
            <a:off x="6477000" y="1968500"/>
            <a:ext cx="63500" cy="3746500"/>
          </a:xfrm>
          <a:prstGeom prst="rect">
            <a:avLst/>
          </a:prstGeom>
          <a:solidFill>
            <a:srgbClr val="E09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F16FD8-AFC1-7D5A-AEBA-632315FAF3BE}"/>
              </a:ext>
            </a:extLst>
          </p:cNvPr>
          <p:cNvSpPr txBox="1"/>
          <p:nvPr/>
        </p:nvSpPr>
        <p:spPr>
          <a:xfrm>
            <a:off x="6705600" y="2159000"/>
            <a:ext cx="4508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600" b="1">
                <a:solidFill>
                  <a:srgbClr val="E09000"/>
                </a:solidFill>
                <a:latin typeface="Aptos" panose="020B0004020202020204" pitchFamily="34" charset="0"/>
              </a:rPr>
              <a:t>FINANCE DOMAINPACKS</a:t>
            </a:r>
            <a:endParaRPr lang="en-CA" sz="1600" b="1" dirty="0" err="1">
              <a:solidFill>
                <a:srgbClr val="E09000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CAABC3-CE6C-8723-9472-38DE1B35A242}"/>
              </a:ext>
            </a:extLst>
          </p:cNvPr>
          <p:cNvSpPr txBox="1"/>
          <p:nvPr/>
        </p:nvSpPr>
        <p:spPr>
          <a:xfrm>
            <a:off x="6705600" y="2603500"/>
            <a:ext cx="4508500" cy="80021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071426"/>
                </a:solidFill>
                <a:latin typeface="Aptos" panose="020B0004020202020204" pitchFamily="34" charset="0"/>
              </a:rPr>
              <a:t>Accounting, audit + tax workflows
Materiality + approval thresholds
ERP and evidence boundaries
Jurisdiction rules + evaluations</a:t>
            </a:r>
            <a:endParaRPr lang="en-CA" sz="13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A85096-A3A9-CBB4-4DEB-C3BCE500D2F4}"/>
              </a:ext>
            </a:extLst>
          </p:cNvPr>
          <p:cNvSpPr txBox="1"/>
          <p:nvPr/>
        </p:nvSpPr>
        <p:spPr>
          <a:xfrm>
            <a:off x="1270000" y="6032500"/>
            <a:ext cx="965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700" b="1">
                <a:solidFill>
                  <a:srgbClr val="007A8A"/>
                </a:solidFill>
                <a:latin typeface="Aptos" panose="020B0004020202020204" pitchFamily="34" charset="0"/>
              </a:rPr>
              <a:t>Scale across the office of the CFO without weakening financial controls.</a:t>
            </a:r>
            <a:endParaRPr lang="en-CA" sz="1700" b="1" dirty="0" err="1">
              <a:solidFill>
                <a:srgbClr val="007A8A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6851166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C05652-D9C0-3482-B40B-CE5618DF06EA}"/>
              </a:ext>
            </a:extLst>
          </p:cNvPr>
          <p:cNvSpPr txBox="1"/>
          <p:nvPr/>
        </p:nvSpPr>
        <p:spPr>
          <a:xfrm>
            <a:off x="609600" y="215900"/>
            <a:ext cx="825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900" b="1">
                <a:solidFill>
                  <a:srgbClr val="0075B8"/>
                </a:solidFill>
                <a:latin typeface="Aptos" panose="020B0004020202020204" pitchFamily="34" charset="0"/>
              </a:rPr>
              <a:t>CONTROL PLANE</a:t>
            </a:r>
            <a:endParaRPr lang="en-CA" sz="9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265A9F-894F-7CB1-4C4F-F502602C5CE7}"/>
              </a:ext>
            </a:extLst>
          </p:cNvPr>
          <p:cNvSpPr txBox="1"/>
          <p:nvPr/>
        </p:nvSpPr>
        <p:spPr>
          <a:xfrm>
            <a:off x="609600" y="482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2800" b="1">
                <a:solidFill>
                  <a:srgbClr val="071426"/>
                </a:solidFill>
                <a:latin typeface="Aptos" panose="020B0004020202020204" pitchFamily="34" charset="0"/>
              </a:rPr>
              <a:t>The deterministic governance stack</a:t>
            </a:r>
            <a:endParaRPr lang="en-CA" sz="28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8C19A7-FE3F-EA95-F1F3-D2AAC3BD2D34}"/>
              </a:ext>
            </a:extLst>
          </p:cNvPr>
          <p:cNvSpPr txBox="1"/>
          <p:nvPr/>
        </p:nvSpPr>
        <p:spPr>
          <a:xfrm>
            <a:off x="11201400" y="6464300"/>
            <a:ext cx="381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CA" sz="800">
                <a:solidFill>
                  <a:srgbClr val="4D5966"/>
                </a:solidFill>
                <a:latin typeface="Aptos" panose="020B0004020202020204" pitchFamily="34" charset="0"/>
              </a:rPr>
              <a:t>06</a:t>
            </a:r>
            <a:endParaRPr lang="en-CA" sz="800" dirty="0" err="1">
              <a:solidFill>
                <a:srgbClr val="4D5966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C959ABA-5725-EBA8-0B87-29F4F96A005E}"/>
              </a:ext>
            </a:extLst>
          </p:cNvPr>
          <p:cNvSpPr/>
          <p:nvPr/>
        </p:nvSpPr>
        <p:spPr bwMode="auto">
          <a:xfrm>
            <a:off x="736600" y="1651000"/>
            <a:ext cx="431800" cy="431800"/>
          </a:xfrm>
          <a:prstGeom prst="roundRect">
            <a:avLst/>
          </a:prstGeom>
          <a:solidFill>
            <a:srgbClr val="0075B8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F13A7E-36E5-CAD6-01F6-20BC6D18BCCA}"/>
              </a:ext>
            </a:extLst>
          </p:cNvPr>
          <p:cNvSpPr txBox="1"/>
          <p:nvPr/>
        </p:nvSpPr>
        <p:spPr>
          <a:xfrm>
            <a:off x="736600" y="1752600"/>
            <a:ext cx="431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000" b="1">
                <a:solidFill>
                  <a:srgbClr val="071426"/>
                </a:solidFill>
                <a:latin typeface="Aptos" panose="020B0004020202020204" pitchFamily="34" charset="0"/>
              </a:rPr>
              <a:t>1</a:t>
            </a:r>
            <a:endParaRPr lang="en-CA" sz="10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A2BADD-185A-921D-3BE8-B15713E3F39D}"/>
              </a:ext>
            </a:extLst>
          </p:cNvPr>
          <p:cNvSpPr txBox="1"/>
          <p:nvPr/>
        </p:nvSpPr>
        <p:spPr>
          <a:xfrm>
            <a:off x="1422400" y="1689100"/>
            <a:ext cx="3175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400" b="1">
                <a:solidFill>
                  <a:srgbClr val="0075B8"/>
                </a:solidFill>
                <a:latin typeface="Aptos" panose="020B0004020202020204" pitchFamily="34" charset="0"/>
              </a:rPr>
              <a:t>RBAC</a:t>
            </a:r>
            <a:endParaRPr lang="en-CA" sz="14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95EF9D-9914-8993-5230-8357A5DEB765}"/>
              </a:ext>
            </a:extLst>
          </p:cNvPr>
          <p:cNvSpPr txBox="1"/>
          <p:nvPr/>
        </p:nvSpPr>
        <p:spPr>
          <a:xfrm>
            <a:off x="4635500" y="1689100"/>
            <a:ext cx="5842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400">
                <a:solidFill>
                  <a:srgbClr val="071426"/>
                </a:solidFill>
                <a:latin typeface="Aptos" panose="020B0004020202020204" pitchFamily="34" charset="0"/>
              </a:rPr>
              <a:t>Who may wield authority?</a:t>
            </a:r>
            <a:endParaRPr lang="en-CA" sz="14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85330CF-5AEC-CD80-920E-8084C4EB8C2E}"/>
              </a:ext>
            </a:extLst>
          </p:cNvPr>
          <p:cNvSpPr/>
          <p:nvPr/>
        </p:nvSpPr>
        <p:spPr bwMode="auto">
          <a:xfrm>
            <a:off x="736600" y="2311400"/>
            <a:ext cx="431800" cy="431800"/>
          </a:xfrm>
          <a:prstGeom prst="roundRect">
            <a:avLst/>
          </a:prstGeom>
          <a:solidFill>
            <a:srgbClr val="0075B8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A1A29B-A763-9222-6568-222430AC2E05}"/>
              </a:ext>
            </a:extLst>
          </p:cNvPr>
          <p:cNvSpPr txBox="1"/>
          <p:nvPr/>
        </p:nvSpPr>
        <p:spPr>
          <a:xfrm>
            <a:off x="736600" y="2413000"/>
            <a:ext cx="431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000" b="1">
                <a:solidFill>
                  <a:srgbClr val="071426"/>
                </a:solidFill>
                <a:latin typeface="Aptos" panose="020B0004020202020204" pitchFamily="34" charset="0"/>
              </a:rPr>
              <a:t>2</a:t>
            </a:r>
            <a:endParaRPr lang="en-CA" sz="10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67132D-1D43-95EA-1086-B3CE39395843}"/>
              </a:ext>
            </a:extLst>
          </p:cNvPr>
          <p:cNvSpPr txBox="1"/>
          <p:nvPr/>
        </p:nvSpPr>
        <p:spPr>
          <a:xfrm>
            <a:off x="1422400" y="2349500"/>
            <a:ext cx="3175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400" b="1">
                <a:solidFill>
                  <a:srgbClr val="0075B8"/>
                </a:solidFill>
                <a:latin typeface="Aptos" panose="020B0004020202020204" pitchFamily="34" charset="0"/>
              </a:rPr>
              <a:t>CAPABILITY KERNEL</a:t>
            </a:r>
            <a:endParaRPr lang="en-CA" sz="14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F42A84-5098-9ED2-AD28-2F99E17737AF}"/>
              </a:ext>
            </a:extLst>
          </p:cNvPr>
          <p:cNvSpPr txBox="1"/>
          <p:nvPr/>
        </p:nvSpPr>
        <p:spPr>
          <a:xfrm>
            <a:off x="4635500" y="2349500"/>
            <a:ext cx="5842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400">
                <a:solidFill>
                  <a:srgbClr val="071426"/>
                </a:solidFill>
                <a:latin typeface="Aptos" panose="020B0004020202020204" pitchFamily="34" charset="0"/>
              </a:rPr>
              <a:t>What exact action?</a:t>
            </a:r>
            <a:endParaRPr lang="en-CA" sz="14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17FDE35-6759-B49D-3A62-FBE47F39101B}"/>
              </a:ext>
            </a:extLst>
          </p:cNvPr>
          <p:cNvSpPr/>
          <p:nvPr/>
        </p:nvSpPr>
        <p:spPr bwMode="auto">
          <a:xfrm>
            <a:off x="736600" y="2971800"/>
            <a:ext cx="431800" cy="431800"/>
          </a:xfrm>
          <a:prstGeom prst="roundRect">
            <a:avLst/>
          </a:prstGeom>
          <a:solidFill>
            <a:srgbClr val="0075B8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EA2AE5-4691-FDF1-2C56-22727F51CF90}"/>
              </a:ext>
            </a:extLst>
          </p:cNvPr>
          <p:cNvSpPr txBox="1"/>
          <p:nvPr/>
        </p:nvSpPr>
        <p:spPr>
          <a:xfrm>
            <a:off x="736600" y="3073400"/>
            <a:ext cx="431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000" b="1">
                <a:solidFill>
                  <a:srgbClr val="071426"/>
                </a:solidFill>
                <a:latin typeface="Aptos" panose="020B0004020202020204" pitchFamily="34" charset="0"/>
              </a:rPr>
              <a:t>3</a:t>
            </a:r>
            <a:endParaRPr lang="en-CA" sz="10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229F16-97FE-9873-7589-71E714B15C27}"/>
              </a:ext>
            </a:extLst>
          </p:cNvPr>
          <p:cNvSpPr txBox="1"/>
          <p:nvPr/>
        </p:nvSpPr>
        <p:spPr>
          <a:xfrm>
            <a:off x="1422400" y="3009900"/>
            <a:ext cx="3175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400" b="1">
                <a:solidFill>
                  <a:srgbClr val="0075B8"/>
                </a:solidFill>
                <a:latin typeface="Aptos" panose="020B0004020202020204" pitchFamily="34" charset="0"/>
              </a:rPr>
              <a:t>SCOPE + LIMITS</a:t>
            </a:r>
            <a:endParaRPr lang="en-CA" sz="14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D067F1-0A58-8B2C-7C17-3AF525B088F8}"/>
              </a:ext>
            </a:extLst>
          </p:cNvPr>
          <p:cNvSpPr txBox="1"/>
          <p:nvPr/>
        </p:nvSpPr>
        <p:spPr>
          <a:xfrm>
            <a:off x="4635500" y="3009900"/>
            <a:ext cx="5842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400">
                <a:solidFill>
                  <a:srgbClr val="071426"/>
                </a:solidFill>
                <a:latin typeface="Aptos" panose="020B0004020202020204" pitchFamily="34" charset="0"/>
              </a:rPr>
              <a:t>Where and how much?</a:t>
            </a:r>
            <a:endParaRPr lang="en-CA" sz="14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9E16A0F-EA41-F997-3BCB-94BE0DC009C9}"/>
              </a:ext>
            </a:extLst>
          </p:cNvPr>
          <p:cNvSpPr/>
          <p:nvPr/>
        </p:nvSpPr>
        <p:spPr bwMode="auto">
          <a:xfrm>
            <a:off x="736600" y="3632200"/>
            <a:ext cx="431800" cy="431800"/>
          </a:xfrm>
          <a:prstGeom prst="roundRect">
            <a:avLst/>
          </a:prstGeom>
          <a:solidFill>
            <a:srgbClr val="0075B8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A04E98-C3E6-04C6-9C47-1EBF255981F0}"/>
              </a:ext>
            </a:extLst>
          </p:cNvPr>
          <p:cNvSpPr txBox="1"/>
          <p:nvPr/>
        </p:nvSpPr>
        <p:spPr>
          <a:xfrm>
            <a:off x="736600" y="3733800"/>
            <a:ext cx="431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000" b="1">
                <a:solidFill>
                  <a:srgbClr val="071426"/>
                </a:solidFill>
                <a:latin typeface="Aptos" panose="020B0004020202020204" pitchFamily="34" charset="0"/>
              </a:rPr>
              <a:t>4</a:t>
            </a:r>
            <a:endParaRPr lang="en-CA" sz="10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4732CF-36D1-EE16-E316-6F7398AFDC60}"/>
              </a:ext>
            </a:extLst>
          </p:cNvPr>
          <p:cNvSpPr txBox="1"/>
          <p:nvPr/>
        </p:nvSpPr>
        <p:spPr>
          <a:xfrm>
            <a:off x="1422400" y="3670300"/>
            <a:ext cx="3175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400" b="1">
                <a:solidFill>
                  <a:srgbClr val="0075B8"/>
                </a:solidFill>
                <a:latin typeface="Aptos" panose="020B0004020202020204" pitchFamily="34" charset="0"/>
              </a:rPr>
              <a:t>POLICY-AS-CODE</a:t>
            </a:r>
            <a:endParaRPr lang="en-CA" sz="14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92EEEB-CCD1-0FA2-17E6-1A0B2CD3977E}"/>
              </a:ext>
            </a:extLst>
          </p:cNvPr>
          <p:cNvSpPr txBox="1"/>
          <p:nvPr/>
        </p:nvSpPr>
        <p:spPr>
          <a:xfrm>
            <a:off x="4635500" y="3670300"/>
            <a:ext cx="5842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400">
                <a:solidFill>
                  <a:srgbClr val="071426"/>
                </a:solidFill>
                <a:latin typeface="Aptos" panose="020B0004020202020204" pitchFamily="34" charset="0"/>
              </a:rPr>
              <a:t>Deny or escalate?</a:t>
            </a:r>
            <a:endParaRPr lang="en-CA" sz="14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58C55B4-5229-9EC4-175D-75E3D95D432F}"/>
              </a:ext>
            </a:extLst>
          </p:cNvPr>
          <p:cNvSpPr/>
          <p:nvPr/>
        </p:nvSpPr>
        <p:spPr bwMode="auto">
          <a:xfrm>
            <a:off x="736600" y="4292600"/>
            <a:ext cx="431800" cy="431800"/>
          </a:xfrm>
          <a:prstGeom prst="roundRect">
            <a:avLst/>
          </a:prstGeom>
          <a:solidFill>
            <a:srgbClr val="0075B8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6D0C8F-2166-AF67-7E93-6FE0710B37EB}"/>
              </a:ext>
            </a:extLst>
          </p:cNvPr>
          <p:cNvSpPr txBox="1"/>
          <p:nvPr/>
        </p:nvSpPr>
        <p:spPr>
          <a:xfrm>
            <a:off x="736600" y="4394200"/>
            <a:ext cx="431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000" b="1">
                <a:solidFill>
                  <a:srgbClr val="071426"/>
                </a:solidFill>
                <a:latin typeface="Aptos" panose="020B0004020202020204" pitchFamily="34" charset="0"/>
              </a:rPr>
              <a:t>5</a:t>
            </a:r>
            <a:endParaRPr lang="en-CA" sz="10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483B88-5752-8B53-F0B2-4C357FF2CD11}"/>
              </a:ext>
            </a:extLst>
          </p:cNvPr>
          <p:cNvSpPr txBox="1"/>
          <p:nvPr/>
        </p:nvSpPr>
        <p:spPr>
          <a:xfrm>
            <a:off x="1422400" y="4330700"/>
            <a:ext cx="3175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400" b="1">
                <a:solidFill>
                  <a:srgbClr val="0075B8"/>
                </a:solidFill>
                <a:latin typeface="Aptos" panose="020B0004020202020204" pitchFamily="34" charset="0"/>
              </a:rPr>
              <a:t>ECONOMIC KERNEL</a:t>
            </a:r>
            <a:endParaRPr lang="en-CA" sz="14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DBE19E-4FE5-7E36-E87F-6868345E2BD3}"/>
              </a:ext>
            </a:extLst>
          </p:cNvPr>
          <p:cNvSpPr txBox="1"/>
          <p:nvPr/>
        </p:nvSpPr>
        <p:spPr>
          <a:xfrm>
            <a:off x="4635500" y="4330700"/>
            <a:ext cx="5842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400">
                <a:solidFill>
                  <a:srgbClr val="071426"/>
                </a:solidFill>
                <a:latin typeface="Aptos" panose="020B0004020202020204" pitchFamily="34" charset="0"/>
              </a:rPr>
              <a:t>Within budget and risk?</a:t>
            </a:r>
            <a:endParaRPr lang="en-CA" sz="14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BA75772-7C99-C401-92A6-040F06825FCE}"/>
              </a:ext>
            </a:extLst>
          </p:cNvPr>
          <p:cNvSpPr/>
          <p:nvPr/>
        </p:nvSpPr>
        <p:spPr bwMode="auto">
          <a:xfrm>
            <a:off x="736600" y="4953000"/>
            <a:ext cx="431800" cy="431800"/>
          </a:xfrm>
          <a:prstGeom prst="roundRect">
            <a:avLst/>
          </a:prstGeom>
          <a:solidFill>
            <a:srgbClr val="0075B8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5748E1D-56E7-5CEF-4AAE-778DF0B13D0D}"/>
              </a:ext>
            </a:extLst>
          </p:cNvPr>
          <p:cNvSpPr txBox="1"/>
          <p:nvPr/>
        </p:nvSpPr>
        <p:spPr>
          <a:xfrm>
            <a:off x="736600" y="5054600"/>
            <a:ext cx="431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000" b="1">
                <a:solidFill>
                  <a:srgbClr val="071426"/>
                </a:solidFill>
                <a:latin typeface="Aptos" panose="020B0004020202020204" pitchFamily="34" charset="0"/>
              </a:rPr>
              <a:t>6</a:t>
            </a:r>
            <a:endParaRPr lang="en-CA" sz="10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0BF9D15-16BE-9543-0FFF-30BFEB555B8A}"/>
              </a:ext>
            </a:extLst>
          </p:cNvPr>
          <p:cNvSpPr txBox="1"/>
          <p:nvPr/>
        </p:nvSpPr>
        <p:spPr>
          <a:xfrm>
            <a:off x="1422400" y="4991100"/>
            <a:ext cx="3175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400" b="1">
                <a:solidFill>
                  <a:srgbClr val="0075B8"/>
                </a:solidFill>
                <a:latin typeface="Aptos" panose="020B0004020202020204" pitchFamily="34" charset="0"/>
              </a:rPr>
              <a:t>APPROVAL PLANE</a:t>
            </a:r>
            <a:endParaRPr lang="en-CA" sz="14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55A3AC7-FB25-8984-0D73-E0B442608799}"/>
              </a:ext>
            </a:extLst>
          </p:cNvPr>
          <p:cNvSpPr txBox="1"/>
          <p:nvPr/>
        </p:nvSpPr>
        <p:spPr>
          <a:xfrm>
            <a:off x="4635500" y="4991100"/>
            <a:ext cx="5842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400">
                <a:solidFill>
                  <a:srgbClr val="071426"/>
                </a:solidFill>
                <a:latin typeface="Aptos" panose="020B0004020202020204" pitchFamily="34" charset="0"/>
              </a:rPr>
              <a:t>Who ratified it?</a:t>
            </a:r>
            <a:endParaRPr lang="en-CA" sz="14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1B62AE8-5C7B-30FA-9340-A4D1BD3E50D0}"/>
              </a:ext>
            </a:extLst>
          </p:cNvPr>
          <p:cNvSpPr/>
          <p:nvPr/>
        </p:nvSpPr>
        <p:spPr bwMode="auto">
          <a:xfrm>
            <a:off x="736600" y="5613400"/>
            <a:ext cx="431800" cy="431800"/>
          </a:xfrm>
          <a:prstGeom prst="roundRect">
            <a:avLst/>
          </a:prstGeom>
          <a:solidFill>
            <a:srgbClr val="0075B8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77DD269-D426-0B3D-A11B-E13F28D06782}"/>
              </a:ext>
            </a:extLst>
          </p:cNvPr>
          <p:cNvSpPr txBox="1"/>
          <p:nvPr/>
        </p:nvSpPr>
        <p:spPr>
          <a:xfrm>
            <a:off x="736600" y="5715000"/>
            <a:ext cx="431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000" b="1">
                <a:solidFill>
                  <a:srgbClr val="071426"/>
                </a:solidFill>
                <a:latin typeface="Aptos" panose="020B0004020202020204" pitchFamily="34" charset="0"/>
              </a:rPr>
              <a:t>7</a:t>
            </a:r>
            <a:endParaRPr lang="en-CA" sz="10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30F1FFA-4D51-CA27-3FD1-04918CC4279B}"/>
              </a:ext>
            </a:extLst>
          </p:cNvPr>
          <p:cNvSpPr txBox="1"/>
          <p:nvPr/>
        </p:nvSpPr>
        <p:spPr>
          <a:xfrm>
            <a:off x="1422400" y="5651500"/>
            <a:ext cx="3175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400" b="1">
                <a:solidFill>
                  <a:srgbClr val="0075B8"/>
                </a:solidFill>
                <a:latin typeface="Aptos" panose="020B0004020202020204" pitchFamily="34" charset="0"/>
              </a:rPr>
              <a:t>SIGNED LEDGER</a:t>
            </a:r>
            <a:endParaRPr lang="en-CA" sz="14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619DF84-7AB2-C403-E478-E3EC62905A22}"/>
              </a:ext>
            </a:extLst>
          </p:cNvPr>
          <p:cNvSpPr txBox="1"/>
          <p:nvPr/>
        </p:nvSpPr>
        <p:spPr>
          <a:xfrm>
            <a:off x="4635500" y="5651500"/>
            <a:ext cx="5842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400">
                <a:solidFill>
                  <a:srgbClr val="071426"/>
                </a:solidFill>
                <a:latin typeface="Aptos" panose="020B0004020202020204" pitchFamily="34" charset="0"/>
              </a:rPr>
              <a:t>Can we prove it?</a:t>
            </a:r>
            <a:endParaRPr lang="en-CA" sz="14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42EC493-5B26-6642-4388-DB2518683EDD}"/>
              </a:ext>
            </a:extLst>
          </p:cNvPr>
          <p:cNvSpPr txBox="1"/>
          <p:nvPr/>
        </p:nvSpPr>
        <p:spPr>
          <a:xfrm>
            <a:off x="7366000" y="5905500"/>
            <a:ext cx="3937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600" b="1">
                <a:solidFill>
                  <a:srgbClr val="E09000"/>
                </a:solidFill>
                <a:latin typeface="Aptos" panose="020B0004020202020204" pitchFamily="34" charset="0"/>
              </a:rPr>
              <a:t>The kernel cannot be prompted out of policy.</a:t>
            </a:r>
            <a:endParaRPr lang="en-CA" sz="1600" b="1" dirty="0" err="1">
              <a:solidFill>
                <a:srgbClr val="E09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1998259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B3B395-EAF2-87C9-7785-8EEE9D181711}"/>
              </a:ext>
            </a:extLst>
          </p:cNvPr>
          <p:cNvSpPr txBox="1"/>
          <p:nvPr/>
        </p:nvSpPr>
        <p:spPr>
          <a:xfrm>
            <a:off x="609600" y="215900"/>
            <a:ext cx="825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900" b="1">
                <a:solidFill>
                  <a:srgbClr val="0075B8"/>
                </a:solidFill>
                <a:latin typeface="Aptos" panose="020B0004020202020204" pitchFamily="34" charset="0"/>
              </a:rPr>
              <a:t>REFERENCE ARCHITECTURE</a:t>
            </a:r>
            <a:endParaRPr lang="en-CA" sz="9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AD46CE-2E29-1F6D-B10C-F4685299DCB7}"/>
              </a:ext>
            </a:extLst>
          </p:cNvPr>
          <p:cNvSpPr txBox="1"/>
          <p:nvPr/>
        </p:nvSpPr>
        <p:spPr>
          <a:xfrm>
            <a:off x="609600" y="482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71426"/>
                </a:solidFill>
                <a:latin typeface="Aptos" panose="020B0004020202020204" pitchFamily="34" charset="0"/>
              </a:rPr>
              <a:t>Intelligence above. Deterministic control below.</a:t>
            </a:r>
            <a:endParaRPr lang="en-CA" sz="28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6D9A93-5BB0-A43A-0DF3-5F8EE517996A}"/>
              </a:ext>
            </a:extLst>
          </p:cNvPr>
          <p:cNvSpPr txBox="1"/>
          <p:nvPr/>
        </p:nvSpPr>
        <p:spPr>
          <a:xfrm>
            <a:off x="11201400" y="6464300"/>
            <a:ext cx="381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CA" sz="800">
                <a:solidFill>
                  <a:srgbClr val="4D5966"/>
                </a:solidFill>
                <a:latin typeface="Aptos" panose="020B0004020202020204" pitchFamily="34" charset="0"/>
              </a:rPr>
              <a:t>07</a:t>
            </a:r>
            <a:endParaRPr lang="en-CA" sz="800" dirty="0" err="1">
              <a:solidFill>
                <a:srgbClr val="4D5966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0756C8C-644A-3155-6000-B50D0A1D2EDE}"/>
              </a:ext>
            </a:extLst>
          </p:cNvPr>
          <p:cNvSpPr/>
          <p:nvPr/>
        </p:nvSpPr>
        <p:spPr bwMode="auto">
          <a:xfrm>
            <a:off x="1079500" y="1600200"/>
            <a:ext cx="100330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B5C3A7-4878-F9DA-126F-C824BDB14642}"/>
              </a:ext>
            </a:extLst>
          </p:cNvPr>
          <p:cNvSpPr txBox="1"/>
          <p:nvPr/>
        </p:nvSpPr>
        <p:spPr>
          <a:xfrm>
            <a:off x="1333500" y="1727200"/>
            <a:ext cx="292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200" b="1">
                <a:solidFill>
                  <a:srgbClr val="0075B8"/>
                </a:solidFill>
                <a:latin typeface="Aptos" panose="020B0004020202020204" pitchFamily="34" charset="0"/>
              </a:rPr>
              <a:t>FINANCE EXPERIENCES</a:t>
            </a:r>
            <a:endParaRPr lang="en-CA" sz="12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F507F0-11FD-258B-5709-CB361E411B7E}"/>
              </a:ext>
            </a:extLst>
          </p:cNvPr>
          <p:cNvSpPr txBox="1"/>
          <p:nvPr/>
        </p:nvSpPr>
        <p:spPr>
          <a:xfrm>
            <a:off x="4318000" y="1727200"/>
            <a:ext cx="6540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071426"/>
                </a:solidFill>
                <a:latin typeface="Aptos" panose="020B0004020202020204" pitchFamily="34" charset="0"/>
              </a:rPr>
              <a:t>Audit | Tax | Close | Treasury | FP&amp;A</a:t>
            </a:r>
            <a:endParaRPr lang="en-CA" sz="12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EC577F7-F527-F812-4FA8-7E1A2AC3A5A8}"/>
              </a:ext>
            </a:extLst>
          </p:cNvPr>
          <p:cNvSpPr/>
          <p:nvPr/>
        </p:nvSpPr>
        <p:spPr bwMode="auto">
          <a:xfrm>
            <a:off x="1079500" y="2349500"/>
            <a:ext cx="100330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3CC774-8E86-2588-2F13-E5141450B048}"/>
              </a:ext>
            </a:extLst>
          </p:cNvPr>
          <p:cNvSpPr txBox="1"/>
          <p:nvPr/>
        </p:nvSpPr>
        <p:spPr>
          <a:xfrm>
            <a:off x="1333500" y="2476500"/>
            <a:ext cx="292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200" b="1">
                <a:solidFill>
                  <a:srgbClr val="0075B8"/>
                </a:solidFill>
                <a:latin typeface="Aptos" panose="020B0004020202020204" pitchFamily="34" charset="0"/>
              </a:rPr>
              <a:t>AGENT FACTORY</a:t>
            </a:r>
            <a:endParaRPr lang="en-CA" sz="12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C6658E-1FF9-4278-C510-CDDD9BED2FC3}"/>
              </a:ext>
            </a:extLst>
          </p:cNvPr>
          <p:cNvSpPr txBox="1"/>
          <p:nvPr/>
        </p:nvSpPr>
        <p:spPr>
          <a:xfrm>
            <a:off x="4318000" y="2476500"/>
            <a:ext cx="6540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200">
                <a:solidFill>
                  <a:srgbClr val="071426"/>
                </a:solidFill>
                <a:latin typeface="Aptos" panose="020B0004020202020204" pitchFamily="34" charset="0"/>
              </a:rPr>
              <a:t>DomainPack | Blueprint | Registry | Approval</a:t>
            </a:r>
            <a:endParaRPr lang="en-CA" sz="12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AF6E8DA-6AC3-F0B3-D8E7-1B21E99602C9}"/>
              </a:ext>
            </a:extLst>
          </p:cNvPr>
          <p:cNvSpPr/>
          <p:nvPr/>
        </p:nvSpPr>
        <p:spPr bwMode="auto">
          <a:xfrm>
            <a:off x="1079500" y="3098800"/>
            <a:ext cx="100330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6C64EB-3BF8-E54D-29F9-26B16BE4468C}"/>
              </a:ext>
            </a:extLst>
          </p:cNvPr>
          <p:cNvSpPr txBox="1"/>
          <p:nvPr/>
        </p:nvSpPr>
        <p:spPr>
          <a:xfrm>
            <a:off x="1333500" y="3225800"/>
            <a:ext cx="292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200" b="1">
                <a:solidFill>
                  <a:srgbClr val="4D5966"/>
                </a:solidFill>
                <a:latin typeface="Aptos" panose="020B0004020202020204" pitchFamily="34" charset="0"/>
              </a:rPr>
              <a:t>INTELLIGENCE</a:t>
            </a:r>
            <a:endParaRPr lang="en-CA" sz="1200" b="1" dirty="0" err="1">
              <a:solidFill>
                <a:srgbClr val="4D5966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220B57-6864-1516-9CFF-BF750FD51BC0}"/>
              </a:ext>
            </a:extLst>
          </p:cNvPr>
          <p:cNvSpPr txBox="1"/>
          <p:nvPr/>
        </p:nvSpPr>
        <p:spPr>
          <a:xfrm>
            <a:off x="4318000" y="3225800"/>
            <a:ext cx="6540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200">
                <a:solidFill>
                  <a:srgbClr val="071426"/>
                </a:solidFill>
                <a:latin typeface="Aptos" panose="020B0004020202020204" pitchFamily="34" charset="0"/>
              </a:rPr>
              <a:t>Planner | Council | Specialists | Evaluators</a:t>
            </a:r>
            <a:endParaRPr lang="en-CA" sz="12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DD8035B-3A93-A333-E75F-91829322C7C8}"/>
              </a:ext>
            </a:extLst>
          </p:cNvPr>
          <p:cNvSpPr/>
          <p:nvPr/>
        </p:nvSpPr>
        <p:spPr bwMode="auto">
          <a:xfrm>
            <a:off x="1079500" y="3848100"/>
            <a:ext cx="10033000" cy="609600"/>
          </a:xfrm>
          <a:prstGeom prst="roundRect">
            <a:avLst/>
          </a:prstGeom>
          <a:solidFill>
            <a:srgbClr val="EFF4F8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E637B9-F5F7-7A83-83A0-8C273D454605}"/>
              </a:ext>
            </a:extLst>
          </p:cNvPr>
          <p:cNvSpPr txBox="1"/>
          <p:nvPr/>
        </p:nvSpPr>
        <p:spPr>
          <a:xfrm>
            <a:off x="1333500" y="3975100"/>
            <a:ext cx="292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200" b="1">
                <a:solidFill>
                  <a:srgbClr val="E09000"/>
                </a:solidFill>
                <a:latin typeface="Aptos" panose="020B0004020202020204" pitchFamily="34" charset="0"/>
              </a:rPr>
              <a:t>GOVERNANCE CHOKEPOINT</a:t>
            </a:r>
            <a:endParaRPr lang="en-CA" sz="1200" b="1" dirty="0" err="1">
              <a:solidFill>
                <a:srgbClr val="E09000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B075D0-C7C2-55E7-7A0D-007C1EB95A73}"/>
              </a:ext>
            </a:extLst>
          </p:cNvPr>
          <p:cNvSpPr txBox="1"/>
          <p:nvPr/>
        </p:nvSpPr>
        <p:spPr>
          <a:xfrm>
            <a:off x="4318000" y="3975100"/>
            <a:ext cx="6540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071426"/>
                </a:solidFill>
                <a:latin typeface="Aptos" panose="020B0004020202020204" pitchFamily="34" charset="0"/>
              </a:rPr>
              <a:t>RBAC &gt; Capability &gt; Scope &gt; Policy &gt; Budget &gt; Human</a:t>
            </a:r>
            <a:endParaRPr lang="en-CA" sz="12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6B9D368-4441-7E1F-F1FD-866E9799B2A7}"/>
              </a:ext>
            </a:extLst>
          </p:cNvPr>
          <p:cNvSpPr/>
          <p:nvPr/>
        </p:nvSpPr>
        <p:spPr bwMode="auto">
          <a:xfrm>
            <a:off x="1079500" y="4597400"/>
            <a:ext cx="100330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F628F4-579B-D51C-0AF5-6FF53433085E}"/>
              </a:ext>
            </a:extLst>
          </p:cNvPr>
          <p:cNvSpPr txBox="1"/>
          <p:nvPr/>
        </p:nvSpPr>
        <p:spPr>
          <a:xfrm>
            <a:off x="1333500" y="4724400"/>
            <a:ext cx="292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200" b="1">
                <a:solidFill>
                  <a:srgbClr val="007A8A"/>
                </a:solidFill>
                <a:latin typeface="Aptos" panose="020B0004020202020204" pitchFamily="34" charset="0"/>
              </a:rPr>
              <a:t>EXECUTION</a:t>
            </a:r>
            <a:endParaRPr lang="en-CA" sz="1200" b="1" dirty="0" err="1">
              <a:solidFill>
                <a:srgbClr val="007A8A"/>
              </a:solidFill>
              <a:latin typeface="Aptos" panose="020B00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766245-B96D-D65B-2ED9-25B5EBFB7D6C}"/>
              </a:ext>
            </a:extLst>
          </p:cNvPr>
          <p:cNvSpPr txBox="1"/>
          <p:nvPr/>
        </p:nvSpPr>
        <p:spPr>
          <a:xfrm>
            <a:off x="4318000" y="4724400"/>
            <a:ext cx="6540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200">
                <a:solidFill>
                  <a:srgbClr val="071426"/>
                </a:solidFill>
                <a:latin typeface="Aptos" panose="020B0004020202020204" pitchFamily="34" charset="0"/>
              </a:rPr>
              <a:t>Adapters | MCP | MAF | LangChain | SQL | Documents</a:t>
            </a:r>
            <a:endParaRPr lang="en-CA" sz="12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F2ED39E-2E82-2ECA-4ABA-D818A0700EB0}"/>
              </a:ext>
            </a:extLst>
          </p:cNvPr>
          <p:cNvSpPr/>
          <p:nvPr/>
        </p:nvSpPr>
        <p:spPr bwMode="auto">
          <a:xfrm>
            <a:off x="1079500" y="5346700"/>
            <a:ext cx="100330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54F955-9218-4657-7EE8-ADD2277800A2}"/>
              </a:ext>
            </a:extLst>
          </p:cNvPr>
          <p:cNvSpPr txBox="1"/>
          <p:nvPr/>
        </p:nvSpPr>
        <p:spPr>
          <a:xfrm>
            <a:off x="1333500" y="5473700"/>
            <a:ext cx="292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200" b="1">
                <a:solidFill>
                  <a:srgbClr val="007A8A"/>
                </a:solidFill>
                <a:latin typeface="Aptos" panose="020B0004020202020204" pitchFamily="34" charset="0"/>
              </a:rPr>
              <a:t>EVIDENCE</a:t>
            </a:r>
            <a:endParaRPr lang="en-CA" sz="1200" b="1" dirty="0" err="1">
              <a:solidFill>
                <a:srgbClr val="007A8A"/>
              </a:solidFill>
              <a:latin typeface="Aptos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F7655E-AE32-64A2-6469-3DB5FCD2E42D}"/>
              </a:ext>
            </a:extLst>
          </p:cNvPr>
          <p:cNvSpPr txBox="1"/>
          <p:nvPr/>
        </p:nvSpPr>
        <p:spPr>
          <a:xfrm>
            <a:off x="4318000" y="5473700"/>
            <a:ext cx="6540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071426"/>
                </a:solidFill>
                <a:latin typeface="Aptos" panose="020B0004020202020204" pitchFamily="34" charset="0"/>
              </a:rPr>
              <a:t>Why-memory | Signatures | Journal | Events | OTel</a:t>
            </a:r>
            <a:endParaRPr lang="en-CA" sz="12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C2E1BC7-3750-479E-1C26-92C4CAA6C2A0}"/>
              </a:ext>
            </a:extLst>
          </p:cNvPr>
          <p:cNvSpPr txBox="1"/>
          <p:nvPr/>
        </p:nvSpPr>
        <p:spPr>
          <a:xfrm>
            <a:off x="1333500" y="6184900"/>
            <a:ext cx="9525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300" b="1">
                <a:solidFill>
                  <a:srgbClr val="E09000"/>
                </a:solidFill>
                <a:latin typeface="Aptos" panose="020B0004020202020204" pitchFamily="34" charset="0"/>
              </a:rPr>
              <a:t>No planner, framework, model, or tool bypasses the chokepoint.</a:t>
            </a:r>
            <a:endParaRPr lang="en-CA" sz="1300" b="1" dirty="0" err="1">
              <a:solidFill>
                <a:srgbClr val="E09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8670110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3568C8-ECD7-6D2F-FCA1-97A487C124FA}"/>
              </a:ext>
            </a:extLst>
          </p:cNvPr>
          <p:cNvSpPr txBox="1"/>
          <p:nvPr/>
        </p:nvSpPr>
        <p:spPr>
          <a:xfrm>
            <a:off x="609600" y="215900"/>
            <a:ext cx="825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900" b="1">
                <a:solidFill>
                  <a:srgbClr val="0075B8"/>
                </a:solidFill>
                <a:latin typeface="Aptos" panose="020B0004020202020204" pitchFamily="34" charset="0"/>
              </a:rPr>
              <a:t>RUNTIME INTERNALS</a:t>
            </a:r>
            <a:endParaRPr lang="en-CA" sz="9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1D37CA-A105-0DF1-2BA8-09A0E5FD4FCF}"/>
              </a:ext>
            </a:extLst>
          </p:cNvPr>
          <p:cNvSpPr txBox="1"/>
          <p:nvPr/>
        </p:nvSpPr>
        <p:spPr>
          <a:xfrm>
            <a:off x="609600" y="482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71426"/>
                </a:solidFill>
                <a:latin typeface="Aptos" panose="020B0004020202020204" pitchFamily="34" charset="0"/>
              </a:rPr>
              <a:t>One governed finance action: end-to-end sequence</a:t>
            </a:r>
            <a:endParaRPr lang="en-CA" sz="28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5ACD29-C272-D9DF-D02E-DC8595D44C9E}"/>
              </a:ext>
            </a:extLst>
          </p:cNvPr>
          <p:cNvSpPr txBox="1"/>
          <p:nvPr/>
        </p:nvSpPr>
        <p:spPr>
          <a:xfrm>
            <a:off x="11201400" y="6464300"/>
            <a:ext cx="381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CA" sz="800">
                <a:solidFill>
                  <a:srgbClr val="4D5966"/>
                </a:solidFill>
                <a:latin typeface="Aptos" panose="020B0004020202020204" pitchFamily="34" charset="0"/>
              </a:rPr>
              <a:t>08</a:t>
            </a:r>
            <a:endParaRPr lang="en-CA" sz="800" dirty="0" err="1">
              <a:solidFill>
                <a:srgbClr val="4D5966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621C3CA-9610-95BF-B532-E205BD50BECE}"/>
              </a:ext>
            </a:extLst>
          </p:cNvPr>
          <p:cNvSpPr/>
          <p:nvPr/>
        </p:nvSpPr>
        <p:spPr bwMode="auto">
          <a:xfrm>
            <a:off x="698500" y="1651000"/>
            <a:ext cx="5143500" cy="6604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27C6EE-B21C-A449-71B6-64CA70410CC0}"/>
              </a:ext>
            </a:extLst>
          </p:cNvPr>
          <p:cNvSpPr txBox="1"/>
          <p:nvPr/>
        </p:nvSpPr>
        <p:spPr>
          <a:xfrm>
            <a:off x="850900" y="1828800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000" b="1">
                <a:solidFill>
                  <a:srgbClr val="E09000"/>
                </a:solidFill>
                <a:latin typeface="Aptos" panose="020B0004020202020204" pitchFamily="34" charset="0"/>
              </a:rPr>
              <a:t>01</a:t>
            </a:r>
            <a:endParaRPr lang="en-CA" sz="1000" b="1" dirty="0" err="1">
              <a:solidFill>
                <a:srgbClr val="E09000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342139-0866-E4A7-6C05-5C4D1A2E7CB6}"/>
              </a:ext>
            </a:extLst>
          </p:cNvPr>
          <p:cNvSpPr txBox="1"/>
          <p:nvPr/>
        </p:nvSpPr>
        <p:spPr>
          <a:xfrm>
            <a:off x="1308100" y="1752600"/>
            <a:ext cx="152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100" b="1">
                <a:solidFill>
                  <a:srgbClr val="0075B8"/>
                </a:solidFill>
                <a:latin typeface="Aptos" panose="020B0004020202020204" pitchFamily="34" charset="0"/>
              </a:rPr>
              <a:t>INTENT</a:t>
            </a:r>
            <a:endParaRPr lang="en-CA" sz="11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6F7293-4E54-8244-73E2-32AE34B0441F}"/>
              </a:ext>
            </a:extLst>
          </p:cNvPr>
          <p:cNvSpPr txBox="1"/>
          <p:nvPr/>
        </p:nvSpPr>
        <p:spPr>
          <a:xfrm>
            <a:off x="1308100" y="1993900"/>
            <a:ext cx="4254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100">
                <a:solidFill>
                  <a:srgbClr val="071426"/>
                </a:solidFill>
                <a:latin typeface="Aptos" panose="020B0004020202020204" pitchFamily="34" charset="0"/>
              </a:rPr>
              <a:t>Finance request + context</a:t>
            </a:r>
            <a:endParaRPr lang="en-CA" sz="11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9E72C61-377F-34DC-2DD0-8BF2E42738E9}"/>
              </a:ext>
            </a:extLst>
          </p:cNvPr>
          <p:cNvSpPr/>
          <p:nvPr/>
        </p:nvSpPr>
        <p:spPr bwMode="auto">
          <a:xfrm>
            <a:off x="6413500" y="1651000"/>
            <a:ext cx="5143500" cy="6604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F1BA2E-C7FD-C18F-696E-EECAB5085962}"/>
              </a:ext>
            </a:extLst>
          </p:cNvPr>
          <p:cNvSpPr txBox="1"/>
          <p:nvPr/>
        </p:nvSpPr>
        <p:spPr>
          <a:xfrm>
            <a:off x="6565900" y="1828800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000" b="1">
                <a:solidFill>
                  <a:srgbClr val="E09000"/>
                </a:solidFill>
                <a:latin typeface="Aptos" panose="020B0004020202020204" pitchFamily="34" charset="0"/>
              </a:rPr>
              <a:t>02</a:t>
            </a:r>
            <a:endParaRPr lang="en-CA" sz="1000" b="1" dirty="0" err="1">
              <a:solidFill>
                <a:srgbClr val="E09000"/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591790-ACCE-F513-0042-FAA4BFAD4F25}"/>
              </a:ext>
            </a:extLst>
          </p:cNvPr>
          <p:cNvSpPr txBox="1"/>
          <p:nvPr/>
        </p:nvSpPr>
        <p:spPr>
          <a:xfrm>
            <a:off x="7023100" y="1752600"/>
            <a:ext cx="152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100" b="1">
                <a:solidFill>
                  <a:srgbClr val="0075B8"/>
                </a:solidFill>
                <a:latin typeface="Aptos" panose="020B0004020202020204" pitchFamily="34" charset="0"/>
              </a:rPr>
              <a:t>DELIBERATE</a:t>
            </a:r>
            <a:endParaRPr lang="en-CA" sz="11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518B5B-EFF7-8697-E837-D03FD397A2EE}"/>
              </a:ext>
            </a:extLst>
          </p:cNvPr>
          <p:cNvSpPr txBox="1"/>
          <p:nvPr/>
        </p:nvSpPr>
        <p:spPr>
          <a:xfrm>
            <a:off x="7023100" y="1993900"/>
            <a:ext cx="4254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100">
                <a:solidFill>
                  <a:srgbClr val="071426"/>
                </a:solidFill>
                <a:latin typeface="Aptos" panose="020B0004020202020204" pitchFamily="34" charset="0"/>
              </a:rPr>
              <a:t>Propose + challenge</a:t>
            </a:r>
            <a:endParaRPr lang="en-CA" sz="11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D534D1C-C1B0-3A77-C8DC-A9CEF2891C45}"/>
              </a:ext>
            </a:extLst>
          </p:cNvPr>
          <p:cNvSpPr/>
          <p:nvPr/>
        </p:nvSpPr>
        <p:spPr bwMode="auto">
          <a:xfrm>
            <a:off x="698500" y="2514600"/>
            <a:ext cx="5143500" cy="6604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D9AA53-826C-5D79-13A9-4229F276433F}"/>
              </a:ext>
            </a:extLst>
          </p:cNvPr>
          <p:cNvSpPr txBox="1"/>
          <p:nvPr/>
        </p:nvSpPr>
        <p:spPr>
          <a:xfrm>
            <a:off x="850900" y="2692400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000" b="1">
                <a:solidFill>
                  <a:srgbClr val="E09000"/>
                </a:solidFill>
                <a:latin typeface="Aptos" panose="020B0004020202020204" pitchFamily="34" charset="0"/>
              </a:rPr>
              <a:t>03</a:t>
            </a:r>
            <a:endParaRPr lang="en-CA" sz="1000" b="1" dirty="0" err="1">
              <a:solidFill>
                <a:srgbClr val="E09000"/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22945F-52D6-2D1A-F8D2-D57334A403FD}"/>
              </a:ext>
            </a:extLst>
          </p:cNvPr>
          <p:cNvSpPr txBox="1"/>
          <p:nvPr/>
        </p:nvSpPr>
        <p:spPr>
          <a:xfrm>
            <a:off x="1308100" y="2616200"/>
            <a:ext cx="152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100" b="1">
                <a:solidFill>
                  <a:srgbClr val="0075B8"/>
                </a:solidFill>
                <a:latin typeface="Aptos" panose="020B0004020202020204" pitchFamily="34" charset="0"/>
              </a:rPr>
              <a:t>NORMALIZE</a:t>
            </a:r>
            <a:endParaRPr lang="en-CA" sz="11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FF2395-B37A-B48C-554B-6E4B49E7DB5D}"/>
              </a:ext>
            </a:extLst>
          </p:cNvPr>
          <p:cNvSpPr txBox="1"/>
          <p:nvPr/>
        </p:nvSpPr>
        <p:spPr>
          <a:xfrm>
            <a:off x="1308100" y="2857500"/>
            <a:ext cx="4254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100">
                <a:solidFill>
                  <a:srgbClr val="071426"/>
                </a:solidFill>
                <a:latin typeface="Aptos" panose="020B0004020202020204" pitchFamily="34" charset="0"/>
              </a:rPr>
              <a:t>Typed adapter parameters</a:t>
            </a:r>
            <a:endParaRPr lang="en-CA" sz="11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587E686-8F09-F1CD-079C-BDB6AFF7A314}"/>
              </a:ext>
            </a:extLst>
          </p:cNvPr>
          <p:cNvSpPr/>
          <p:nvPr/>
        </p:nvSpPr>
        <p:spPr bwMode="auto">
          <a:xfrm>
            <a:off x="6413500" y="2514600"/>
            <a:ext cx="5143500" cy="6604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095193-AEFB-FDA4-9F7C-F36846F508D5}"/>
              </a:ext>
            </a:extLst>
          </p:cNvPr>
          <p:cNvSpPr txBox="1"/>
          <p:nvPr/>
        </p:nvSpPr>
        <p:spPr>
          <a:xfrm>
            <a:off x="6565900" y="2692400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000" b="1">
                <a:solidFill>
                  <a:srgbClr val="E09000"/>
                </a:solidFill>
                <a:latin typeface="Aptos" panose="020B0004020202020204" pitchFamily="34" charset="0"/>
              </a:rPr>
              <a:t>04</a:t>
            </a:r>
            <a:endParaRPr lang="en-CA" sz="1000" b="1" dirty="0" err="1">
              <a:solidFill>
                <a:srgbClr val="E09000"/>
              </a:solidFill>
              <a:latin typeface="Aptos" panose="020B00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0D4D88-7CF7-9C9E-D75C-93AFA460AF39}"/>
              </a:ext>
            </a:extLst>
          </p:cNvPr>
          <p:cNvSpPr txBox="1"/>
          <p:nvPr/>
        </p:nvSpPr>
        <p:spPr>
          <a:xfrm>
            <a:off x="7023100" y="2616200"/>
            <a:ext cx="152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100" b="1">
                <a:solidFill>
                  <a:srgbClr val="0075B8"/>
                </a:solidFill>
                <a:latin typeface="Aptos" panose="020B0004020202020204" pitchFamily="34" charset="0"/>
              </a:rPr>
              <a:t>AUTHORIZE</a:t>
            </a:r>
            <a:endParaRPr lang="en-CA" sz="11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5EF6731-3126-BE1B-9299-D6E20A1BF54C}"/>
              </a:ext>
            </a:extLst>
          </p:cNvPr>
          <p:cNvSpPr txBox="1"/>
          <p:nvPr/>
        </p:nvSpPr>
        <p:spPr>
          <a:xfrm>
            <a:off x="7023100" y="2857500"/>
            <a:ext cx="4254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100">
                <a:solidFill>
                  <a:srgbClr val="071426"/>
                </a:solidFill>
                <a:latin typeface="Aptos" panose="020B0004020202020204" pitchFamily="34" charset="0"/>
              </a:rPr>
              <a:t>Grant + scope + limits</a:t>
            </a:r>
            <a:endParaRPr lang="en-CA" sz="11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9E799B1-8389-84EF-2561-6CC21DB139E0}"/>
              </a:ext>
            </a:extLst>
          </p:cNvPr>
          <p:cNvSpPr/>
          <p:nvPr/>
        </p:nvSpPr>
        <p:spPr bwMode="auto">
          <a:xfrm>
            <a:off x="698500" y="3378200"/>
            <a:ext cx="5143500" cy="6604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A30EBB1-1C25-916F-2F00-BF7DFDCA2824}"/>
              </a:ext>
            </a:extLst>
          </p:cNvPr>
          <p:cNvSpPr txBox="1"/>
          <p:nvPr/>
        </p:nvSpPr>
        <p:spPr>
          <a:xfrm>
            <a:off x="850900" y="3556000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000" b="1">
                <a:solidFill>
                  <a:srgbClr val="E09000"/>
                </a:solidFill>
                <a:latin typeface="Aptos" panose="020B0004020202020204" pitchFamily="34" charset="0"/>
              </a:rPr>
              <a:t>05</a:t>
            </a:r>
            <a:endParaRPr lang="en-CA" sz="1000" b="1" dirty="0" err="1">
              <a:solidFill>
                <a:srgbClr val="E09000"/>
              </a:solidFill>
              <a:latin typeface="Aptos" panose="020B00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228393-AD7A-B971-9C4D-A8F8F7E68DBE}"/>
              </a:ext>
            </a:extLst>
          </p:cNvPr>
          <p:cNvSpPr txBox="1"/>
          <p:nvPr/>
        </p:nvSpPr>
        <p:spPr>
          <a:xfrm>
            <a:off x="1308100" y="3479800"/>
            <a:ext cx="152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100" b="1">
                <a:solidFill>
                  <a:srgbClr val="0075B8"/>
                </a:solidFill>
                <a:latin typeface="Aptos" panose="020B0004020202020204" pitchFamily="34" charset="0"/>
              </a:rPr>
              <a:t>EVALUATE</a:t>
            </a:r>
            <a:endParaRPr lang="en-CA" sz="11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03D54B-1F3C-E5EE-B398-FD26E12FC0F1}"/>
              </a:ext>
            </a:extLst>
          </p:cNvPr>
          <p:cNvSpPr txBox="1"/>
          <p:nvPr/>
        </p:nvSpPr>
        <p:spPr>
          <a:xfrm>
            <a:off x="1308100" y="3721100"/>
            <a:ext cx="4254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100">
                <a:solidFill>
                  <a:srgbClr val="071426"/>
                </a:solidFill>
                <a:latin typeface="Aptos" panose="020B0004020202020204" pitchFamily="34" charset="0"/>
              </a:rPr>
              <a:t>Policy + budget</a:t>
            </a:r>
            <a:endParaRPr lang="en-CA" sz="11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87FE11B-7C7D-B5CF-033A-0BAE29739F50}"/>
              </a:ext>
            </a:extLst>
          </p:cNvPr>
          <p:cNvSpPr/>
          <p:nvPr/>
        </p:nvSpPr>
        <p:spPr bwMode="auto">
          <a:xfrm>
            <a:off x="6413500" y="3378200"/>
            <a:ext cx="5143500" cy="6604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E2786D-2105-C0A1-EC7F-875C8F86D7F3}"/>
              </a:ext>
            </a:extLst>
          </p:cNvPr>
          <p:cNvSpPr txBox="1"/>
          <p:nvPr/>
        </p:nvSpPr>
        <p:spPr>
          <a:xfrm>
            <a:off x="6565900" y="3556000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000" b="1">
                <a:solidFill>
                  <a:srgbClr val="E09000"/>
                </a:solidFill>
                <a:latin typeface="Aptos" panose="020B0004020202020204" pitchFamily="34" charset="0"/>
              </a:rPr>
              <a:t>06</a:t>
            </a:r>
            <a:endParaRPr lang="en-CA" sz="1000" b="1" dirty="0" err="1">
              <a:solidFill>
                <a:srgbClr val="E09000"/>
              </a:solidFill>
              <a:latin typeface="Aptos" panose="020B00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2F0D5BB-815F-2311-FCBF-77706638F3EF}"/>
              </a:ext>
            </a:extLst>
          </p:cNvPr>
          <p:cNvSpPr txBox="1"/>
          <p:nvPr/>
        </p:nvSpPr>
        <p:spPr>
          <a:xfrm>
            <a:off x="7023100" y="3479800"/>
            <a:ext cx="152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100" b="1">
                <a:solidFill>
                  <a:srgbClr val="0075B8"/>
                </a:solidFill>
                <a:latin typeface="Aptos" panose="020B0004020202020204" pitchFamily="34" charset="0"/>
              </a:rPr>
              <a:t>PRESIDE</a:t>
            </a:r>
            <a:endParaRPr lang="en-CA" sz="11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91E798E-5E7D-C504-18D6-5E351EA4D1C6}"/>
              </a:ext>
            </a:extLst>
          </p:cNvPr>
          <p:cNvSpPr txBox="1"/>
          <p:nvPr/>
        </p:nvSpPr>
        <p:spPr>
          <a:xfrm>
            <a:off x="7023100" y="3721100"/>
            <a:ext cx="4254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100">
                <a:solidFill>
                  <a:srgbClr val="071426"/>
                </a:solidFill>
                <a:latin typeface="Aptos" panose="020B0004020202020204" pitchFamily="34" charset="0"/>
              </a:rPr>
              <a:t>Rule or quorum approval</a:t>
            </a:r>
            <a:endParaRPr lang="en-CA" sz="11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78867EC-D040-A0C8-43E8-8343C847120C}"/>
              </a:ext>
            </a:extLst>
          </p:cNvPr>
          <p:cNvSpPr/>
          <p:nvPr/>
        </p:nvSpPr>
        <p:spPr bwMode="auto">
          <a:xfrm>
            <a:off x="698500" y="4241800"/>
            <a:ext cx="5143500" cy="6604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F39A4F4-1195-904E-CD83-6E88B8257AD1}"/>
              </a:ext>
            </a:extLst>
          </p:cNvPr>
          <p:cNvSpPr txBox="1"/>
          <p:nvPr/>
        </p:nvSpPr>
        <p:spPr>
          <a:xfrm>
            <a:off x="850900" y="4419600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000" b="1">
                <a:solidFill>
                  <a:srgbClr val="E09000"/>
                </a:solidFill>
                <a:latin typeface="Aptos" panose="020B0004020202020204" pitchFamily="34" charset="0"/>
              </a:rPr>
              <a:t>07</a:t>
            </a:r>
            <a:endParaRPr lang="en-CA" sz="1000" b="1" dirty="0" err="1">
              <a:solidFill>
                <a:srgbClr val="E09000"/>
              </a:solidFill>
              <a:latin typeface="Aptos" panose="020B00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A42C9FA-2A78-499C-DBA1-86F165D1AEE8}"/>
              </a:ext>
            </a:extLst>
          </p:cNvPr>
          <p:cNvSpPr txBox="1"/>
          <p:nvPr/>
        </p:nvSpPr>
        <p:spPr>
          <a:xfrm>
            <a:off x="1308100" y="4343400"/>
            <a:ext cx="152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100" b="1">
                <a:solidFill>
                  <a:srgbClr val="0075B8"/>
                </a:solidFill>
                <a:latin typeface="Aptos" panose="020B0004020202020204" pitchFamily="34" charset="0"/>
              </a:rPr>
              <a:t>EXECUTE</a:t>
            </a:r>
            <a:endParaRPr lang="en-CA" sz="11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523AC62-F7CC-6AED-49CA-7A411D609CE7}"/>
              </a:ext>
            </a:extLst>
          </p:cNvPr>
          <p:cNvSpPr txBox="1"/>
          <p:nvPr/>
        </p:nvSpPr>
        <p:spPr>
          <a:xfrm>
            <a:off x="1308100" y="4584700"/>
            <a:ext cx="4254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100">
                <a:solidFill>
                  <a:srgbClr val="071426"/>
                </a:solidFill>
                <a:latin typeface="Aptos" panose="020B0004020202020204" pitchFamily="34" charset="0"/>
              </a:rPr>
              <a:t>Trusted adapter</a:t>
            </a:r>
            <a:endParaRPr lang="en-CA" sz="11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9256F764-B7DA-3C1C-CBC6-4BD2F08149B7}"/>
              </a:ext>
            </a:extLst>
          </p:cNvPr>
          <p:cNvSpPr/>
          <p:nvPr/>
        </p:nvSpPr>
        <p:spPr bwMode="auto">
          <a:xfrm>
            <a:off x="6413500" y="4241800"/>
            <a:ext cx="5143500" cy="6604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2186CB4-7D4A-05D1-741A-0304395B411F}"/>
              </a:ext>
            </a:extLst>
          </p:cNvPr>
          <p:cNvSpPr txBox="1"/>
          <p:nvPr/>
        </p:nvSpPr>
        <p:spPr>
          <a:xfrm>
            <a:off x="6565900" y="4419600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000" b="1">
                <a:solidFill>
                  <a:srgbClr val="E09000"/>
                </a:solidFill>
                <a:latin typeface="Aptos" panose="020B0004020202020204" pitchFamily="34" charset="0"/>
              </a:rPr>
              <a:t>08</a:t>
            </a:r>
            <a:endParaRPr lang="en-CA" sz="1000" b="1" dirty="0" err="1">
              <a:solidFill>
                <a:srgbClr val="E09000"/>
              </a:solidFill>
              <a:latin typeface="Aptos" panose="020B00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B57C820-A3C4-804B-1F18-604EFD3C2ED4}"/>
              </a:ext>
            </a:extLst>
          </p:cNvPr>
          <p:cNvSpPr txBox="1"/>
          <p:nvPr/>
        </p:nvSpPr>
        <p:spPr>
          <a:xfrm>
            <a:off x="7023100" y="4343400"/>
            <a:ext cx="152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100" b="1">
                <a:solidFill>
                  <a:srgbClr val="0075B8"/>
                </a:solidFill>
                <a:latin typeface="Aptos" panose="020B0004020202020204" pitchFamily="34" charset="0"/>
              </a:rPr>
              <a:t>ASSESS</a:t>
            </a:r>
            <a:endParaRPr lang="en-CA" sz="11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C2FFD8A-90D6-C157-3F10-CE794CE6D26D}"/>
              </a:ext>
            </a:extLst>
          </p:cNvPr>
          <p:cNvSpPr txBox="1"/>
          <p:nvPr/>
        </p:nvSpPr>
        <p:spPr>
          <a:xfrm>
            <a:off x="7023100" y="4584700"/>
            <a:ext cx="4254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100">
                <a:solidFill>
                  <a:srgbClr val="071426"/>
                </a:solidFill>
                <a:latin typeface="Aptos" panose="020B0004020202020204" pitchFamily="34" charset="0"/>
              </a:rPr>
              <a:t>Quality + safety panel</a:t>
            </a:r>
            <a:endParaRPr lang="en-CA" sz="11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58A9C9E-B291-A1CF-1409-1E5C2593E773}"/>
              </a:ext>
            </a:extLst>
          </p:cNvPr>
          <p:cNvSpPr/>
          <p:nvPr/>
        </p:nvSpPr>
        <p:spPr bwMode="auto">
          <a:xfrm>
            <a:off x="698500" y="5105400"/>
            <a:ext cx="5143500" cy="6604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E9C82CB-FDCA-93C4-27A6-F805B7FA72A1}"/>
              </a:ext>
            </a:extLst>
          </p:cNvPr>
          <p:cNvSpPr txBox="1"/>
          <p:nvPr/>
        </p:nvSpPr>
        <p:spPr>
          <a:xfrm>
            <a:off x="850900" y="5283200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000" b="1">
                <a:solidFill>
                  <a:srgbClr val="E09000"/>
                </a:solidFill>
                <a:latin typeface="Aptos" panose="020B0004020202020204" pitchFamily="34" charset="0"/>
              </a:rPr>
              <a:t>09</a:t>
            </a:r>
            <a:endParaRPr lang="en-CA" sz="1000" b="1" dirty="0" err="1">
              <a:solidFill>
                <a:srgbClr val="E09000"/>
              </a:solidFill>
              <a:latin typeface="Aptos" panose="020B00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FABAAC9-4FDD-4F06-BBBB-91523226E29A}"/>
              </a:ext>
            </a:extLst>
          </p:cNvPr>
          <p:cNvSpPr txBox="1"/>
          <p:nvPr/>
        </p:nvSpPr>
        <p:spPr>
          <a:xfrm>
            <a:off x="1308100" y="5207000"/>
            <a:ext cx="152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100" b="1">
                <a:solidFill>
                  <a:srgbClr val="0075B8"/>
                </a:solidFill>
                <a:latin typeface="Aptos" panose="020B0004020202020204" pitchFamily="34" charset="0"/>
              </a:rPr>
              <a:t>SEAL</a:t>
            </a:r>
            <a:endParaRPr lang="en-CA" sz="11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B9EF981-815A-94FF-8372-BEAC823B4F4B}"/>
              </a:ext>
            </a:extLst>
          </p:cNvPr>
          <p:cNvSpPr txBox="1"/>
          <p:nvPr/>
        </p:nvSpPr>
        <p:spPr>
          <a:xfrm>
            <a:off x="1308100" y="5448300"/>
            <a:ext cx="4254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100">
                <a:solidFill>
                  <a:srgbClr val="071426"/>
                </a:solidFill>
                <a:latin typeface="Aptos" panose="020B0004020202020204" pitchFamily="34" charset="0"/>
              </a:rPr>
              <a:t>Sign rationale + outcome</a:t>
            </a:r>
            <a:endParaRPr lang="en-CA" sz="11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CF09D70D-3422-6FA8-1EFC-8BAA73DD5A90}"/>
              </a:ext>
            </a:extLst>
          </p:cNvPr>
          <p:cNvSpPr/>
          <p:nvPr/>
        </p:nvSpPr>
        <p:spPr bwMode="auto">
          <a:xfrm>
            <a:off x="6413500" y="5105400"/>
            <a:ext cx="5143500" cy="6604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17DBE2E-8C8F-4C89-ACA0-D6B80757C9A3}"/>
              </a:ext>
            </a:extLst>
          </p:cNvPr>
          <p:cNvSpPr txBox="1"/>
          <p:nvPr/>
        </p:nvSpPr>
        <p:spPr>
          <a:xfrm>
            <a:off x="6565900" y="5283200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000" b="1">
                <a:solidFill>
                  <a:srgbClr val="E09000"/>
                </a:solidFill>
                <a:latin typeface="Aptos" panose="020B0004020202020204" pitchFamily="34" charset="0"/>
              </a:rPr>
              <a:t>10</a:t>
            </a:r>
            <a:endParaRPr lang="en-CA" sz="1000" b="1" dirty="0" err="1">
              <a:solidFill>
                <a:srgbClr val="E09000"/>
              </a:solidFill>
              <a:latin typeface="Aptos" panose="020B00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7E6EA59-C131-3D95-9B72-21DFD268BE4D}"/>
              </a:ext>
            </a:extLst>
          </p:cNvPr>
          <p:cNvSpPr txBox="1"/>
          <p:nvPr/>
        </p:nvSpPr>
        <p:spPr>
          <a:xfrm>
            <a:off x="7023100" y="5207000"/>
            <a:ext cx="152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100" b="1">
                <a:solidFill>
                  <a:srgbClr val="0075B8"/>
                </a:solidFill>
                <a:latin typeface="Aptos" panose="020B0004020202020204" pitchFamily="34" charset="0"/>
              </a:rPr>
              <a:t>EMIT</a:t>
            </a:r>
            <a:endParaRPr lang="en-CA" sz="11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B12066E-7748-9693-00E9-9E0735A982A5}"/>
              </a:ext>
            </a:extLst>
          </p:cNvPr>
          <p:cNvSpPr txBox="1"/>
          <p:nvPr/>
        </p:nvSpPr>
        <p:spPr>
          <a:xfrm>
            <a:off x="7023100" y="5448300"/>
            <a:ext cx="4254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100">
                <a:solidFill>
                  <a:srgbClr val="071426"/>
                </a:solidFill>
                <a:latin typeface="Aptos" panose="020B0004020202020204" pitchFamily="34" charset="0"/>
              </a:rPr>
              <a:t>Events + compliance evidence</a:t>
            </a:r>
            <a:endParaRPr lang="en-CA" sz="11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C3C41AC-1DE4-D24C-84EF-F4A8F1EEC87F}"/>
              </a:ext>
            </a:extLst>
          </p:cNvPr>
          <p:cNvSpPr txBox="1"/>
          <p:nvPr/>
        </p:nvSpPr>
        <p:spPr>
          <a:xfrm>
            <a:off x="1270000" y="6121400"/>
            <a:ext cx="9652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300" b="1">
                <a:solidFill>
                  <a:srgbClr val="007A8A"/>
                </a:solidFill>
                <a:latin typeface="Aptos" panose="020B0004020202020204" pitchFamily="34" charset="0"/>
              </a:rPr>
              <a:t>A failed gate prevents execution - and the refusal remains explainable.</a:t>
            </a:r>
            <a:endParaRPr lang="en-CA" sz="1300" b="1" dirty="0" err="1">
              <a:solidFill>
                <a:srgbClr val="007A8A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005541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89F0F7-32ED-66CE-83E8-E38AEE038792}"/>
              </a:ext>
            </a:extLst>
          </p:cNvPr>
          <p:cNvSpPr txBox="1"/>
          <p:nvPr/>
        </p:nvSpPr>
        <p:spPr>
          <a:xfrm>
            <a:off x="609600" y="215900"/>
            <a:ext cx="825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900" b="1">
                <a:solidFill>
                  <a:srgbClr val="0075B8"/>
                </a:solidFill>
                <a:latin typeface="Aptos" panose="020B0004020202020204" pitchFamily="34" charset="0"/>
              </a:rPr>
              <a:t>ZERO-AMBIENT-AUTHORITY</a:t>
            </a:r>
            <a:endParaRPr lang="en-CA" sz="9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03DD50-0D3B-04AA-CE93-2D356F5840F4}"/>
              </a:ext>
            </a:extLst>
          </p:cNvPr>
          <p:cNvSpPr txBox="1"/>
          <p:nvPr/>
        </p:nvSpPr>
        <p:spPr>
          <a:xfrm>
            <a:off x="609600" y="482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71426"/>
                </a:solidFill>
                <a:latin typeface="Aptos" panose="020B0004020202020204" pitchFamily="34" charset="0"/>
              </a:rPr>
              <a:t>Security architecture: authority is structural</a:t>
            </a:r>
            <a:endParaRPr lang="en-CA" sz="28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F64C90-747A-0125-6A2D-BBB801F86F48}"/>
              </a:ext>
            </a:extLst>
          </p:cNvPr>
          <p:cNvSpPr txBox="1"/>
          <p:nvPr/>
        </p:nvSpPr>
        <p:spPr>
          <a:xfrm>
            <a:off x="11201400" y="6464300"/>
            <a:ext cx="381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CA" sz="800">
                <a:solidFill>
                  <a:srgbClr val="4D5966"/>
                </a:solidFill>
                <a:latin typeface="Aptos" panose="020B0004020202020204" pitchFamily="34" charset="0"/>
              </a:rPr>
              <a:t>09</a:t>
            </a:r>
            <a:endParaRPr lang="en-CA" sz="800" dirty="0" err="1">
              <a:solidFill>
                <a:srgbClr val="4D5966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5C8D82-A8A1-4BDF-0481-32D9B8BF5CCA}"/>
              </a:ext>
            </a:extLst>
          </p:cNvPr>
          <p:cNvSpPr txBox="1"/>
          <p:nvPr/>
        </p:nvSpPr>
        <p:spPr>
          <a:xfrm>
            <a:off x="825500" y="1727200"/>
            <a:ext cx="1968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100" b="1">
                <a:solidFill>
                  <a:srgbClr val="0075B8"/>
                </a:solidFill>
                <a:latin typeface="Aptos" panose="020B0004020202020204" pitchFamily="34" charset="0"/>
              </a:rPr>
              <a:t>IDENTITY</a:t>
            </a:r>
            <a:endParaRPr lang="en-CA" sz="11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164F17-219E-027D-5AA5-382B0E6DA80D}"/>
              </a:ext>
            </a:extLst>
          </p:cNvPr>
          <p:cNvSpPr txBox="1"/>
          <p:nvPr/>
        </p:nvSpPr>
        <p:spPr>
          <a:xfrm>
            <a:off x="2857500" y="1727200"/>
            <a:ext cx="381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200">
                <a:solidFill>
                  <a:srgbClr val="071426"/>
                </a:solidFill>
                <a:latin typeface="Aptos" panose="020B0004020202020204" pitchFamily="34" charset="0"/>
              </a:rPr>
              <a:t>Principal + node identity</a:t>
            </a:r>
            <a:endParaRPr lang="en-CA" sz="12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A60FAF-6AF2-CE38-B992-FBCA288FDCF3}"/>
              </a:ext>
            </a:extLst>
          </p:cNvPr>
          <p:cNvSpPr txBox="1"/>
          <p:nvPr/>
        </p:nvSpPr>
        <p:spPr>
          <a:xfrm>
            <a:off x="6921500" y="1727200"/>
            <a:ext cx="4318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200">
                <a:solidFill>
                  <a:srgbClr val="007A8A"/>
                </a:solidFill>
                <a:latin typeface="Aptos" panose="020B0004020202020204" pitchFamily="34" charset="0"/>
              </a:rPr>
              <a:t>Attributable actor/runtime</a:t>
            </a:r>
            <a:endParaRPr lang="en-CA" sz="1200" dirty="0" err="1">
              <a:solidFill>
                <a:srgbClr val="007A8A"/>
              </a:solidFill>
              <a:latin typeface="Aptos" panose="020B000402020202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C66785A-550F-DEE6-1C99-F930F8E5100F}"/>
              </a:ext>
            </a:extLst>
          </p:cNvPr>
          <p:cNvCxnSpPr/>
          <p:nvPr/>
        </p:nvCxnSpPr>
        <p:spPr>
          <a:xfrm>
            <a:off x="825500" y="2108200"/>
            <a:ext cx="10477500" cy="0"/>
          </a:xfrm>
          <a:prstGeom prst="line">
            <a:avLst/>
          </a:prstGeom>
          <a:ln w="12700">
            <a:solidFill>
              <a:srgbClr val="ACC7DF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84DA2C7-8C8A-AE14-1B87-A9B9DCC777FD}"/>
              </a:ext>
            </a:extLst>
          </p:cNvPr>
          <p:cNvSpPr txBox="1"/>
          <p:nvPr/>
        </p:nvSpPr>
        <p:spPr>
          <a:xfrm>
            <a:off x="825500" y="2463800"/>
            <a:ext cx="1968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100" b="1">
                <a:solidFill>
                  <a:srgbClr val="0075B8"/>
                </a:solidFill>
                <a:latin typeface="Aptos" panose="020B0004020202020204" pitchFamily="34" charset="0"/>
              </a:rPr>
              <a:t>ENTITLEMENT</a:t>
            </a:r>
            <a:endParaRPr lang="en-CA" sz="11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DB2D73-8E23-F501-77F7-2BD97F063BAA}"/>
              </a:ext>
            </a:extLst>
          </p:cNvPr>
          <p:cNvSpPr txBox="1"/>
          <p:nvPr/>
        </p:nvSpPr>
        <p:spPr>
          <a:xfrm>
            <a:off x="2857500" y="2463800"/>
            <a:ext cx="381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200">
                <a:solidFill>
                  <a:srgbClr val="071426"/>
                </a:solidFill>
                <a:latin typeface="Aptos" panose="020B0004020202020204" pitchFamily="34" charset="0"/>
              </a:rPr>
              <a:t>RBAC-filtered grants</a:t>
            </a:r>
            <a:endParaRPr lang="en-CA" sz="12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885BC6-BD52-3902-D02E-674801B3E39D}"/>
              </a:ext>
            </a:extLst>
          </p:cNvPr>
          <p:cNvSpPr txBox="1"/>
          <p:nvPr/>
        </p:nvSpPr>
        <p:spPr>
          <a:xfrm>
            <a:off x="6921500" y="2463800"/>
            <a:ext cx="4318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200">
                <a:solidFill>
                  <a:srgbClr val="007A8A"/>
                </a:solidFill>
                <a:latin typeface="Aptos" panose="020B0004020202020204" pitchFamily="34" charset="0"/>
              </a:rPr>
              <a:t>Role-aligned access</a:t>
            </a:r>
            <a:endParaRPr lang="en-CA" sz="1200" dirty="0" err="1">
              <a:solidFill>
                <a:srgbClr val="007A8A"/>
              </a:solidFill>
              <a:latin typeface="Aptos" panose="020B0004020202020204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F652414-18FA-E062-5417-75A3D55B789F}"/>
              </a:ext>
            </a:extLst>
          </p:cNvPr>
          <p:cNvCxnSpPr/>
          <p:nvPr/>
        </p:nvCxnSpPr>
        <p:spPr>
          <a:xfrm>
            <a:off x="825500" y="2844800"/>
            <a:ext cx="10477500" cy="0"/>
          </a:xfrm>
          <a:prstGeom prst="line">
            <a:avLst/>
          </a:prstGeom>
          <a:ln w="12700">
            <a:solidFill>
              <a:srgbClr val="ACC7DF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B401A60-A146-AD76-2491-DEF87AE98F5D}"/>
              </a:ext>
            </a:extLst>
          </p:cNvPr>
          <p:cNvSpPr txBox="1"/>
          <p:nvPr/>
        </p:nvSpPr>
        <p:spPr>
          <a:xfrm>
            <a:off x="825500" y="3200400"/>
            <a:ext cx="1968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100" b="1">
                <a:solidFill>
                  <a:srgbClr val="0075B8"/>
                </a:solidFill>
                <a:latin typeface="Aptos" panose="020B0004020202020204" pitchFamily="34" charset="0"/>
              </a:rPr>
              <a:t>LEAST PRIVILEGE</a:t>
            </a:r>
            <a:endParaRPr lang="en-CA" sz="11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3FC002-893C-2EEE-1647-1BD434C82694}"/>
              </a:ext>
            </a:extLst>
          </p:cNvPr>
          <p:cNvSpPr txBox="1"/>
          <p:nvPr/>
        </p:nvSpPr>
        <p:spPr>
          <a:xfrm>
            <a:off x="2857500" y="3200400"/>
            <a:ext cx="381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200">
                <a:solidFill>
                  <a:srgbClr val="071426"/>
                </a:solidFill>
                <a:latin typeface="Aptos" panose="020B0004020202020204" pitchFamily="34" charset="0"/>
              </a:rPr>
              <a:t>Exact/wildcard capabilities</a:t>
            </a:r>
            <a:endParaRPr lang="en-CA" sz="12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8815B9-9B51-E3C3-A120-DC9CC59EED66}"/>
              </a:ext>
            </a:extLst>
          </p:cNvPr>
          <p:cNvSpPr txBox="1"/>
          <p:nvPr/>
        </p:nvSpPr>
        <p:spPr>
          <a:xfrm>
            <a:off x="6921500" y="3200400"/>
            <a:ext cx="4318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200">
                <a:solidFill>
                  <a:srgbClr val="007A8A"/>
                </a:solidFill>
                <a:latin typeface="Aptos" panose="020B0004020202020204" pitchFamily="34" charset="0"/>
              </a:rPr>
              <a:t>No ambient authority</a:t>
            </a:r>
            <a:endParaRPr lang="en-CA" sz="1200" dirty="0" err="1">
              <a:solidFill>
                <a:srgbClr val="007A8A"/>
              </a:solidFill>
              <a:latin typeface="Aptos" panose="020B0004020202020204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D6AA0C9-434C-2E1B-EB1E-17ED7F093E58}"/>
              </a:ext>
            </a:extLst>
          </p:cNvPr>
          <p:cNvCxnSpPr/>
          <p:nvPr/>
        </p:nvCxnSpPr>
        <p:spPr>
          <a:xfrm>
            <a:off x="825500" y="3581400"/>
            <a:ext cx="10477500" cy="0"/>
          </a:xfrm>
          <a:prstGeom prst="line">
            <a:avLst/>
          </a:prstGeom>
          <a:ln w="12700">
            <a:solidFill>
              <a:srgbClr val="ACC7DF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4E26F45-9497-7FCB-A2BA-575487DE17C4}"/>
              </a:ext>
            </a:extLst>
          </p:cNvPr>
          <p:cNvSpPr txBox="1"/>
          <p:nvPr/>
        </p:nvSpPr>
        <p:spPr>
          <a:xfrm>
            <a:off x="825500" y="3937000"/>
            <a:ext cx="1968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100" b="1">
                <a:solidFill>
                  <a:srgbClr val="0075B8"/>
                </a:solidFill>
                <a:latin typeface="Aptos" panose="020B0004020202020204" pitchFamily="34" charset="0"/>
              </a:rPr>
              <a:t>CONFINEMENT</a:t>
            </a:r>
            <a:endParaRPr lang="en-CA" sz="11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BF89BE-9C80-79B2-CCB0-CB1649EE7E8C}"/>
              </a:ext>
            </a:extLst>
          </p:cNvPr>
          <p:cNvSpPr txBox="1"/>
          <p:nvPr/>
        </p:nvSpPr>
        <p:spPr>
          <a:xfrm>
            <a:off x="2857500" y="3937000"/>
            <a:ext cx="381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200">
                <a:solidFill>
                  <a:srgbClr val="071426"/>
                </a:solidFill>
                <a:latin typeface="Aptos" panose="020B0004020202020204" pitchFamily="34" charset="0"/>
              </a:rPr>
              <a:t>Scopes + quantitative limits</a:t>
            </a:r>
            <a:endParaRPr lang="en-CA" sz="12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773ABB-C102-26A0-A8EC-0DF560DF785C}"/>
              </a:ext>
            </a:extLst>
          </p:cNvPr>
          <p:cNvSpPr txBox="1"/>
          <p:nvPr/>
        </p:nvSpPr>
        <p:spPr>
          <a:xfrm>
            <a:off x="6921500" y="3937000"/>
            <a:ext cx="4318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200">
                <a:solidFill>
                  <a:srgbClr val="007A8A"/>
                </a:solidFill>
                <a:latin typeface="Aptos" panose="020B0004020202020204" pitchFamily="34" charset="0"/>
              </a:rPr>
              <a:t>Bounded records/amounts</a:t>
            </a:r>
            <a:endParaRPr lang="en-CA" sz="1200" dirty="0" err="1">
              <a:solidFill>
                <a:srgbClr val="007A8A"/>
              </a:solidFill>
              <a:latin typeface="Aptos" panose="020B0004020202020204" pitchFamily="34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AF86E8E-19A7-BEDB-9B0F-836D7351A1FD}"/>
              </a:ext>
            </a:extLst>
          </p:cNvPr>
          <p:cNvCxnSpPr/>
          <p:nvPr/>
        </p:nvCxnSpPr>
        <p:spPr>
          <a:xfrm>
            <a:off x="825500" y="4318000"/>
            <a:ext cx="10477500" cy="0"/>
          </a:xfrm>
          <a:prstGeom prst="line">
            <a:avLst/>
          </a:prstGeom>
          <a:ln w="12700">
            <a:solidFill>
              <a:srgbClr val="ACC7DF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637720B-F90B-2031-5F0D-988D04C7C79E}"/>
              </a:ext>
            </a:extLst>
          </p:cNvPr>
          <p:cNvSpPr txBox="1"/>
          <p:nvPr/>
        </p:nvSpPr>
        <p:spPr>
          <a:xfrm>
            <a:off x="825500" y="4673600"/>
            <a:ext cx="1968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100" b="1">
                <a:solidFill>
                  <a:srgbClr val="0075B8"/>
                </a:solidFill>
                <a:latin typeface="Aptos" panose="020B0004020202020204" pitchFamily="34" charset="0"/>
              </a:rPr>
              <a:t>DELEGATION</a:t>
            </a:r>
            <a:endParaRPr lang="en-CA" sz="11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44C49E3-4076-CB38-DFD9-4D28AF1783F2}"/>
              </a:ext>
            </a:extLst>
          </p:cNvPr>
          <p:cNvSpPr txBox="1"/>
          <p:nvPr/>
        </p:nvSpPr>
        <p:spPr>
          <a:xfrm>
            <a:off x="2857500" y="4673600"/>
            <a:ext cx="381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200">
                <a:solidFill>
                  <a:srgbClr val="071426"/>
                </a:solidFill>
                <a:latin typeface="Aptos" panose="020B0004020202020204" pitchFamily="34" charset="0"/>
              </a:rPr>
              <a:t>Monotonic attenuation</a:t>
            </a:r>
            <a:endParaRPr lang="en-CA" sz="12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5FEAB60-EEBC-BF37-1145-3CE05F02756A}"/>
              </a:ext>
            </a:extLst>
          </p:cNvPr>
          <p:cNvSpPr txBox="1"/>
          <p:nvPr/>
        </p:nvSpPr>
        <p:spPr>
          <a:xfrm>
            <a:off x="6921500" y="4673600"/>
            <a:ext cx="4318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200">
                <a:solidFill>
                  <a:srgbClr val="007A8A"/>
                </a:solidFill>
                <a:latin typeface="Aptos" panose="020B0004020202020204" pitchFamily="34" charset="0"/>
              </a:rPr>
              <a:t>Child never exceeds parent</a:t>
            </a:r>
            <a:endParaRPr lang="en-CA" sz="1200" dirty="0" err="1">
              <a:solidFill>
                <a:srgbClr val="007A8A"/>
              </a:solidFill>
              <a:latin typeface="Aptos" panose="020B0004020202020204" pitchFamily="34" charset="0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E3911F5-255A-FA1A-25AA-136EA3EE520B}"/>
              </a:ext>
            </a:extLst>
          </p:cNvPr>
          <p:cNvCxnSpPr/>
          <p:nvPr/>
        </p:nvCxnSpPr>
        <p:spPr>
          <a:xfrm>
            <a:off x="825500" y="5054600"/>
            <a:ext cx="10477500" cy="0"/>
          </a:xfrm>
          <a:prstGeom prst="line">
            <a:avLst/>
          </a:prstGeom>
          <a:ln w="12700">
            <a:solidFill>
              <a:srgbClr val="ACC7DF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77BA9C2-1325-EA06-C467-D06C0DAE4CEE}"/>
              </a:ext>
            </a:extLst>
          </p:cNvPr>
          <p:cNvSpPr txBox="1"/>
          <p:nvPr/>
        </p:nvSpPr>
        <p:spPr>
          <a:xfrm>
            <a:off x="825500" y="5410200"/>
            <a:ext cx="1968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100" b="1">
                <a:solidFill>
                  <a:srgbClr val="0075B8"/>
                </a:solidFill>
                <a:latin typeface="Aptos" panose="020B0004020202020204" pitchFamily="34" charset="0"/>
              </a:rPr>
              <a:t>INTEGRITY</a:t>
            </a:r>
            <a:endParaRPr lang="en-CA" sz="11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BF428D-B264-99FF-0B92-6E9E0B5C672A}"/>
              </a:ext>
            </a:extLst>
          </p:cNvPr>
          <p:cNvSpPr txBox="1"/>
          <p:nvPr/>
        </p:nvSpPr>
        <p:spPr>
          <a:xfrm>
            <a:off x="2857500" y="5410200"/>
            <a:ext cx="381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200">
                <a:solidFill>
                  <a:srgbClr val="071426"/>
                </a:solidFill>
                <a:latin typeface="Aptos" panose="020B0004020202020204" pitchFamily="34" charset="0"/>
              </a:rPr>
              <a:t>Ed25519 + hash chain</a:t>
            </a:r>
            <a:endParaRPr lang="en-CA" sz="12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08A2E87-54BC-FD80-5ECC-90DF2DC85D13}"/>
              </a:ext>
            </a:extLst>
          </p:cNvPr>
          <p:cNvSpPr txBox="1"/>
          <p:nvPr/>
        </p:nvSpPr>
        <p:spPr>
          <a:xfrm>
            <a:off x="6921500" y="5410200"/>
            <a:ext cx="4318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200">
                <a:solidFill>
                  <a:srgbClr val="007A8A"/>
                </a:solidFill>
                <a:latin typeface="Aptos" panose="020B0004020202020204" pitchFamily="34" charset="0"/>
              </a:rPr>
              <a:t>Tamper-evident evidence</a:t>
            </a:r>
            <a:endParaRPr lang="en-CA" sz="1200" dirty="0" err="1">
              <a:solidFill>
                <a:srgbClr val="007A8A"/>
              </a:solidFill>
              <a:latin typeface="Aptos" panose="020B0004020202020204" pitchFamily="34" charset="0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7916D82-E569-5989-260B-940CE83FCA85}"/>
              </a:ext>
            </a:extLst>
          </p:cNvPr>
          <p:cNvCxnSpPr/>
          <p:nvPr/>
        </p:nvCxnSpPr>
        <p:spPr>
          <a:xfrm>
            <a:off x="825500" y="5791200"/>
            <a:ext cx="10477500" cy="0"/>
          </a:xfrm>
          <a:prstGeom prst="line">
            <a:avLst/>
          </a:prstGeom>
          <a:ln w="12700">
            <a:solidFill>
              <a:srgbClr val="ACC7DF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771FD90-1EDD-F49A-0461-70E2E4429231}"/>
              </a:ext>
            </a:extLst>
          </p:cNvPr>
          <p:cNvSpPr txBox="1"/>
          <p:nvPr/>
        </p:nvSpPr>
        <p:spPr>
          <a:xfrm>
            <a:off x="1143000" y="6096000"/>
            <a:ext cx="9906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E09000"/>
                </a:solidFill>
                <a:latin typeface="Aptos" panose="020B0004020202020204" pitchFamily="34" charset="0"/>
              </a:rPr>
              <a:t>Prompt injection may alter a proposal. It cannot manufacture a grant.</a:t>
            </a:r>
            <a:endParaRPr lang="en-CA" sz="1400" b="1" dirty="0" err="1">
              <a:solidFill>
                <a:srgbClr val="E09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8872900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D2A3245-243F-E07B-DA2D-FF69925E8CE6}"/>
              </a:ext>
            </a:extLst>
          </p:cNvPr>
          <p:cNvSpPr txBox="1"/>
          <p:nvPr/>
        </p:nvSpPr>
        <p:spPr>
          <a:xfrm>
            <a:off x="609600" y="215900"/>
            <a:ext cx="825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900" b="1">
                <a:solidFill>
                  <a:srgbClr val="0075B8"/>
                </a:solidFill>
                <a:latin typeface="Aptos" panose="020B0004020202020204" pitchFamily="34" charset="0"/>
              </a:rPr>
              <a:t>DATA + ACCOUNTABILITY ARCHITECTURE</a:t>
            </a:r>
            <a:endParaRPr lang="en-CA" sz="9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E08DA9-1784-B882-16D4-FE195AC86596}"/>
              </a:ext>
            </a:extLst>
          </p:cNvPr>
          <p:cNvSpPr txBox="1"/>
          <p:nvPr/>
        </p:nvSpPr>
        <p:spPr>
          <a:xfrm>
            <a:off x="609600" y="482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71426"/>
                </a:solidFill>
                <a:latin typeface="Aptos" panose="020B0004020202020204" pitchFamily="34" charset="0"/>
              </a:rPr>
              <a:t>Memory, state, and evidence are different planes</a:t>
            </a:r>
            <a:endParaRPr lang="en-CA" sz="28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9ECF8E-3750-9CDA-ABC0-9B11C02D42CD}"/>
              </a:ext>
            </a:extLst>
          </p:cNvPr>
          <p:cNvSpPr txBox="1"/>
          <p:nvPr/>
        </p:nvSpPr>
        <p:spPr>
          <a:xfrm>
            <a:off x="11201400" y="6464300"/>
            <a:ext cx="381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CA" sz="800">
                <a:solidFill>
                  <a:srgbClr val="4D5966"/>
                </a:solidFill>
                <a:latin typeface="Aptos" panose="020B0004020202020204" pitchFamily="34" charset="0"/>
              </a:rPr>
              <a:t>10</a:t>
            </a:r>
            <a:endParaRPr lang="en-CA" sz="800" dirty="0" err="1">
              <a:solidFill>
                <a:srgbClr val="4D5966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C1C38FE-9704-00B9-46A2-5AAEE33DE7E6}"/>
              </a:ext>
            </a:extLst>
          </p:cNvPr>
          <p:cNvSpPr/>
          <p:nvPr/>
        </p:nvSpPr>
        <p:spPr bwMode="auto">
          <a:xfrm>
            <a:off x="571500" y="1778000"/>
            <a:ext cx="3365500" cy="15875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99B7A3-4F14-73B7-EE34-D30C86630E62}"/>
              </a:ext>
            </a:extLst>
          </p:cNvPr>
          <p:cNvSpPr/>
          <p:nvPr/>
        </p:nvSpPr>
        <p:spPr bwMode="auto">
          <a:xfrm>
            <a:off x="571500" y="1778000"/>
            <a:ext cx="63500" cy="1587500"/>
          </a:xfrm>
          <a:prstGeom prst="rect">
            <a:avLst/>
          </a:prstGeom>
          <a:solidFill>
            <a:srgbClr val="0075B8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362D06-7A9E-4F62-C0FA-BD1FE5510739}"/>
              </a:ext>
            </a:extLst>
          </p:cNvPr>
          <p:cNvSpPr txBox="1"/>
          <p:nvPr/>
        </p:nvSpPr>
        <p:spPr>
          <a:xfrm>
            <a:off x="800100" y="1968500"/>
            <a:ext cx="2984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600" b="1">
                <a:solidFill>
                  <a:srgbClr val="0075B8"/>
                </a:solidFill>
                <a:latin typeface="Aptos" panose="020B0004020202020204" pitchFamily="34" charset="0"/>
              </a:rPr>
              <a:t>WORKING CONTEXT</a:t>
            </a:r>
            <a:endParaRPr lang="en-CA" sz="16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2FF450-788C-0C78-ACC8-0078FAB14BDF}"/>
              </a:ext>
            </a:extLst>
          </p:cNvPr>
          <p:cNvSpPr txBox="1"/>
          <p:nvPr/>
        </p:nvSpPr>
        <p:spPr>
          <a:xfrm>
            <a:off x="800100" y="2413000"/>
            <a:ext cx="29845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071426"/>
                </a:solidFill>
                <a:latin typeface="Aptos" panose="020B0004020202020204" pitchFamily="34" charset="0"/>
              </a:rPr>
              <a:t>Current reasoning
Council + run state</a:t>
            </a:r>
            <a:endParaRPr lang="en-CA" sz="13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0C52C96-364F-5B6C-63EB-949B9BAEE99C}"/>
              </a:ext>
            </a:extLst>
          </p:cNvPr>
          <p:cNvSpPr/>
          <p:nvPr/>
        </p:nvSpPr>
        <p:spPr bwMode="auto">
          <a:xfrm>
            <a:off x="4406900" y="1778000"/>
            <a:ext cx="3365500" cy="15875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06CD47-4C86-0770-3481-5E70A955972E}"/>
              </a:ext>
            </a:extLst>
          </p:cNvPr>
          <p:cNvSpPr/>
          <p:nvPr/>
        </p:nvSpPr>
        <p:spPr bwMode="auto">
          <a:xfrm>
            <a:off x="4406900" y="1778000"/>
            <a:ext cx="63500" cy="1587500"/>
          </a:xfrm>
          <a:prstGeom prst="rect">
            <a:avLst/>
          </a:prstGeom>
          <a:solidFill>
            <a:srgbClr val="0075B8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CB4D8F-A8C0-B965-20B7-BA224D12A2BE}"/>
              </a:ext>
            </a:extLst>
          </p:cNvPr>
          <p:cNvSpPr txBox="1"/>
          <p:nvPr/>
        </p:nvSpPr>
        <p:spPr>
          <a:xfrm>
            <a:off x="4635500" y="1968500"/>
            <a:ext cx="2984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600" b="1">
                <a:solidFill>
                  <a:srgbClr val="0075B8"/>
                </a:solidFill>
                <a:latin typeface="Aptos" panose="020B0004020202020204" pitchFamily="34" charset="0"/>
              </a:rPr>
              <a:t>GOVERNED RECALL</a:t>
            </a:r>
            <a:endParaRPr lang="en-CA" sz="16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82D8E2-F53E-042C-6116-AF3D49E0DE33}"/>
              </a:ext>
            </a:extLst>
          </p:cNvPr>
          <p:cNvSpPr txBox="1"/>
          <p:nvPr/>
        </p:nvSpPr>
        <p:spPr>
          <a:xfrm>
            <a:off x="4635500" y="2413000"/>
            <a:ext cx="29845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300">
                <a:solidFill>
                  <a:srgbClr val="071426"/>
                </a:solidFill>
                <a:latin typeface="Aptos" panose="020B0004020202020204" pitchFamily="34" charset="0"/>
              </a:rPr>
              <a:t>Semantic + episodic
Long-term knowledge</a:t>
            </a:r>
            <a:endParaRPr lang="en-CA" sz="13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4B5A019-3973-89C1-EDB7-7A6F44ACE6E7}"/>
              </a:ext>
            </a:extLst>
          </p:cNvPr>
          <p:cNvSpPr/>
          <p:nvPr/>
        </p:nvSpPr>
        <p:spPr bwMode="auto">
          <a:xfrm>
            <a:off x="8242300" y="1778000"/>
            <a:ext cx="3365500" cy="15875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B1FFAF-DDB6-3024-421A-A866E7AD78E7}"/>
              </a:ext>
            </a:extLst>
          </p:cNvPr>
          <p:cNvSpPr/>
          <p:nvPr/>
        </p:nvSpPr>
        <p:spPr bwMode="auto">
          <a:xfrm>
            <a:off x="8242300" y="1778000"/>
            <a:ext cx="63500" cy="1587500"/>
          </a:xfrm>
          <a:prstGeom prst="rect">
            <a:avLst/>
          </a:prstGeom>
          <a:solidFill>
            <a:srgbClr val="E09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82FDCF-A4FF-086E-31E6-BA776E22DA70}"/>
              </a:ext>
            </a:extLst>
          </p:cNvPr>
          <p:cNvSpPr txBox="1"/>
          <p:nvPr/>
        </p:nvSpPr>
        <p:spPr>
          <a:xfrm>
            <a:off x="8470900" y="1968500"/>
            <a:ext cx="2984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600" b="1">
                <a:solidFill>
                  <a:srgbClr val="E09000"/>
                </a:solidFill>
                <a:latin typeface="Aptos" panose="020B0004020202020204" pitchFamily="34" charset="0"/>
              </a:rPr>
              <a:t>PRECEDENT</a:t>
            </a:r>
            <a:endParaRPr lang="en-CA" sz="1600" b="1" dirty="0" err="1">
              <a:solidFill>
                <a:srgbClr val="E09000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43CD51-C934-4F72-E4D2-C4ADFA63ADE0}"/>
              </a:ext>
            </a:extLst>
          </p:cNvPr>
          <p:cNvSpPr txBox="1"/>
          <p:nvPr/>
        </p:nvSpPr>
        <p:spPr>
          <a:xfrm>
            <a:off x="8470900" y="2413000"/>
            <a:ext cx="29845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071426"/>
                </a:solidFill>
                <a:latin typeface="Aptos" panose="020B0004020202020204" pitchFamily="34" charset="0"/>
              </a:rPr>
              <a:t>Prior human rulings
Reusable decisions</a:t>
            </a:r>
            <a:endParaRPr lang="en-CA" sz="13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BA7ABE7-C952-1C93-9F67-C42E519FF091}"/>
              </a:ext>
            </a:extLst>
          </p:cNvPr>
          <p:cNvSpPr/>
          <p:nvPr/>
        </p:nvSpPr>
        <p:spPr bwMode="auto">
          <a:xfrm>
            <a:off x="571500" y="3810000"/>
            <a:ext cx="3365500" cy="15875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767CE2E-C187-178A-C1C6-B20BD6304419}"/>
              </a:ext>
            </a:extLst>
          </p:cNvPr>
          <p:cNvSpPr/>
          <p:nvPr/>
        </p:nvSpPr>
        <p:spPr bwMode="auto">
          <a:xfrm>
            <a:off x="571500" y="3810000"/>
            <a:ext cx="63500" cy="1587500"/>
          </a:xfrm>
          <a:prstGeom prst="rect">
            <a:avLst/>
          </a:prstGeom>
          <a:solidFill>
            <a:srgbClr val="007A8A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087D9D9-F7F7-20AB-DFFB-AC113DF1F481}"/>
              </a:ext>
            </a:extLst>
          </p:cNvPr>
          <p:cNvSpPr txBox="1"/>
          <p:nvPr/>
        </p:nvSpPr>
        <p:spPr>
          <a:xfrm>
            <a:off x="800100" y="4000500"/>
            <a:ext cx="2984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600" b="1">
                <a:solidFill>
                  <a:srgbClr val="007A8A"/>
                </a:solidFill>
                <a:latin typeface="Aptos" panose="020B0004020202020204" pitchFamily="34" charset="0"/>
              </a:rPr>
              <a:t>DURABILITY</a:t>
            </a:r>
            <a:endParaRPr lang="en-CA" sz="1600" b="1" dirty="0" err="1">
              <a:solidFill>
                <a:srgbClr val="007A8A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668F806-F5E0-4C9C-F179-1F96985F9CCF}"/>
              </a:ext>
            </a:extLst>
          </p:cNvPr>
          <p:cNvSpPr txBox="1"/>
          <p:nvPr/>
        </p:nvSpPr>
        <p:spPr>
          <a:xfrm>
            <a:off x="800100" y="4445000"/>
            <a:ext cx="29845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071426"/>
                </a:solidFill>
                <a:latin typeface="Aptos" panose="020B0004020202020204" pitchFamily="34" charset="0"/>
              </a:rPr>
              <a:t>Resume safely
Avoid double execution</a:t>
            </a:r>
            <a:endParaRPr lang="en-CA" sz="13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258BEB3-57EB-CD85-EF65-5E5B429A4D5A}"/>
              </a:ext>
            </a:extLst>
          </p:cNvPr>
          <p:cNvSpPr/>
          <p:nvPr/>
        </p:nvSpPr>
        <p:spPr bwMode="auto">
          <a:xfrm>
            <a:off x="4406900" y="3810000"/>
            <a:ext cx="3365500" cy="15875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A36EDD1-7A89-13C7-9903-632AF219D683}"/>
              </a:ext>
            </a:extLst>
          </p:cNvPr>
          <p:cNvSpPr/>
          <p:nvPr/>
        </p:nvSpPr>
        <p:spPr bwMode="auto">
          <a:xfrm>
            <a:off x="4406900" y="3810000"/>
            <a:ext cx="63500" cy="1587500"/>
          </a:xfrm>
          <a:prstGeom prst="rect">
            <a:avLst/>
          </a:prstGeom>
          <a:solidFill>
            <a:srgbClr val="E09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4141D48-7705-0296-74CF-17A1D60C5DD8}"/>
              </a:ext>
            </a:extLst>
          </p:cNvPr>
          <p:cNvSpPr txBox="1"/>
          <p:nvPr/>
        </p:nvSpPr>
        <p:spPr>
          <a:xfrm>
            <a:off x="4635500" y="4000500"/>
            <a:ext cx="2984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600" b="1">
                <a:solidFill>
                  <a:srgbClr val="E09000"/>
                </a:solidFill>
                <a:latin typeface="Aptos" panose="020B0004020202020204" pitchFamily="34" charset="0"/>
              </a:rPr>
              <a:t>WHY-MEMORY</a:t>
            </a:r>
            <a:endParaRPr lang="en-CA" sz="1600" b="1" dirty="0" err="1">
              <a:solidFill>
                <a:srgbClr val="E09000"/>
              </a:solidFill>
              <a:latin typeface="Aptos" panose="020B00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D4719B-58E7-E829-0260-1249BC2AFFCD}"/>
              </a:ext>
            </a:extLst>
          </p:cNvPr>
          <p:cNvSpPr txBox="1"/>
          <p:nvPr/>
        </p:nvSpPr>
        <p:spPr>
          <a:xfrm>
            <a:off x="4635500" y="4445000"/>
            <a:ext cx="29845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300">
                <a:solidFill>
                  <a:srgbClr val="071426"/>
                </a:solidFill>
                <a:latin typeface="Aptos" panose="020B0004020202020204" pitchFamily="34" charset="0"/>
              </a:rPr>
              <a:t>Signed rationale
Outcome + proof</a:t>
            </a:r>
            <a:endParaRPr lang="en-CA" sz="13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01815A8-ABA4-8CFA-6D5E-8EA09FFF10CC}"/>
              </a:ext>
            </a:extLst>
          </p:cNvPr>
          <p:cNvSpPr/>
          <p:nvPr/>
        </p:nvSpPr>
        <p:spPr bwMode="auto">
          <a:xfrm>
            <a:off x="8242300" y="3810000"/>
            <a:ext cx="3365500" cy="15875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09AC67F-3C5B-FC19-B4E9-BD7897F89D29}"/>
              </a:ext>
            </a:extLst>
          </p:cNvPr>
          <p:cNvSpPr/>
          <p:nvPr/>
        </p:nvSpPr>
        <p:spPr bwMode="auto">
          <a:xfrm>
            <a:off x="8242300" y="3810000"/>
            <a:ext cx="63500" cy="1587500"/>
          </a:xfrm>
          <a:prstGeom prst="rect">
            <a:avLst/>
          </a:prstGeom>
          <a:solidFill>
            <a:srgbClr val="007A8A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00553A7-B67A-577E-9432-CB138618893C}"/>
              </a:ext>
            </a:extLst>
          </p:cNvPr>
          <p:cNvSpPr txBox="1"/>
          <p:nvPr/>
        </p:nvSpPr>
        <p:spPr>
          <a:xfrm>
            <a:off x="8470900" y="4000500"/>
            <a:ext cx="2984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600" b="1">
                <a:solidFill>
                  <a:srgbClr val="007A8A"/>
                </a:solidFill>
                <a:latin typeface="Aptos" panose="020B0004020202020204" pitchFamily="34" charset="0"/>
              </a:rPr>
              <a:t>OPERATIONS</a:t>
            </a:r>
            <a:endParaRPr lang="en-CA" sz="1600" b="1" dirty="0" err="1">
              <a:solidFill>
                <a:srgbClr val="007A8A"/>
              </a:solidFill>
              <a:latin typeface="Aptos" panose="020B00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4C98B32-6BE1-1267-C053-C74E76CFBA27}"/>
              </a:ext>
            </a:extLst>
          </p:cNvPr>
          <p:cNvSpPr txBox="1"/>
          <p:nvPr/>
        </p:nvSpPr>
        <p:spPr>
          <a:xfrm>
            <a:off x="8470900" y="4445000"/>
            <a:ext cx="29845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300">
                <a:solidFill>
                  <a:srgbClr val="071426"/>
                </a:solidFill>
                <a:latin typeface="Aptos" panose="020B0004020202020204" pitchFamily="34" charset="0"/>
              </a:rPr>
              <a:t>Events + telemetry
Monitoring + export</a:t>
            </a:r>
            <a:endParaRPr lang="en-CA" sz="13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F187EB4-637D-0E02-14BC-ADBF7124AE37}"/>
              </a:ext>
            </a:extLst>
          </p:cNvPr>
          <p:cNvSpPr txBox="1"/>
          <p:nvPr/>
        </p:nvSpPr>
        <p:spPr>
          <a:xfrm>
            <a:off x="1143000" y="6032500"/>
            <a:ext cx="9906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071426"/>
                </a:solidFill>
                <a:latin typeface="Aptos" panose="020B0004020202020204" pitchFamily="34" charset="0"/>
              </a:rPr>
              <a:t>Conversation history is useful context. It is not, by itself, audit evidence.</a:t>
            </a:r>
            <a:endParaRPr lang="en-CA" sz="14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7018507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2DEDF1-1857-7AEC-ED41-E19AC6E373A5}"/>
              </a:ext>
            </a:extLst>
          </p:cNvPr>
          <p:cNvSpPr txBox="1"/>
          <p:nvPr/>
        </p:nvSpPr>
        <p:spPr>
          <a:xfrm>
            <a:off x="609600" y="215900"/>
            <a:ext cx="825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900" b="1">
                <a:solidFill>
                  <a:srgbClr val="0075B8"/>
                </a:solidFill>
                <a:latin typeface="Aptos" panose="020B0004020202020204" pitchFamily="34" charset="0"/>
              </a:rPr>
              <a:t>DEPLOYMENT TOPOLOGY</a:t>
            </a:r>
            <a:endParaRPr lang="en-CA" sz="9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C5E634-DCB7-2B24-E6F9-E392E662D4CA}"/>
              </a:ext>
            </a:extLst>
          </p:cNvPr>
          <p:cNvSpPr txBox="1"/>
          <p:nvPr/>
        </p:nvSpPr>
        <p:spPr>
          <a:xfrm>
            <a:off x="609600" y="482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71426"/>
                </a:solidFill>
                <a:latin typeface="Aptos" panose="020B0004020202020204" pitchFamily="34" charset="0"/>
              </a:rPr>
              <a:t>Portable control from finance UI to system of record</a:t>
            </a:r>
            <a:endParaRPr lang="en-CA" sz="28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2D9129-C442-0380-D9CC-335589F41CF8}"/>
              </a:ext>
            </a:extLst>
          </p:cNvPr>
          <p:cNvSpPr txBox="1"/>
          <p:nvPr/>
        </p:nvSpPr>
        <p:spPr>
          <a:xfrm>
            <a:off x="11201400" y="6464300"/>
            <a:ext cx="381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CA" sz="800">
                <a:solidFill>
                  <a:srgbClr val="4D5966"/>
                </a:solidFill>
                <a:latin typeface="Aptos" panose="020B0004020202020204" pitchFamily="34" charset="0"/>
              </a:rPr>
              <a:t>11</a:t>
            </a:r>
            <a:endParaRPr lang="en-CA" sz="800" dirty="0" err="1">
              <a:solidFill>
                <a:srgbClr val="4D5966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12EC717-0372-3573-22EA-BA1DECAD973C}"/>
              </a:ext>
            </a:extLst>
          </p:cNvPr>
          <p:cNvSpPr/>
          <p:nvPr/>
        </p:nvSpPr>
        <p:spPr bwMode="auto">
          <a:xfrm>
            <a:off x="952500" y="1841500"/>
            <a:ext cx="2667000" cy="7366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22CDC3-1218-00E7-F46F-B7BA2E8C4411}"/>
              </a:ext>
            </a:extLst>
          </p:cNvPr>
          <p:cNvSpPr txBox="1"/>
          <p:nvPr/>
        </p:nvSpPr>
        <p:spPr>
          <a:xfrm>
            <a:off x="952500" y="2095500"/>
            <a:ext cx="2667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100" b="1">
                <a:solidFill>
                  <a:srgbClr val="0075B8"/>
                </a:solidFill>
                <a:latin typeface="Aptos" panose="020B0004020202020204" pitchFamily="34" charset="0"/>
              </a:rPr>
              <a:t>FINANCE UI / API</a:t>
            </a:r>
            <a:endParaRPr lang="en-CA" sz="11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FB0F436-7D05-C943-8FDD-CFBFD0CC64CB}"/>
              </a:ext>
            </a:extLst>
          </p:cNvPr>
          <p:cNvSpPr/>
          <p:nvPr/>
        </p:nvSpPr>
        <p:spPr bwMode="auto">
          <a:xfrm>
            <a:off x="4762500" y="1841500"/>
            <a:ext cx="2667000" cy="7366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98ADEB-FF40-AEF8-5FB5-ECA5E91699CC}"/>
              </a:ext>
            </a:extLst>
          </p:cNvPr>
          <p:cNvSpPr txBox="1"/>
          <p:nvPr/>
        </p:nvSpPr>
        <p:spPr>
          <a:xfrm>
            <a:off x="4762500" y="2095500"/>
            <a:ext cx="2667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100" b="1">
                <a:solidFill>
                  <a:srgbClr val="0075B8"/>
                </a:solidFill>
                <a:latin typeface="Aptos" panose="020B0004020202020204" pitchFamily="34" charset="0"/>
              </a:rPr>
              <a:t>GOVERNANCE GATEWAY</a:t>
            </a:r>
            <a:endParaRPr lang="en-CA" sz="11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027F0E5-41D9-5936-D957-E82F09520200}"/>
              </a:ext>
            </a:extLst>
          </p:cNvPr>
          <p:cNvSpPr/>
          <p:nvPr/>
        </p:nvSpPr>
        <p:spPr bwMode="auto">
          <a:xfrm>
            <a:off x="8572500" y="1841500"/>
            <a:ext cx="2667000" cy="7366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C35707-C24D-163A-0C85-81DEC51FA3A6}"/>
              </a:ext>
            </a:extLst>
          </p:cNvPr>
          <p:cNvSpPr txBox="1"/>
          <p:nvPr/>
        </p:nvSpPr>
        <p:spPr>
          <a:xfrm>
            <a:off x="8572500" y="2095500"/>
            <a:ext cx="2667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100" b="1">
                <a:solidFill>
                  <a:srgbClr val="E09000"/>
                </a:solidFill>
                <a:latin typeface="Aptos" panose="020B0004020202020204" pitchFamily="34" charset="0"/>
              </a:rPr>
              <a:t>APPROVAL QUEUE</a:t>
            </a:r>
            <a:endParaRPr lang="en-CA" sz="1100" b="1" dirty="0" err="1">
              <a:solidFill>
                <a:srgbClr val="E09000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BAD58BC-63EC-6A99-68F6-4BBA436982D5}"/>
              </a:ext>
            </a:extLst>
          </p:cNvPr>
          <p:cNvSpPr/>
          <p:nvPr/>
        </p:nvSpPr>
        <p:spPr bwMode="auto">
          <a:xfrm>
            <a:off x="4762500" y="3238500"/>
            <a:ext cx="2667000" cy="7366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50B425-3E9D-9BAA-1F84-B79A1ACDDF3E}"/>
              </a:ext>
            </a:extLst>
          </p:cNvPr>
          <p:cNvSpPr txBox="1"/>
          <p:nvPr/>
        </p:nvSpPr>
        <p:spPr>
          <a:xfrm>
            <a:off x="4762500" y="3492500"/>
            <a:ext cx="2667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100" b="1">
                <a:solidFill>
                  <a:srgbClr val="E09000"/>
                </a:solidFill>
                <a:latin typeface="Aptos" panose="020B0004020202020204" pitchFamily="34" charset="0"/>
              </a:rPr>
              <a:t>AUTARCH RUNTIME</a:t>
            </a:r>
            <a:endParaRPr lang="en-CA" sz="1100" b="1" dirty="0" err="1">
              <a:solidFill>
                <a:srgbClr val="E09000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1FF2166-3028-8E1E-9E49-57D9535B9CB9}"/>
              </a:ext>
            </a:extLst>
          </p:cNvPr>
          <p:cNvSpPr/>
          <p:nvPr/>
        </p:nvSpPr>
        <p:spPr bwMode="auto">
          <a:xfrm>
            <a:off x="952500" y="4762500"/>
            <a:ext cx="2667000" cy="7366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D9B842-132B-EFCF-3999-2AA2F4FBBD3D}"/>
              </a:ext>
            </a:extLst>
          </p:cNvPr>
          <p:cNvSpPr txBox="1"/>
          <p:nvPr/>
        </p:nvSpPr>
        <p:spPr>
          <a:xfrm>
            <a:off x="952500" y="5016500"/>
            <a:ext cx="2667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100" b="1">
                <a:solidFill>
                  <a:srgbClr val="007A8A"/>
                </a:solidFill>
                <a:latin typeface="Aptos" panose="020B0004020202020204" pitchFamily="34" charset="0"/>
              </a:rPr>
              <a:t>ERP / TAX / TREASURY</a:t>
            </a:r>
            <a:endParaRPr lang="en-CA" sz="1100" b="1" dirty="0" err="1">
              <a:solidFill>
                <a:srgbClr val="007A8A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0E4BF1D-9441-25CF-DCB4-54D45C045CAD}"/>
              </a:ext>
            </a:extLst>
          </p:cNvPr>
          <p:cNvSpPr/>
          <p:nvPr/>
        </p:nvSpPr>
        <p:spPr bwMode="auto">
          <a:xfrm>
            <a:off x="4762500" y="4762500"/>
            <a:ext cx="2667000" cy="7366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103B00-A562-57AD-71BE-03B532391DE7}"/>
              </a:ext>
            </a:extLst>
          </p:cNvPr>
          <p:cNvSpPr txBox="1"/>
          <p:nvPr/>
        </p:nvSpPr>
        <p:spPr>
          <a:xfrm>
            <a:off x="4762500" y="5016500"/>
            <a:ext cx="2667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100" b="1">
                <a:solidFill>
                  <a:srgbClr val="007A8A"/>
                </a:solidFill>
                <a:latin typeface="Aptos" panose="020B0004020202020204" pitchFamily="34" charset="0"/>
              </a:rPr>
              <a:t>MODELS + MCP TOOLS</a:t>
            </a:r>
            <a:endParaRPr lang="en-CA" sz="1100" b="1" dirty="0" err="1">
              <a:solidFill>
                <a:srgbClr val="007A8A"/>
              </a:solidFill>
              <a:latin typeface="Aptos" panose="020B00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B2B9A14-1724-EDD6-E6C7-6122B52FA07E}"/>
              </a:ext>
            </a:extLst>
          </p:cNvPr>
          <p:cNvSpPr/>
          <p:nvPr/>
        </p:nvSpPr>
        <p:spPr bwMode="auto">
          <a:xfrm>
            <a:off x="8572500" y="4762500"/>
            <a:ext cx="2667000" cy="7366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EACD17-A5D9-6F09-821E-C60879313E27}"/>
              </a:ext>
            </a:extLst>
          </p:cNvPr>
          <p:cNvSpPr txBox="1"/>
          <p:nvPr/>
        </p:nvSpPr>
        <p:spPr>
          <a:xfrm>
            <a:off x="8572500" y="5016500"/>
            <a:ext cx="2667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100" b="1">
                <a:solidFill>
                  <a:srgbClr val="007A8A"/>
                </a:solidFill>
                <a:latin typeface="Aptos" panose="020B0004020202020204" pitchFamily="34" charset="0"/>
              </a:rPr>
              <a:t>SIGNED LEDGER / SIEM</a:t>
            </a:r>
            <a:endParaRPr lang="en-CA" sz="1100" b="1" dirty="0" err="1">
              <a:solidFill>
                <a:srgbClr val="007A8A"/>
              </a:solidFill>
              <a:latin typeface="Aptos" panose="020B0004020202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F5B0BCD-7921-C74A-0465-14CEC576A2BC}"/>
              </a:ext>
            </a:extLst>
          </p:cNvPr>
          <p:cNvCxnSpPr/>
          <p:nvPr/>
        </p:nvCxnSpPr>
        <p:spPr>
          <a:xfrm>
            <a:off x="3619500" y="2209800"/>
            <a:ext cx="1143000" cy="0"/>
          </a:xfrm>
          <a:prstGeom prst="line">
            <a:avLst/>
          </a:prstGeom>
          <a:ln w="25400">
            <a:solidFill>
              <a:srgbClr val="ACC7DF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C402C33-55F1-D601-4443-11032D39E2B6}"/>
              </a:ext>
            </a:extLst>
          </p:cNvPr>
          <p:cNvCxnSpPr/>
          <p:nvPr/>
        </p:nvCxnSpPr>
        <p:spPr>
          <a:xfrm>
            <a:off x="7429500" y="2209800"/>
            <a:ext cx="1143000" cy="0"/>
          </a:xfrm>
          <a:prstGeom prst="line">
            <a:avLst/>
          </a:prstGeom>
          <a:ln w="25400">
            <a:solidFill>
              <a:srgbClr val="ACC7DF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1CEE5C0-BC6C-2C70-BE46-DDBF76500E50}"/>
              </a:ext>
            </a:extLst>
          </p:cNvPr>
          <p:cNvCxnSpPr/>
          <p:nvPr/>
        </p:nvCxnSpPr>
        <p:spPr>
          <a:xfrm>
            <a:off x="6096000" y="2578100"/>
            <a:ext cx="0" cy="660400"/>
          </a:xfrm>
          <a:prstGeom prst="line">
            <a:avLst/>
          </a:prstGeom>
          <a:ln w="25400">
            <a:solidFill>
              <a:srgbClr val="ACC7DF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189C130-DEBE-C5AB-89DA-CE083DEE2B02}"/>
              </a:ext>
            </a:extLst>
          </p:cNvPr>
          <p:cNvCxnSpPr/>
          <p:nvPr/>
        </p:nvCxnSpPr>
        <p:spPr>
          <a:xfrm flipH="1">
            <a:off x="2286000" y="3975100"/>
            <a:ext cx="3810000" cy="787400"/>
          </a:xfrm>
          <a:prstGeom prst="line">
            <a:avLst/>
          </a:prstGeom>
          <a:ln w="25400">
            <a:solidFill>
              <a:srgbClr val="ACC7DF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380CB95-B129-71A2-19D3-A39EDAA8692C}"/>
              </a:ext>
            </a:extLst>
          </p:cNvPr>
          <p:cNvCxnSpPr/>
          <p:nvPr/>
        </p:nvCxnSpPr>
        <p:spPr>
          <a:xfrm>
            <a:off x="6096000" y="3975100"/>
            <a:ext cx="0" cy="787400"/>
          </a:xfrm>
          <a:prstGeom prst="line">
            <a:avLst/>
          </a:prstGeom>
          <a:ln w="25400">
            <a:solidFill>
              <a:srgbClr val="ACC7DF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491435F-CB65-5793-13A7-D80D6137BD49}"/>
              </a:ext>
            </a:extLst>
          </p:cNvPr>
          <p:cNvCxnSpPr/>
          <p:nvPr/>
        </p:nvCxnSpPr>
        <p:spPr>
          <a:xfrm>
            <a:off x="6096000" y="3975100"/>
            <a:ext cx="3810000" cy="787400"/>
          </a:xfrm>
          <a:prstGeom prst="line">
            <a:avLst/>
          </a:prstGeom>
          <a:ln w="25400">
            <a:solidFill>
              <a:srgbClr val="ACC7DF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EE1EDE1-2EC0-51E1-828D-237576DC330B}"/>
              </a:ext>
            </a:extLst>
          </p:cNvPr>
          <p:cNvSpPr txBox="1"/>
          <p:nvPr/>
        </p:nvSpPr>
        <p:spPr>
          <a:xfrm>
            <a:off x="1397000" y="6070600"/>
            <a:ext cx="9398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071426"/>
                </a:solidFill>
                <a:latin typeface="Aptos" panose="020B0004020202020204" pitchFamily="34" charset="0"/>
              </a:rPr>
              <a:t>Laptop | container | air-gapped host | distributed mesh</a:t>
            </a:r>
            <a:endParaRPr lang="en-CA" sz="14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2347114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4E9682-1FE3-C4F4-015B-E21DC94EB283}"/>
              </a:ext>
            </a:extLst>
          </p:cNvPr>
          <p:cNvSpPr txBox="1"/>
          <p:nvPr/>
        </p:nvSpPr>
        <p:spPr>
          <a:xfrm>
            <a:off x="609600" y="215900"/>
            <a:ext cx="825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900" b="1">
                <a:solidFill>
                  <a:srgbClr val="0075B8"/>
                </a:solidFill>
                <a:latin typeface="Aptos" panose="020B0004020202020204" pitchFamily="34" charset="0"/>
              </a:rPr>
              <a:t>IMMUTABLE GOVERNANCE</a:t>
            </a:r>
            <a:endParaRPr lang="en-CA" sz="9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DBB845-C10E-D5D6-C1D4-68B2DDE936B5}"/>
              </a:ext>
            </a:extLst>
          </p:cNvPr>
          <p:cNvSpPr txBox="1"/>
          <p:nvPr/>
        </p:nvSpPr>
        <p:spPr>
          <a:xfrm>
            <a:off x="609600" y="482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71426"/>
                </a:solidFill>
                <a:latin typeface="Aptos" panose="020B0004020202020204" pitchFamily="34" charset="0"/>
              </a:rPr>
              <a:t>Approval is bound to what actually ships</a:t>
            </a:r>
            <a:endParaRPr lang="en-CA" sz="28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ABB16B-4E9A-BB0D-ADA8-8967560A2022}"/>
              </a:ext>
            </a:extLst>
          </p:cNvPr>
          <p:cNvSpPr txBox="1"/>
          <p:nvPr/>
        </p:nvSpPr>
        <p:spPr>
          <a:xfrm>
            <a:off x="11201400" y="6464300"/>
            <a:ext cx="381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CA" sz="800">
                <a:solidFill>
                  <a:srgbClr val="4D5966"/>
                </a:solidFill>
                <a:latin typeface="Aptos" panose="020B0004020202020204" pitchFamily="34" charset="0"/>
              </a:rPr>
              <a:t>12</a:t>
            </a:r>
            <a:endParaRPr lang="en-CA" sz="800" dirty="0" err="1">
              <a:solidFill>
                <a:srgbClr val="4D5966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9D4C6A-95C2-EA95-B208-CBE8D1E63D3C}"/>
              </a:ext>
            </a:extLst>
          </p:cNvPr>
          <p:cNvSpPr txBox="1"/>
          <p:nvPr/>
        </p:nvSpPr>
        <p:spPr>
          <a:xfrm>
            <a:off x="863600" y="2006600"/>
            <a:ext cx="2794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3400" b="1">
                <a:solidFill>
                  <a:srgbClr val="E09000"/>
                </a:solidFill>
                <a:latin typeface="Aptos" panose="020B0004020202020204" pitchFamily="34" charset="0"/>
              </a:rPr>
              <a:t>SHA-256</a:t>
            </a:r>
            <a:endParaRPr lang="en-CA" sz="3400" b="1" dirty="0" err="1">
              <a:solidFill>
                <a:srgbClr val="E09000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F91A9D-879E-F093-9919-C85301B028CE}"/>
              </a:ext>
            </a:extLst>
          </p:cNvPr>
          <p:cNvSpPr txBox="1"/>
          <p:nvPr/>
        </p:nvSpPr>
        <p:spPr>
          <a:xfrm>
            <a:off x="889000" y="2679700"/>
            <a:ext cx="3175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100" b="1">
                <a:solidFill>
                  <a:srgbClr val="4D5966"/>
                </a:solidFill>
                <a:latin typeface="Aptos" panose="020B0004020202020204" pitchFamily="34" charset="0"/>
              </a:rPr>
              <a:t>CONTENT FINGERPRINT</a:t>
            </a:r>
            <a:endParaRPr lang="en-CA" sz="1100" b="1" dirty="0" err="1">
              <a:solidFill>
                <a:srgbClr val="4D5966"/>
              </a:solidFill>
              <a:latin typeface="Aptos" panose="020B0004020202020204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D6C2FFF-8EC7-A12A-82D5-8790CF1B8EFC}"/>
              </a:ext>
            </a:extLst>
          </p:cNvPr>
          <p:cNvSpPr/>
          <p:nvPr/>
        </p:nvSpPr>
        <p:spPr bwMode="auto">
          <a:xfrm>
            <a:off x="4445000" y="1930400"/>
            <a:ext cx="101600" cy="101600"/>
          </a:xfrm>
          <a:prstGeom prst="ellipse">
            <a:avLst/>
          </a:prstGeom>
          <a:solidFill>
            <a:srgbClr val="0075B8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C72B40-BD96-A86D-FB39-910154FED969}"/>
              </a:ext>
            </a:extLst>
          </p:cNvPr>
          <p:cNvSpPr txBox="1"/>
          <p:nvPr/>
        </p:nvSpPr>
        <p:spPr>
          <a:xfrm>
            <a:off x="4699000" y="1841500"/>
            <a:ext cx="6350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071426"/>
                </a:solidFill>
                <a:latin typeface="Aptos" panose="020B0004020202020204" pitchFamily="34" charset="0"/>
              </a:rPr>
              <a:t>Semantic versions become immutable after registration</a:t>
            </a:r>
            <a:endParaRPr lang="en-CA" sz="16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33B7BCC-1093-BB15-56EC-099F5897AF0F}"/>
              </a:ext>
            </a:extLst>
          </p:cNvPr>
          <p:cNvSpPr/>
          <p:nvPr/>
        </p:nvSpPr>
        <p:spPr bwMode="auto">
          <a:xfrm>
            <a:off x="4445000" y="2628900"/>
            <a:ext cx="101600" cy="101600"/>
          </a:xfrm>
          <a:prstGeom prst="ellipse">
            <a:avLst/>
          </a:prstGeom>
          <a:solidFill>
            <a:srgbClr val="0075B8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8F894E-6533-626D-FABE-F0A8A9E6D593}"/>
              </a:ext>
            </a:extLst>
          </p:cNvPr>
          <p:cNvSpPr txBox="1"/>
          <p:nvPr/>
        </p:nvSpPr>
        <p:spPr>
          <a:xfrm>
            <a:off x="4699000" y="2540000"/>
            <a:ext cx="6350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071426"/>
                </a:solidFill>
                <a:latin typeface="Aptos" panose="020B0004020202020204" pitchFamily="34" charset="0"/>
              </a:rPr>
              <a:t>Quorum approval binds pack + blueprint + fingerprint</a:t>
            </a:r>
            <a:endParaRPr lang="en-CA" sz="16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F2A8B6F-7B45-7620-5EC4-EC49BC9AE990}"/>
              </a:ext>
            </a:extLst>
          </p:cNvPr>
          <p:cNvSpPr/>
          <p:nvPr/>
        </p:nvSpPr>
        <p:spPr bwMode="auto">
          <a:xfrm>
            <a:off x="4445000" y="3327400"/>
            <a:ext cx="101600" cy="101600"/>
          </a:xfrm>
          <a:prstGeom prst="ellipse">
            <a:avLst/>
          </a:prstGeom>
          <a:solidFill>
            <a:srgbClr val="0075B8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5A019F-F21D-6A1A-F9CE-7C649EAB1D0B}"/>
              </a:ext>
            </a:extLst>
          </p:cNvPr>
          <p:cNvSpPr txBox="1"/>
          <p:nvPr/>
        </p:nvSpPr>
        <p:spPr>
          <a:xfrm>
            <a:off x="4699000" y="3238500"/>
            <a:ext cx="6350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071426"/>
                </a:solidFill>
                <a:latin typeface="Aptos" panose="020B0004020202020204" pitchFamily="34" charset="0"/>
              </a:rPr>
              <a:t>Any change invalidates the prior approval</a:t>
            </a:r>
            <a:endParaRPr lang="en-CA" sz="16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D3218A0-C0A1-5EE6-97B8-C641D14F88B8}"/>
              </a:ext>
            </a:extLst>
          </p:cNvPr>
          <p:cNvSpPr/>
          <p:nvPr/>
        </p:nvSpPr>
        <p:spPr bwMode="auto">
          <a:xfrm>
            <a:off x="4445000" y="4025900"/>
            <a:ext cx="101600" cy="101600"/>
          </a:xfrm>
          <a:prstGeom prst="ellipse">
            <a:avLst/>
          </a:prstGeom>
          <a:solidFill>
            <a:srgbClr val="0075B8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3159D2-5B3D-EAC8-B071-3EF0F2451E0C}"/>
              </a:ext>
            </a:extLst>
          </p:cNvPr>
          <p:cNvSpPr txBox="1"/>
          <p:nvPr/>
        </p:nvSpPr>
        <p:spPr>
          <a:xfrm>
            <a:off x="4699000" y="3937000"/>
            <a:ext cx="6350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071426"/>
                </a:solidFill>
                <a:latin typeface="Aptos" panose="020B0004020202020204" pitchFamily="34" charset="0"/>
              </a:rPr>
              <a:t>RBAC narrows authority again at compilation</a:t>
            </a:r>
            <a:endParaRPr lang="en-CA" sz="16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AF364C0-BD3F-3BF8-88A0-97BBD49BA082}"/>
              </a:ext>
            </a:extLst>
          </p:cNvPr>
          <p:cNvSpPr/>
          <p:nvPr/>
        </p:nvSpPr>
        <p:spPr bwMode="auto">
          <a:xfrm>
            <a:off x="4445000" y="4724400"/>
            <a:ext cx="101600" cy="101600"/>
          </a:xfrm>
          <a:prstGeom prst="ellipse">
            <a:avLst/>
          </a:prstGeom>
          <a:solidFill>
            <a:srgbClr val="0075B8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FC5D40-5ABF-88EB-3BD8-A3BEBDA6C83E}"/>
              </a:ext>
            </a:extLst>
          </p:cNvPr>
          <p:cNvSpPr txBox="1"/>
          <p:nvPr/>
        </p:nvSpPr>
        <p:spPr>
          <a:xfrm>
            <a:off x="4699000" y="4635500"/>
            <a:ext cx="6350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071426"/>
                </a:solidFill>
                <a:latin typeface="Aptos" panose="020B0004020202020204" pitchFamily="34" charset="0"/>
              </a:rPr>
              <a:t>Empty grants mean no authority by default</a:t>
            </a:r>
            <a:endParaRPr lang="en-CA" sz="16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7B48B09-C26E-671E-479E-F054DF09604D}"/>
              </a:ext>
            </a:extLst>
          </p:cNvPr>
          <p:cNvSpPr/>
          <p:nvPr/>
        </p:nvSpPr>
        <p:spPr bwMode="auto">
          <a:xfrm>
            <a:off x="889000" y="3937000"/>
            <a:ext cx="2540000" cy="355600"/>
          </a:xfrm>
          <a:prstGeom prst="roundRect">
            <a:avLst/>
          </a:prstGeom>
          <a:solidFill>
            <a:srgbClr val="007A8A">
              <a:alpha val="16000"/>
            </a:srgb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600085-5FB5-F7B8-ED5B-DC31F6BB4D03}"/>
              </a:ext>
            </a:extLst>
          </p:cNvPr>
          <p:cNvSpPr txBox="1"/>
          <p:nvPr/>
        </p:nvSpPr>
        <p:spPr>
          <a:xfrm>
            <a:off x="889000" y="4013200"/>
            <a:ext cx="254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000" b="1">
                <a:solidFill>
                  <a:srgbClr val="007A8A"/>
                </a:solidFill>
                <a:latin typeface="Aptos" panose="020B0004020202020204" pitchFamily="34" charset="0"/>
              </a:rPr>
              <a:t>NO STALE APPROVAL</a:t>
            </a:r>
            <a:endParaRPr lang="en-CA" sz="1000" b="1" dirty="0" err="1">
              <a:solidFill>
                <a:srgbClr val="007A8A"/>
              </a:solidFill>
              <a:latin typeface="Aptos" panose="020B000402020202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080C68B-8009-8D3C-212F-7E4F1565FFB1}"/>
              </a:ext>
            </a:extLst>
          </p:cNvPr>
          <p:cNvSpPr/>
          <p:nvPr/>
        </p:nvSpPr>
        <p:spPr bwMode="auto">
          <a:xfrm>
            <a:off x="889000" y="4470400"/>
            <a:ext cx="3175000" cy="355600"/>
          </a:xfrm>
          <a:prstGeom prst="roundRect">
            <a:avLst/>
          </a:prstGeom>
          <a:solidFill>
            <a:srgbClr val="007A8A">
              <a:alpha val="16000"/>
            </a:srgb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94D539-4699-AD8F-1262-5DC2CA2E9479}"/>
              </a:ext>
            </a:extLst>
          </p:cNvPr>
          <p:cNvSpPr txBox="1"/>
          <p:nvPr/>
        </p:nvSpPr>
        <p:spPr>
          <a:xfrm>
            <a:off x="889000" y="4546600"/>
            <a:ext cx="317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000" b="1">
                <a:solidFill>
                  <a:srgbClr val="007A8A"/>
                </a:solidFill>
                <a:latin typeface="Aptos" panose="020B0004020202020204" pitchFamily="34" charset="0"/>
              </a:rPr>
              <a:t>NO SILENT PRIVILEGE EXPANSION</a:t>
            </a:r>
            <a:endParaRPr lang="en-CA" sz="1000" b="1" dirty="0" err="1">
              <a:solidFill>
                <a:srgbClr val="007A8A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6367068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DB2EF20-BA83-382A-38A2-0DA839FB32EC}"/>
              </a:ext>
            </a:extLst>
          </p:cNvPr>
          <p:cNvSpPr txBox="1"/>
          <p:nvPr/>
        </p:nvSpPr>
        <p:spPr>
          <a:xfrm>
            <a:off x="609600" y="215900"/>
            <a:ext cx="825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900" b="1">
                <a:solidFill>
                  <a:srgbClr val="0075B8"/>
                </a:solidFill>
                <a:latin typeface="Aptos" panose="020B0004020202020204" pitchFamily="34" charset="0"/>
              </a:rPr>
              <a:t>STATIC GUARANTEES</a:t>
            </a:r>
            <a:endParaRPr lang="en-CA" sz="9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36E533-19F0-BEC7-D3A4-BDEB0CC4353F}"/>
              </a:ext>
            </a:extLst>
          </p:cNvPr>
          <p:cNvSpPr txBox="1"/>
          <p:nvPr/>
        </p:nvSpPr>
        <p:spPr>
          <a:xfrm>
            <a:off x="609600" y="482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2800" b="1">
                <a:solidFill>
                  <a:srgbClr val="071426"/>
                </a:solidFill>
                <a:latin typeface="Aptos" panose="020B0004020202020204" pitchFamily="34" charset="0"/>
              </a:rPr>
              <a:t>Prove safety before execution</a:t>
            </a:r>
            <a:endParaRPr lang="en-CA" sz="28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0F6401-B1D0-DD04-A593-12B9FEF8EA46}"/>
              </a:ext>
            </a:extLst>
          </p:cNvPr>
          <p:cNvSpPr txBox="1"/>
          <p:nvPr/>
        </p:nvSpPr>
        <p:spPr>
          <a:xfrm>
            <a:off x="11201400" y="6464300"/>
            <a:ext cx="381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CA" sz="800">
                <a:solidFill>
                  <a:srgbClr val="4D5966"/>
                </a:solidFill>
                <a:latin typeface="Aptos" panose="020B0004020202020204" pitchFamily="34" charset="0"/>
              </a:rPr>
              <a:t>13</a:t>
            </a:r>
            <a:endParaRPr lang="en-CA" sz="800" dirty="0" err="1">
              <a:solidFill>
                <a:srgbClr val="4D5966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1559B11-9D6C-CAFF-33C7-D9FB4D259D3D}"/>
              </a:ext>
            </a:extLst>
          </p:cNvPr>
          <p:cNvSpPr/>
          <p:nvPr/>
        </p:nvSpPr>
        <p:spPr bwMode="auto">
          <a:xfrm>
            <a:off x="698500" y="1968500"/>
            <a:ext cx="3175000" cy="15875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602FA2-3A54-2B67-E55F-456464D7DC83}"/>
              </a:ext>
            </a:extLst>
          </p:cNvPr>
          <p:cNvSpPr/>
          <p:nvPr/>
        </p:nvSpPr>
        <p:spPr bwMode="auto">
          <a:xfrm>
            <a:off x="698500" y="1968500"/>
            <a:ext cx="63500" cy="1587500"/>
          </a:xfrm>
          <a:prstGeom prst="rect">
            <a:avLst/>
          </a:prstGeom>
          <a:solidFill>
            <a:srgbClr val="C0303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9E29D9-ADF3-0B64-CAA6-841E68878799}"/>
              </a:ext>
            </a:extLst>
          </p:cNvPr>
          <p:cNvSpPr txBox="1"/>
          <p:nvPr/>
        </p:nvSpPr>
        <p:spPr>
          <a:xfrm>
            <a:off x="927100" y="2159000"/>
            <a:ext cx="279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600" b="1">
                <a:solidFill>
                  <a:srgbClr val="C03030"/>
                </a:solidFill>
                <a:latin typeface="Aptos" panose="020B0004020202020204" pitchFamily="34" charset="0"/>
              </a:rPr>
              <a:t>FORBID</a:t>
            </a:r>
            <a:endParaRPr lang="en-CA" sz="1600" b="1" dirty="0" err="1">
              <a:solidFill>
                <a:srgbClr val="C03030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96AB95-06D8-9D57-5050-8D51CA4CEDE2}"/>
              </a:ext>
            </a:extLst>
          </p:cNvPr>
          <p:cNvSpPr txBox="1"/>
          <p:nvPr/>
        </p:nvSpPr>
        <p:spPr>
          <a:xfrm>
            <a:off x="927100" y="2603500"/>
            <a:ext cx="2794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071426"/>
                </a:solidFill>
                <a:latin typeface="Aptos" panose="020B0004020202020204" pitchFamily="34" charset="0"/>
              </a:rPr>
              <a:t>file.delete can never execute</a:t>
            </a:r>
            <a:endParaRPr lang="en-CA" sz="13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927D750-4825-3FD1-9C3D-07E61F9599AB}"/>
              </a:ext>
            </a:extLst>
          </p:cNvPr>
          <p:cNvSpPr/>
          <p:nvPr/>
        </p:nvSpPr>
        <p:spPr bwMode="auto">
          <a:xfrm>
            <a:off x="4508500" y="1968500"/>
            <a:ext cx="3175000" cy="15875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B0905E-1312-2358-16AA-1694CF39DB92}"/>
              </a:ext>
            </a:extLst>
          </p:cNvPr>
          <p:cNvSpPr/>
          <p:nvPr/>
        </p:nvSpPr>
        <p:spPr bwMode="auto">
          <a:xfrm>
            <a:off x="4508500" y="1968500"/>
            <a:ext cx="63500" cy="1587500"/>
          </a:xfrm>
          <a:prstGeom prst="rect">
            <a:avLst/>
          </a:prstGeom>
          <a:solidFill>
            <a:srgbClr val="E09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72B50B-7937-C208-18B2-CA7CE6F79D3E}"/>
              </a:ext>
            </a:extLst>
          </p:cNvPr>
          <p:cNvSpPr txBox="1"/>
          <p:nvPr/>
        </p:nvSpPr>
        <p:spPr>
          <a:xfrm>
            <a:off x="4737100" y="2159000"/>
            <a:ext cx="279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600" b="1">
                <a:solidFill>
                  <a:srgbClr val="E09000"/>
                </a:solidFill>
                <a:latin typeface="Aptos" panose="020B0004020202020204" pitchFamily="34" charset="0"/>
              </a:rPr>
              <a:t>REQUIRE APPROVAL</a:t>
            </a:r>
            <a:endParaRPr lang="en-CA" sz="1600" b="1" dirty="0" err="1">
              <a:solidFill>
                <a:srgbClr val="E09000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6EE9EE-6781-64AF-42F3-0FE88F37E753}"/>
              </a:ext>
            </a:extLst>
          </p:cNvPr>
          <p:cNvSpPr txBox="1"/>
          <p:nvPr/>
        </p:nvSpPr>
        <p:spPr>
          <a:xfrm>
            <a:off x="4737100" y="2603500"/>
            <a:ext cx="2794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300">
                <a:solidFill>
                  <a:srgbClr val="071426"/>
                </a:solidFill>
                <a:latin typeface="Aptos" panose="020B0004020202020204" pitchFamily="34" charset="0"/>
              </a:rPr>
              <a:t>payment.send never auto-executes</a:t>
            </a:r>
            <a:endParaRPr lang="en-CA" sz="13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611B7CD-8294-7FD6-4A54-0BB931799A09}"/>
              </a:ext>
            </a:extLst>
          </p:cNvPr>
          <p:cNvSpPr/>
          <p:nvPr/>
        </p:nvSpPr>
        <p:spPr bwMode="auto">
          <a:xfrm>
            <a:off x="8318500" y="1968500"/>
            <a:ext cx="3175000" cy="15875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FA1E36-561B-3614-58AE-E146F37115EB}"/>
              </a:ext>
            </a:extLst>
          </p:cNvPr>
          <p:cNvSpPr/>
          <p:nvPr/>
        </p:nvSpPr>
        <p:spPr bwMode="auto">
          <a:xfrm>
            <a:off x="8318500" y="1968500"/>
            <a:ext cx="63500" cy="1587500"/>
          </a:xfrm>
          <a:prstGeom prst="rect">
            <a:avLst/>
          </a:prstGeom>
          <a:solidFill>
            <a:srgbClr val="007A8A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5ABFA5-68D2-AA63-941B-CD6A12D7C05D}"/>
              </a:ext>
            </a:extLst>
          </p:cNvPr>
          <p:cNvSpPr txBox="1"/>
          <p:nvPr/>
        </p:nvSpPr>
        <p:spPr>
          <a:xfrm>
            <a:off x="8547100" y="2159000"/>
            <a:ext cx="279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600" b="1">
                <a:solidFill>
                  <a:srgbClr val="007A8A"/>
                </a:solidFill>
                <a:latin typeface="Aptos" panose="020B0004020202020204" pitchFamily="34" charset="0"/>
              </a:rPr>
              <a:t>CONFINE</a:t>
            </a:r>
            <a:endParaRPr lang="en-CA" sz="1600" b="1" dirty="0" err="1">
              <a:solidFill>
                <a:srgbClr val="007A8A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DBF888-01A0-F544-B195-DD02D39A0D8E}"/>
              </a:ext>
            </a:extLst>
          </p:cNvPr>
          <p:cNvSpPr txBox="1"/>
          <p:nvPr/>
        </p:nvSpPr>
        <p:spPr>
          <a:xfrm>
            <a:off x="8547100" y="2603500"/>
            <a:ext cx="2794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300">
                <a:solidFill>
                  <a:srgbClr val="071426"/>
                </a:solidFill>
                <a:latin typeface="Aptos" panose="020B0004020202020204" pitchFamily="34" charset="0"/>
              </a:rPr>
              <a:t>file.write stays inside reports/</a:t>
            </a:r>
            <a:endParaRPr lang="en-CA" sz="13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8DC72CB-3120-B441-137E-C9F8B12431C1}"/>
              </a:ext>
            </a:extLst>
          </p:cNvPr>
          <p:cNvSpPr/>
          <p:nvPr/>
        </p:nvSpPr>
        <p:spPr bwMode="auto">
          <a:xfrm>
            <a:off x="1397000" y="4406900"/>
            <a:ext cx="101600" cy="101600"/>
          </a:xfrm>
          <a:prstGeom prst="ellipse">
            <a:avLst/>
          </a:prstGeom>
          <a:solidFill>
            <a:srgbClr val="0075B8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479067-0314-C3E9-D6CB-DABD5437E737}"/>
              </a:ext>
            </a:extLst>
          </p:cNvPr>
          <p:cNvSpPr txBox="1"/>
          <p:nvPr/>
        </p:nvSpPr>
        <p:spPr>
          <a:xfrm>
            <a:off x="1651000" y="4318000"/>
            <a:ext cx="9017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071426"/>
                </a:solidFill>
                <a:latin typeface="Aptos" panose="020B0004020202020204" pitchFamily="34" charset="0"/>
              </a:rPr>
              <a:t>Proof applies to every attenuated child agent</a:t>
            </a:r>
            <a:endParaRPr lang="en-CA" sz="17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864236E-7B9E-7CF8-4C91-780685851B17}"/>
              </a:ext>
            </a:extLst>
          </p:cNvPr>
          <p:cNvSpPr/>
          <p:nvPr/>
        </p:nvSpPr>
        <p:spPr bwMode="auto">
          <a:xfrm>
            <a:off x="1397000" y="5016500"/>
            <a:ext cx="101600" cy="101600"/>
          </a:xfrm>
          <a:prstGeom prst="ellipse">
            <a:avLst/>
          </a:prstGeom>
          <a:solidFill>
            <a:srgbClr val="0075B8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B2BE90-35F6-83AD-217A-47456315BD00}"/>
              </a:ext>
            </a:extLst>
          </p:cNvPr>
          <p:cNvSpPr txBox="1"/>
          <p:nvPr/>
        </p:nvSpPr>
        <p:spPr>
          <a:xfrm>
            <a:off x="1651000" y="4927600"/>
            <a:ext cx="9017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071426"/>
                </a:solidFill>
                <a:latin typeface="Aptos" panose="020B0004020202020204" pitchFamily="34" charset="0"/>
              </a:rPr>
              <a:t>Failure returns a concrete counterexample</a:t>
            </a:r>
            <a:endParaRPr lang="en-CA" sz="17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34D3966-9C10-0764-3740-6A65B6CA9047}"/>
              </a:ext>
            </a:extLst>
          </p:cNvPr>
          <p:cNvSpPr/>
          <p:nvPr/>
        </p:nvSpPr>
        <p:spPr bwMode="auto">
          <a:xfrm>
            <a:off x="1397000" y="5626100"/>
            <a:ext cx="101600" cy="101600"/>
          </a:xfrm>
          <a:prstGeom prst="ellipse">
            <a:avLst/>
          </a:prstGeom>
          <a:solidFill>
            <a:srgbClr val="0075B8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297A4D3-D153-D688-3F74-150D23E1DD46}"/>
              </a:ext>
            </a:extLst>
          </p:cNvPr>
          <p:cNvSpPr txBox="1"/>
          <p:nvPr/>
        </p:nvSpPr>
        <p:spPr>
          <a:xfrm>
            <a:off x="1651000" y="5537200"/>
            <a:ext cx="9017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071426"/>
                </a:solidFill>
                <a:latin typeface="Aptos" panose="020B0004020202020204" pitchFamily="34" charset="0"/>
              </a:rPr>
              <a:t>Compilation fails closed when an invariant does not hold</a:t>
            </a:r>
            <a:endParaRPr lang="en-CA" sz="17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A7DAC3-2B13-ACB3-33C7-A1520A505E50}"/>
              </a:ext>
            </a:extLst>
          </p:cNvPr>
          <p:cNvSpPr txBox="1"/>
          <p:nvPr/>
        </p:nvSpPr>
        <p:spPr>
          <a:xfrm>
            <a:off x="1270000" y="6032500"/>
            <a:ext cx="965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600" b="1">
                <a:solidFill>
                  <a:srgbClr val="0075B8"/>
                </a:solidFill>
                <a:latin typeface="Aptos" panose="020B0004020202020204" pitchFamily="34" charset="0"/>
              </a:rPr>
              <a:t>Not a model promising good behavior - a control plane proving a boundary.</a:t>
            </a:r>
            <a:endParaRPr lang="en-CA" sz="16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1618281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0B7ACA-F569-8059-5E99-84FC91E91DC7}"/>
              </a:ext>
            </a:extLst>
          </p:cNvPr>
          <p:cNvSpPr txBox="1"/>
          <p:nvPr/>
        </p:nvSpPr>
        <p:spPr>
          <a:xfrm>
            <a:off x="609600" y="215900"/>
            <a:ext cx="825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900" b="1">
                <a:solidFill>
                  <a:srgbClr val="0075B8"/>
                </a:solidFill>
                <a:latin typeface="Aptos" panose="020B0004020202020204" pitchFamily="34" charset="0"/>
              </a:rPr>
              <a:t>GOVERNED ORCHESTRATION</a:t>
            </a:r>
            <a:endParaRPr lang="en-CA" sz="9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F3C432-96FC-3477-346D-0469AA94E024}"/>
              </a:ext>
            </a:extLst>
          </p:cNvPr>
          <p:cNvSpPr txBox="1"/>
          <p:nvPr/>
        </p:nvSpPr>
        <p:spPr>
          <a:xfrm>
            <a:off x="609600" y="482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71426"/>
                </a:solidFill>
                <a:latin typeface="Aptos" panose="020B0004020202020204" pitchFamily="34" charset="0"/>
              </a:rPr>
              <a:t>Multi-agent work - without authority sprawl</a:t>
            </a:r>
            <a:endParaRPr lang="en-CA" sz="28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162FE2-6B3C-96C7-8735-93D024768271}"/>
              </a:ext>
            </a:extLst>
          </p:cNvPr>
          <p:cNvSpPr txBox="1"/>
          <p:nvPr/>
        </p:nvSpPr>
        <p:spPr>
          <a:xfrm>
            <a:off x="11201400" y="6464300"/>
            <a:ext cx="381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CA" sz="800">
                <a:solidFill>
                  <a:srgbClr val="4D5966"/>
                </a:solidFill>
                <a:latin typeface="Aptos" panose="020B0004020202020204" pitchFamily="34" charset="0"/>
              </a:rPr>
              <a:t>14</a:t>
            </a:r>
            <a:endParaRPr lang="en-CA" sz="800" dirty="0" err="1">
              <a:solidFill>
                <a:srgbClr val="4D5966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E908454-2F91-CA3D-01C8-8174AC3539BD}"/>
              </a:ext>
            </a:extLst>
          </p:cNvPr>
          <p:cNvSpPr/>
          <p:nvPr/>
        </p:nvSpPr>
        <p:spPr bwMode="auto">
          <a:xfrm>
            <a:off x="4445000" y="1714500"/>
            <a:ext cx="3302000" cy="8255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7EA94B-DEE2-947C-16F3-CE2942FD621D}"/>
              </a:ext>
            </a:extLst>
          </p:cNvPr>
          <p:cNvSpPr txBox="1"/>
          <p:nvPr/>
        </p:nvSpPr>
        <p:spPr>
          <a:xfrm>
            <a:off x="4445000" y="1993900"/>
            <a:ext cx="3302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400" b="1">
                <a:solidFill>
                  <a:srgbClr val="E09000"/>
                </a:solidFill>
                <a:latin typeface="Aptos" panose="020B0004020202020204" pitchFamily="34" charset="0"/>
              </a:rPr>
              <a:t>SUPERVISOR</a:t>
            </a:r>
            <a:endParaRPr lang="en-CA" sz="1400" b="1" dirty="0" err="1">
              <a:solidFill>
                <a:srgbClr val="E09000"/>
              </a:solidFill>
              <a:latin typeface="Aptos" panose="020B0004020202020204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A26739-B70A-CE13-E293-45D377DB2E17}"/>
              </a:ext>
            </a:extLst>
          </p:cNvPr>
          <p:cNvCxnSpPr/>
          <p:nvPr/>
        </p:nvCxnSpPr>
        <p:spPr>
          <a:xfrm flipH="1">
            <a:off x="1778000" y="2540000"/>
            <a:ext cx="4318000" cy="762000"/>
          </a:xfrm>
          <a:prstGeom prst="line">
            <a:avLst/>
          </a:prstGeom>
          <a:ln w="25400">
            <a:solidFill>
              <a:srgbClr val="ACC7DF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E8FBAEC-BFA3-D3B9-0038-0408A857867B}"/>
              </a:ext>
            </a:extLst>
          </p:cNvPr>
          <p:cNvSpPr/>
          <p:nvPr/>
        </p:nvSpPr>
        <p:spPr bwMode="auto">
          <a:xfrm>
            <a:off x="571500" y="3302000"/>
            <a:ext cx="2413000" cy="13335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3FF8CA-983C-CD24-FD24-D9DA3D8E0E80}"/>
              </a:ext>
            </a:extLst>
          </p:cNvPr>
          <p:cNvSpPr txBox="1"/>
          <p:nvPr/>
        </p:nvSpPr>
        <p:spPr>
          <a:xfrm>
            <a:off x="571500" y="3568700"/>
            <a:ext cx="241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300" b="1">
                <a:solidFill>
                  <a:srgbClr val="0075B8"/>
                </a:solidFill>
                <a:latin typeface="Aptos" panose="020B0004020202020204" pitchFamily="34" charset="0"/>
              </a:rPr>
              <a:t>RESEARCHER</a:t>
            </a:r>
            <a:endParaRPr lang="en-CA" sz="13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20BD93-64EF-0763-98F8-BABD977AF6FA}"/>
              </a:ext>
            </a:extLst>
          </p:cNvPr>
          <p:cNvSpPr txBox="1"/>
          <p:nvPr/>
        </p:nvSpPr>
        <p:spPr>
          <a:xfrm>
            <a:off x="698500" y="4000500"/>
            <a:ext cx="2159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100">
                <a:solidFill>
                  <a:srgbClr val="071426"/>
                </a:solidFill>
                <a:latin typeface="Aptos" panose="020B0004020202020204" pitchFamily="34" charset="0"/>
              </a:rPr>
              <a:t>read-only</a:t>
            </a:r>
            <a:endParaRPr lang="en-CA" sz="11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A35F222-2028-3B29-8272-81DD26FC31B3}"/>
              </a:ext>
            </a:extLst>
          </p:cNvPr>
          <p:cNvCxnSpPr/>
          <p:nvPr/>
        </p:nvCxnSpPr>
        <p:spPr>
          <a:xfrm flipH="1">
            <a:off x="4635500" y="2540000"/>
            <a:ext cx="1460500" cy="762000"/>
          </a:xfrm>
          <a:prstGeom prst="line">
            <a:avLst/>
          </a:prstGeom>
          <a:ln w="25400">
            <a:solidFill>
              <a:srgbClr val="ACC7DF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229D11E-1BB7-FD0B-ED36-200AE28E4BD9}"/>
              </a:ext>
            </a:extLst>
          </p:cNvPr>
          <p:cNvSpPr/>
          <p:nvPr/>
        </p:nvSpPr>
        <p:spPr bwMode="auto">
          <a:xfrm>
            <a:off x="3429000" y="3302000"/>
            <a:ext cx="2413000" cy="13335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B0E15B-0C19-5E61-A470-0CDD4D9E15B7}"/>
              </a:ext>
            </a:extLst>
          </p:cNvPr>
          <p:cNvSpPr txBox="1"/>
          <p:nvPr/>
        </p:nvSpPr>
        <p:spPr>
          <a:xfrm>
            <a:off x="3429000" y="3568700"/>
            <a:ext cx="241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300" b="1">
                <a:solidFill>
                  <a:srgbClr val="0075B8"/>
                </a:solidFill>
                <a:latin typeface="Aptos" panose="020B0004020202020204" pitchFamily="34" charset="0"/>
              </a:rPr>
              <a:t>ANALYST</a:t>
            </a:r>
            <a:endParaRPr lang="en-CA" sz="13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948B95-DFAD-9FED-8B99-DEC386B46656}"/>
              </a:ext>
            </a:extLst>
          </p:cNvPr>
          <p:cNvSpPr txBox="1"/>
          <p:nvPr/>
        </p:nvSpPr>
        <p:spPr>
          <a:xfrm>
            <a:off x="3556000" y="4000500"/>
            <a:ext cx="2159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100">
                <a:solidFill>
                  <a:srgbClr val="071426"/>
                </a:solidFill>
                <a:latin typeface="Aptos" panose="020B0004020202020204" pitchFamily="34" charset="0"/>
              </a:rPr>
              <a:t>read + governed models</a:t>
            </a:r>
            <a:endParaRPr lang="en-CA" sz="11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9989479-305D-C0EA-4CF5-DF5B3F6DE8FA}"/>
              </a:ext>
            </a:extLst>
          </p:cNvPr>
          <p:cNvCxnSpPr/>
          <p:nvPr/>
        </p:nvCxnSpPr>
        <p:spPr>
          <a:xfrm>
            <a:off x="6096000" y="2540000"/>
            <a:ext cx="1397000" cy="762000"/>
          </a:xfrm>
          <a:prstGeom prst="line">
            <a:avLst/>
          </a:prstGeom>
          <a:ln w="25400">
            <a:solidFill>
              <a:srgbClr val="ACC7DF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062F508-D107-3554-B1DF-CC33E82F506A}"/>
              </a:ext>
            </a:extLst>
          </p:cNvPr>
          <p:cNvSpPr/>
          <p:nvPr/>
        </p:nvSpPr>
        <p:spPr bwMode="auto">
          <a:xfrm>
            <a:off x="6286500" y="3302000"/>
            <a:ext cx="2413000" cy="13335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1B41CF-5976-5DCC-4C9D-86B6E2ECBB3C}"/>
              </a:ext>
            </a:extLst>
          </p:cNvPr>
          <p:cNvSpPr txBox="1"/>
          <p:nvPr/>
        </p:nvSpPr>
        <p:spPr>
          <a:xfrm>
            <a:off x="6286500" y="3568700"/>
            <a:ext cx="241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300" b="1">
                <a:solidFill>
                  <a:srgbClr val="0075B8"/>
                </a:solidFill>
                <a:latin typeface="Aptos" panose="020B0004020202020204" pitchFamily="34" charset="0"/>
              </a:rPr>
              <a:t>REVIEWER</a:t>
            </a:r>
            <a:endParaRPr lang="en-CA" sz="13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B984D8D-97A1-0F66-68C0-25D2368655A1}"/>
              </a:ext>
            </a:extLst>
          </p:cNvPr>
          <p:cNvSpPr txBox="1"/>
          <p:nvPr/>
        </p:nvSpPr>
        <p:spPr>
          <a:xfrm>
            <a:off x="6413500" y="4000500"/>
            <a:ext cx="2159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100">
                <a:solidFill>
                  <a:srgbClr val="071426"/>
                </a:solidFill>
                <a:latin typeface="Aptos" panose="020B0004020202020204" pitchFamily="34" charset="0"/>
              </a:rPr>
              <a:t>policy checks</a:t>
            </a:r>
            <a:endParaRPr lang="en-CA" sz="11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A3FA0A2-EED1-9E7B-EA70-D0298E9F550E}"/>
              </a:ext>
            </a:extLst>
          </p:cNvPr>
          <p:cNvCxnSpPr/>
          <p:nvPr/>
        </p:nvCxnSpPr>
        <p:spPr>
          <a:xfrm>
            <a:off x="6096000" y="2540000"/>
            <a:ext cx="4254500" cy="762000"/>
          </a:xfrm>
          <a:prstGeom prst="line">
            <a:avLst/>
          </a:prstGeom>
          <a:ln w="25400">
            <a:solidFill>
              <a:srgbClr val="ACC7DF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FC84660-E2C2-F55D-4277-D62C1BEBF690}"/>
              </a:ext>
            </a:extLst>
          </p:cNvPr>
          <p:cNvSpPr/>
          <p:nvPr/>
        </p:nvSpPr>
        <p:spPr bwMode="auto">
          <a:xfrm>
            <a:off x="9144000" y="3302000"/>
            <a:ext cx="2413000" cy="13335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F16AB7-BFC5-3798-D8F2-3ACBAF7C04BB}"/>
              </a:ext>
            </a:extLst>
          </p:cNvPr>
          <p:cNvSpPr txBox="1"/>
          <p:nvPr/>
        </p:nvSpPr>
        <p:spPr>
          <a:xfrm>
            <a:off x="9144000" y="3568700"/>
            <a:ext cx="241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300" b="1">
                <a:solidFill>
                  <a:srgbClr val="0075B8"/>
                </a:solidFill>
                <a:latin typeface="Aptos" panose="020B0004020202020204" pitchFamily="34" charset="0"/>
              </a:rPr>
              <a:t>WRITER</a:t>
            </a:r>
            <a:endParaRPr lang="en-CA" sz="13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E8549B-0577-0A14-BDAD-72606987FF75}"/>
              </a:ext>
            </a:extLst>
          </p:cNvPr>
          <p:cNvSpPr txBox="1"/>
          <p:nvPr/>
        </p:nvSpPr>
        <p:spPr>
          <a:xfrm>
            <a:off x="9271000" y="4000500"/>
            <a:ext cx="2159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100">
                <a:solidFill>
                  <a:srgbClr val="071426"/>
                </a:solidFill>
                <a:latin typeface="Aptos" panose="020B0004020202020204" pitchFamily="34" charset="0"/>
              </a:rPr>
              <a:t>scoped output</a:t>
            </a:r>
            <a:endParaRPr lang="en-CA" sz="11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2A730D7-8BEF-0FB7-FBEC-6267B38A02AD}"/>
              </a:ext>
            </a:extLst>
          </p:cNvPr>
          <p:cNvSpPr txBox="1"/>
          <p:nvPr/>
        </p:nvSpPr>
        <p:spPr>
          <a:xfrm>
            <a:off x="1016000" y="54610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b="1">
                <a:solidFill>
                  <a:srgbClr val="007A8A"/>
                </a:solidFill>
                <a:latin typeface="Aptos" panose="020B0004020202020204" pitchFamily="34" charset="0"/>
              </a:rPr>
              <a:t>Least privilege | isolated tools | parallel waves | unified audit chain</a:t>
            </a:r>
            <a:endParaRPr lang="en-CA" b="1" dirty="0" err="1">
              <a:solidFill>
                <a:srgbClr val="007A8A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6263673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3134E81-0CEC-6683-9D34-065FE76C7EA0}"/>
              </a:ext>
            </a:extLst>
          </p:cNvPr>
          <p:cNvSpPr txBox="1"/>
          <p:nvPr/>
        </p:nvSpPr>
        <p:spPr>
          <a:xfrm>
            <a:off x="609600" y="215900"/>
            <a:ext cx="825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900" b="1">
                <a:solidFill>
                  <a:srgbClr val="0075B8"/>
                </a:solidFill>
                <a:latin typeface="Aptos" panose="020B0004020202020204" pitchFamily="34" charset="0"/>
              </a:rPr>
              <a:t>AGENT FACTORY</a:t>
            </a:r>
            <a:endParaRPr lang="en-CA" sz="9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422085-E312-DAE3-9CEA-7D2C6E2C65CD}"/>
              </a:ext>
            </a:extLst>
          </p:cNvPr>
          <p:cNvSpPr txBox="1"/>
          <p:nvPr/>
        </p:nvSpPr>
        <p:spPr>
          <a:xfrm>
            <a:off x="609600" y="482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71426"/>
                </a:solidFill>
                <a:latin typeface="Aptos" panose="020B0004020202020204" pitchFamily="34" charset="0"/>
              </a:rPr>
              <a:t>Factory internals: safe specialization at scale</a:t>
            </a:r>
            <a:endParaRPr lang="en-CA" sz="28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704036-30C5-BBA2-1414-3D296A61342B}"/>
              </a:ext>
            </a:extLst>
          </p:cNvPr>
          <p:cNvSpPr txBox="1"/>
          <p:nvPr/>
        </p:nvSpPr>
        <p:spPr>
          <a:xfrm>
            <a:off x="11201400" y="6464300"/>
            <a:ext cx="381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CA" sz="800">
                <a:solidFill>
                  <a:srgbClr val="4D5966"/>
                </a:solidFill>
                <a:latin typeface="Aptos" panose="020B0004020202020204" pitchFamily="34" charset="0"/>
              </a:rPr>
              <a:t>15</a:t>
            </a:r>
            <a:endParaRPr lang="en-CA" sz="800" dirty="0" err="1">
              <a:solidFill>
                <a:srgbClr val="4D5966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0A8E311-695F-B13B-8615-57F926BD1F2B}"/>
              </a:ext>
            </a:extLst>
          </p:cNvPr>
          <p:cNvSpPr/>
          <p:nvPr/>
        </p:nvSpPr>
        <p:spPr bwMode="auto">
          <a:xfrm>
            <a:off x="1079500" y="1587500"/>
            <a:ext cx="431800" cy="381000"/>
          </a:xfrm>
          <a:prstGeom prst="roundRect">
            <a:avLst/>
          </a:prstGeom>
          <a:solidFill>
            <a:srgbClr val="0075B8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2E35A6-64EB-696D-4D8A-49C03172D3E2}"/>
              </a:ext>
            </a:extLst>
          </p:cNvPr>
          <p:cNvSpPr txBox="1"/>
          <p:nvPr/>
        </p:nvSpPr>
        <p:spPr>
          <a:xfrm>
            <a:off x="1079500" y="1676400"/>
            <a:ext cx="4318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900" b="1">
                <a:solidFill>
                  <a:srgbClr val="071426"/>
                </a:solidFill>
                <a:latin typeface="Aptos" panose="020B0004020202020204" pitchFamily="34" charset="0"/>
              </a:rPr>
              <a:t>1</a:t>
            </a:r>
            <a:endParaRPr lang="en-CA" sz="9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B9F0B9-AD30-9C83-94BE-135810D46E5C}"/>
              </a:ext>
            </a:extLst>
          </p:cNvPr>
          <p:cNvSpPr txBox="1"/>
          <p:nvPr/>
        </p:nvSpPr>
        <p:spPr>
          <a:xfrm>
            <a:off x="1778000" y="1651000"/>
            <a:ext cx="889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300">
                <a:solidFill>
                  <a:srgbClr val="071426"/>
                </a:solidFill>
                <a:latin typeface="Aptos" panose="020B0004020202020204" pitchFamily="34" charset="0"/>
              </a:rPr>
              <a:t>Finance requirement</a:t>
            </a:r>
            <a:endParaRPr lang="en-CA" sz="13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A4E33AD-F3AD-30DE-E2DA-B1F1A066FB0B}"/>
              </a:ext>
            </a:extLst>
          </p:cNvPr>
          <p:cNvSpPr/>
          <p:nvPr/>
        </p:nvSpPr>
        <p:spPr bwMode="auto">
          <a:xfrm>
            <a:off x="1079500" y="2159000"/>
            <a:ext cx="431800" cy="381000"/>
          </a:xfrm>
          <a:prstGeom prst="roundRect">
            <a:avLst/>
          </a:prstGeom>
          <a:solidFill>
            <a:srgbClr val="0075B8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D4838A-C774-F663-95DC-58100B866B37}"/>
              </a:ext>
            </a:extLst>
          </p:cNvPr>
          <p:cNvSpPr txBox="1"/>
          <p:nvPr/>
        </p:nvSpPr>
        <p:spPr>
          <a:xfrm>
            <a:off x="1079500" y="2247900"/>
            <a:ext cx="4318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900" b="1">
                <a:solidFill>
                  <a:srgbClr val="071426"/>
                </a:solidFill>
                <a:latin typeface="Aptos" panose="020B0004020202020204" pitchFamily="34" charset="0"/>
              </a:rPr>
              <a:t>2</a:t>
            </a:r>
            <a:endParaRPr lang="en-CA" sz="9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3A0EC7-FF9C-01D2-458E-254AD56B3A89}"/>
              </a:ext>
            </a:extLst>
          </p:cNvPr>
          <p:cNvSpPr txBox="1"/>
          <p:nvPr/>
        </p:nvSpPr>
        <p:spPr>
          <a:xfrm>
            <a:off x="1778000" y="2222500"/>
            <a:ext cx="889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300">
                <a:solidFill>
                  <a:srgbClr val="071426"/>
                </a:solidFill>
                <a:latin typeface="Aptos" panose="020B0004020202020204" pitchFamily="34" charset="0"/>
              </a:rPr>
              <a:t>Select Finance DomainPack</a:t>
            </a:r>
            <a:endParaRPr lang="en-CA" sz="13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306814C-0A81-8BF9-1501-E1BB489177D9}"/>
              </a:ext>
            </a:extLst>
          </p:cNvPr>
          <p:cNvSpPr/>
          <p:nvPr/>
        </p:nvSpPr>
        <p:spPr bwMode="auto">
          <a:xfrm>
            <a:off x="1079500" y="2730500"/>
            <a:ext cx="431800" cy="381000"/>
          </a:xfrm>
          <a:prstGeom prst="roundRect">
            <a:avLst/>
          </a:prstGeom>
          <a:solidFill>
            <a:srgbClr val="0075B8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D31FAE-324C-C50A-9EF0-A3C740C5C8B3}"/>
              </a:ext>
            </a:extLst>
          </p:cNvPr>
          <p:cNvSpPr txBox="1"/>
          <p:nvPr/>
        </p:nvSpPr>
        <p:spPr>
          <a:xfrm>
            <a:off x="1079500" y="2819400"/>
            <a:ext cx="4318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900" b="1">
                <a:solidFill>
                  <a:srgbClr val="071426"/>
                </a:solidFill>
                <a:latin typeface="Aptos" panose="020B0004020202020204" pitchFamily="34" charset="0"/>
              </a:rPr>
              <a:t>3</a:t>
            </a:r>
            <a:endParaRPr lang="en-CA" sz="9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44A0C2-81EB-1A60-38A9-8D6F12496E9E}"/>
              </a:ext>
            </a:extLst>
          </p:cNvPr>
          <p:cNvSpPr txBox="1"/>
          <p:nvPr/>
        </p:nvSpPr>
        <p:spPr>
          <a:xfrm>
            <a:off x="1778000" y="2794000"/>
            <a:ext cx="889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300">
                <a:solidFill>
                  <a:srgbClr val="071426"/>
                </a:solidFill>
                <a:latin typeface="Aptos" panose="020B0004020202020204" pitchFamily="34" charset="0"/>
              </a:rPr>
              <a:t>Resolve versioned AgentBlueprint</a:t>
            </a:r>
            <a:endParaRPr lang="en-CA" sz="13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922F6D6-0EC0-C23C-9360-7C097DDCA05A}"/>
              </a:ext>
            </a:extLst>
          </p:cNvPr>
          <p:cNvSpPr/>
          <p:nvPr/>
        </p:nvSpPr>
        <p:spPr bwMode="auto">
          <a:xfrm>
            <a:off x="1079500" y="3302000"/>
            <a:ext cx="431800" cy="381000"/>
          </a:xfrm>
          <a:prstGeom prst="roundRect">
            <a:avLst/>
          </a:prstGeom>
          <a:solidFill>
            <a:srgbClr val="0075B8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9940BF-7559-50CD-76FD-C1389C44C67C}"/>
              </a:ext>
            </a:extLst>
          </p:cNvPr>
          <p:cNvSpPr txBox="1"/>
          <p:nvPr/>
        </p:nvSpPr>
        <p:spPr>
          <a:xfrm>
            <a:off x="1079500" y="3390900"/>
            <a:ext cx="4318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900" b="1">
                <a:solidFill>
                  <a:srgbClr val="071426"/>
                </a:solidFill>
                <a:latin typeface="Aptos" panose="020B0004020202020204" pitchFamily="34" charset="0"/>
              </a:rPr>
              <a:t>4</a:t>
            </a:r>
            <a:endParaRPr lang="en-CA" sz="9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28D6BF-0DE7-CCC5-B04F-A4F5E90604BE}"/>
              </a:ext>
            </a:extLst>
          </p:cNvPr>
          <p:cNvSpPr txBox="1"/>
          <p:nvPr/>
        </p:nvSpPr>
        <p:spPr>
          <a:xfrm>
            <a:off x="1778000" y="3365500"/>
            <a:ext cx="889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071426"/>
                </a:solidFill>
                <a:latin typeface="Aptos" panose="020B0004020202020204" pitchFamily="34" charset="0"/>
              </a:rPr>
              <a:t>Validate tools + grants + policy + budget</a:t>
            </a:r>
            <a:endParaRPr lang="en-CA" sz="13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F1828FE-839F-1F99-76F9-8B1D5EF04037}"/>
              </a:ext>
            </a:extLst>
          </p:cNvPr>
          <p:cNvSpPr/>
          <p:nvPr/>
        </p:nvSpPr>
        <p:spPr bwMode="auto">
          <a:xfrm>
            <a:off x="1079500" y="3873500"/>
            <a:ext cx="431800" cy="381000"/>
          </a:xfrm>
          <a:prstGeom prst="roundRect">
            <a:avLst/>
          </a:prstGeom>
          <a:solidFill>
            <a:srgbClr val="E09000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92EF81-EFFE-4A85-2012-6ECF05473B19}"/>
              </a:ext>
            </a:extLst>
          </p:cNvPr>
          <p:cNvSpPr txBox="1"/>
          <p:nvPr/>
        </p:nvSpPr>
        <p:spPr>
          <a:xfrm>
            <a:off x="1079500" y="3962400"/>
            <a:ext cx="4318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900" b="1">
                <a:solidFill>
                  <a:srgbClr val="071426"/>
                </a:solidFill>
                <a:latin typeface="Aptos" panose="020B0004020202020204" pitchFamily="34" charset="0"/>
              </a:rPr>
              <a:t>5</a:t>
            </a:r>
            <a:endParaRPr lang="en-CA" sz="9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805626-E28A-8FB7-E5FF-4E4C3A560F10}"/>
              </a:ext>
            </a:extLst>
          </p:cNvPr>
          <p:cNvSpPr txBox="1"/>
          <p:nvPr/>
        </p:nvSpPr>
        <p:spPr>
          <a:xfrm>
            <a:off x="1778000" y="3937000"/>
            <a:ext cx="889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300" b="1">
                <a:solidFill>
                  <a:srgbClr val="071426"/>
                </a:solidFill>
                <a:latin typeface="Aptos" panose="020B0004020202020204" pitchFamily="34" charset="0"/>
              </a:rPr>
              <a:t>Prove mandatory invariants</a:t>
            </a:r>
            <a:endParaRPr lang="en-CA" sz="13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6B1F53C-0292-624B-A6A9-2A492712B45B}"/>
              </a:ext>
            </a:extLst>
          </p:cNvPr>
          <p:cNvSpPr/>
          <p:nvPr/>
        </p:nvSpPr>
        <p:spPr bwMode="auto">
          <a:xfrm>
            <a:off x="1079500" y="4445000"/>
            <a:ext cx="431800" cy="381000"/>
          </a:xfrm>
          <a:prstGeom prst="roundRect">
            <a:avLst/>
          </a:prstGeom>
          <a:solidFill>
            <a:srgbClr val="E09000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549E5F-A5FF-0488-AEF7-F6306F29C1BD}"/>
              </a:ext>
            </a:extLst>
          </p:cNvPr>
          <p:cNvSpPr txBox="1"/>
          <p:nvPr/>
        </p:nvSpPr>
        <p:spPr>
          <a:xfrm>
            <a:off x="1079500" y="4533900"/>
            <a:ext cx="4318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900" b="1">
                <a:solidFill>
                  <a:srgbClr val="071426"/>
                </a:solidFill>
                <a:latin typeface="Aptos" panose="020B0004020202020204" pitchFamily="34" charset="0"/>
              </a:rPr>
              <a:t>6</a:t>
            </a:r>
            <a:endParaRPr lang="en-CA" sz="9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06D999-F5D4-F135-DE91-C33A8A400D12}"/>
              </a:ext>
            </a:extLst>
          </p:cNvPr>
          <p:cNvSpPr txBox="1"/>
          <p:nvPr/>
        </p:nvSpPr>
        <p:spPr>
          <a:xfrm>
            <a:off x="1778000" y="4508500"/>
            <a:ext cx="889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071426"/>
                </a:solidFill>
                <a:latin typeface="Aptos" panose="020B0004020202020204" pitchFamily="34" charset="0"/>
              </a:rPr>
              <a:t>Bind quorum approval to fingerprint</a:t>
            </a:r>
            <a:endParaRPr lang="en-CA" sz="13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5A4202B-D193-13AC-F317-B1695DF428CA}"/>
              </a:ext>
            </a:extLst>
          </p:cNvPr>
          <p:cNvSpPr/>
          <p:nvPr/>
        </p:nvSpPr>
        <p:spPr bwMode="auto">
          <a:xfrm>
            <a:off x="1079500" y="5016500"/>
            <a:ext cx="431800" cy="381000"/>
          </a:xfrm>
          <a:prstGeom prst="roundRect">
            <a:avLst/>
          </a:prstGeom>
          <a:solidFill>
            <a:srgbClr val="E09000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D528F76-75DE-276C-D8BC-9BECD67F3D11}"/>
              </a:ext>
            </a:extLst>
          </p:cNvPr>
          <p:cNvSpPr txBox="1"/>
          <p:nvPr/>
        </p:nvSpPr>
        <p:spPr>
          <a:xfrm>
            <a:off x="1079500" y="5105400"/>
            <a:ext cx="4318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900" b="1">
                <a:solidFill>
                  <a:srgbClr val="071426"/>
                </a:solidFill>
                <a:latin typeface="Aptos" panose="020B0004020202020204" pitchFamily="34" charset="0"/>
              </a:rPr>
              <a:t>7</a:t>
            </a:r>
            <a:endParaRPr lang="en-CA" sz="9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BB6A268-810B-2DFF-73E1-DE5103F212CF}"/>
              </a:ext>
            </a:extLst>
          </p:cNvPr>
          <p:cNvSpPr txBox="1"/>
          <p:nvPr/>
        </p:nvSpPr>
        <p:spPr>
          <a:xfrm>
            <a:off x="1778000" y="5080000"/>
            <a:ext cx="889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300">
                <a:solidFill>
                  <a:srgbClr val="071426"/>
                </a:solidFill>
                <a:latin typeface="Aptos" panose="020B0004020202020204" pitchFamily="34" charset="0"/>
              </a:rPr>
              <a:t>Filter through principal RBAC</a:t>
            </a:r>
            <a:endParaRPr lang="en-CA" sz="13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004A614-8475-A248-8F69-842211C7DB68}"/>
              </a:ext>
            </a:extLst>
          </p:cNvPr>
          <p:cNvSpPr/>
          <p:nvPr/>
        </p:nvSpPr>
        <p:spPr bwMode="auto">
          <a:xfrm>
            <a:off x="1079500" y="5588000"/>
            <a:ext cx="431800" cy="381000"/>
          </a:xfrm>
          <a:prstGeom prst="roundRect">
            <a:avLst/>
          </a:prstGeom>
          <a:solidFill>
            <a:srgbClr val="E09000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00A2D4E-FAC3-3FBF-60D3-CEB675322B51}"/>
              </a:ext>
            </a:extLst>
          </p:cNvPr>
          <p:cNvSpPr txBox="1"/>
          <p:nvPr/>
        </p:nvSpPr>
        <p:spPr>
          <a:xfrm>
            <a:off x="1079500" y="5676900"/>
            <a:ext cx="4318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900" b="1">
                <a:solidFill>
                  <a:srgbClr val="071426"/>
                </a:solidFill>
                <a:latin typeface="Aptos" panose="020B0004020202020204" pitchFamily="34" charset="0"/>
              </a:rPr>
              <a:t>8</a:t>
            </a:r>
            <a:endParaRPr lang="en-CA" sz="9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996786F-D2A8-7A6F-15BD-18DEFA0CD498}"/>
              </a:ext>
            </a:extLst>
          </p:cNvPr>
          <p:cNvSpPr txBox="1"/>
          <p:nvPr/>
        </p:nvSpPr>
        <p:spPr>
          <a:xfrm>
            <a:off x="1778000" y="5651500"/>
            <a:ext cx="889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300">
                <a:solidFill>
                  <a:srgbClr val="071426"/>
                </a:solidFill>
                <a:latin typeface="Aptos" panose="020B0004020202020204" pitchFamily="34" charset="0"/>
              </a:rPr>
              <a:t>Compile, monitor, retire deployment</a:t>
            </a:r>
            <a:endParaRPr lang="en-CA" sz="13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BCE4B70-CC4D-2464-129D-2CC042E6C0FD}"/>
              </a:ext>
            </a:extLst>
          </p:cNvPr>
          <p:cNvSpPr txBox="1"/>
          <p:nvPr/>
        </p:nvSpPr>
        <p:spPr>
          <a:xfrm>
            <a:off x="1651000" y="6096000"/>
            <a:ext cx="889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 b="1">
                <a:solidFill>
                  <a:srgbClr val="007A8A"/>
                </a:solidFill>
                <a:latin typeface="Aptos" panose="020B0004020202020204" pitchFamily="34" charset="0"/>
              </a:rPr>
              <a:t>Scale agents without scaling unreviewed privilege.</a:t>
            </a:r>
            <a:endParaRPr lang="en-CA" sz="1500" b="1" dirty="0" err="1">
              <a:solidFill>
                <a:srgbClr val="007A8A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0957284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594AF7F-5722-654B-16B4-8E0C72B872F8}"/>
              </a:ext>
            </a:extLst>
          </p:cNvPr>
          <p:cNvSpPr txBox="1"/>
          <p:nvPr/>
        </p:nvSpPr>
        <p:spPr>
          <a:xfrm>
            <a:off x="609600" y="215900"/>
            <a:ext cx="825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900" b="1">
                <a:solidFill>
                  <a:srgbClr val="0075B8"/>
                </a:solidFill>
                <a:latin typeface="Aptos" panose="020B0004020202020204" pitchFamily="34" charset="0"/>
              </a:rPr>
              <a:t>PROVABLE OPERATIONS</a:t>
            </a:r>
            <a:endParaRPr lang="en-CA" sz="9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5A5848-1C9A-B13F-4084-21B7EF766DE5}"/>
              </a:ext>
            </a:extLst>
          </p:cNvPr>
          <p:cNvSpPr txBox="1"/>
          <p:nvPr/>
        </p:nvSpPr>
        <p:spPr>
          <a:xfrm>
            <a:off x="609600" y="482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71426"/>
                </a:solidFill>
                <a:latin typeface="Aptos" panose="020B0004020202020204" pitchFamily="34" charset="0"/>
              </a:rPr>
              <a:t>Evidence is part of execution</a:t>
            </a:r>
            <a:endParaRPr lang="en-CA" sz="28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507CBE-1BD6-5999-A20C-9C5F9B8B7272}"/>
              </a:ext>
            </a:extLst>
          </p:cNvPr>
          <p:cNvSpPr txBox="1"/>
          <p:nvPr/>
        </p:nvSpPr>
        <p:spPr>
          <a:xfrm>
            <a:off x="11201400" y="6464300"/>
            <a:ext cx="381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CA" sz="800">
                <a:solidFill>
                  <a:srgbClr val="4D5966"/>
                </a:solidFill>
                <a:latin typeface="Aptos" panose="020B0004020202020204" pitchFamily="34" charset="0"/>
              </a:rPr>
              <a:t>16</a:t>
            </a:r>
            <a:endParaRPr lang="en-CA" sz="800" dirty="0" err="1">
              <a:solidFill>
                <a:srgbClr val="4D5966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5E3A12A-753B-E079-CE58-2E2A90AE1C83}"/>
              </a:ext>
            </a:extLst>
          </p:cNvPr>
          <p:cNvSpPr/>
          <p:nvPr/>
        </p:nvSpPr>
        <p:spPr bwMode="auto">
          <a:xfrm>
            <a:off x="698500" y="2032000"/>
            <a:ext cx="3111500" cy="27940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13CA40-4E0C-7A74-133A-55736D662E6E}"/>
              </a:ext>
            </a:extLst>
          </p:cNvPr>
          <p:cNvSpPr/>
          <p:nvPr/>
        </p:nvSpPr>
        <p:spPr bwMode="auto">
          <a:xfrm>
            <a:off x="698500" y="2032000"/>
            <a:ext cx="63500" cy="2794000"/>
          </a:xfrm>
          <a:prstGeom prst="rect">
            <a:avLst/>
          </a:prstGeom>
          <a:solidFill>
            <a:srgbClr val="0075B8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E32430-CAC4-9A7E-4DD1-D4CB64C5EFA2}"/>
              </a:ext>
            </a:extLst>
          </p:cNvPr>
          <p:cNvSpPr txBox="1"/>
          <p:nvPr/>
        </p:nvSpPr>
        <p:spPr>
          <a:xfrm>
            <a:off x="927100" y="2222500"/>
            <a:ext cx="2730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600" b="1">
                <a:solidFill>
                  <a:srgbClr val="0075B8"/>
                </a:solidFill>
                <a:latin typeface="Aptos" panose="020B0004020202020204" pitchFamily="34" charset="0"/>
              </a:rPr>
              <a:t>WHY</a:t>
            </a:r>
            <a:endParaRPr lang="en-CA" sz="16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DFA8D5-5A94-8A5C-E906-774839851F57}"/>
              </a:ext>
            </a:extLst>
          </p:cNvPr>
          <p:cNvSpPr txBox="1"/>
          <p:nvPr/>
        </p:nvSpPr>
        <p:spPr>
          <a:xfrm>
            <a:off x="927100" y="2667000"/>
            <a:ext cx="27305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300">
                <a:solidFill>
                  <a:srgbClr val="071426"/>
                </a:solidFill>
                <a:latin typeface="Aptos" panose="020B0004020202020204" pitchFamily="34" charset="0"/>
              </a:rPr>
              <a:t>Intent
Proposal + critique
Recommendation</a:t>
            </a:r>
            <a:endParaRPr lang="en-CA" sz="13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9556E1F-5974-4102-0BAA-F7F28D4447EB}"/>
              </a:ext>
            </a:extLst>
          </p:cNvPr>
          <p:cNvSpPr/>
          <p:nvPr/>
        </p:nvSpPr>
        <p:spPr bwMode="auto">
          <a:xfrm>
            <a:off x="4533900" y="2032000"/>
            <a:ext cx="3111500" cy="27940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628E48-A3E1-A6B6-48AC-7E86DC628104}"/>
              </a:ext>
            </a:extLst>
          </p:cNvPr>
          <p:cNvSpPr/>
          <p:nvPr/>
        </p:nvSpPr>
        <p:spPr bwMode="auto">
          <a:xfrm>
            <a:off x="4533900" y="2032000"/>
            <a:ext cx="63500" cy="2794000"/>
          </a:xfrm>
          <a:prstGeom prst="rect">
            <a:avLst/>
          </a:prstGeom>
          <a:solidFill>
            <a:srgbClr val="E09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C9A4A4-DD5A-DEC7-AD26-66BB3B637D7B}"/>
              </a:ext>
            </a:extLst>
          </p:cNvPr>
          <p:cNvSpPr txBox="1"/>
          <p:nvPr/>
        </p:nvSpPr>
        <p:spPr>
          <a:xfrm>
            <a:off x="4762500" y="2222500"/>
            <a:ext cx="2730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600" b="1">
                <a:solidFill>
                  <a:srgbClr val="E09000"/>
                </a:solidFill>
                <a:latin typeface="Aptos" panose="020B0004020202020204" pitchFamily="34" charset="0"/>
              </a:rPr>
              <a:t>CONTROL</a:t>
            </a:r>
            <a:endParaRPr lang="en-CA" sz="1600" b="1" dirty="0" err="1">
              <a:solidFill>
                <a:srgbClr val="E09000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15756D-F957-7B2C-1DB3-5600BA306DE8}"/>
              </a:ext>
            </a:extLst>
          </p:cNvPr>
          <p:cNvSpPr txBox="1"/>
          <p:nvPr/>
        </p:nvSpPr>
        <p:spPr>
          <a:xfrm>
            <a:off x="4762500" y="2667000"/>
            <a:ext cx="27305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071426"/>
                </a:solidFill>
                <a:latin typeface="Aptos" panose="020B0004020202020204" pitchFamily="34" charset="0"/>
              </a:rPr>
              <a:t>Kernel decision
Policy + budget
Human approval</a:t>
            </a:r>
            <a:endParaRPr lang="en-CA" sz="13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A95E6E2-4200-C694-278B-9384620F01B7}"/>
              </a:ext>
            </a:extLst>
          </p:cNvPr>
          <p:cNvSpPr/>
          <p:nvPr/>
        </p:nvSpPr>
        <p:spPr bwMode="auto">
          <a:xfrm>
            <a:off x="8369300" y="2032000"/>
            <a:ext cx="3111500" cy="27940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2685BD-1EAD-CE7F-E6BC-509895436B9E}"/>
              </a:ext>
            </a:extLst>
          </p:cNvPr>
          <p:cNvSpPr/>
          <p:nvPr/>
        </p:nvSpPr>
        <p:spPr bwMode="auto">
          <a:xfrm>
            <a:off x="8369300" y="2032000"/>
            <a:ext cx="63500" cy="2794000"/>
          </a:xfrm>
          <a:prstGeom prst="rect">
            <a:avLst/>
          </a:prstGeom>
          <a:solidFill>
            <a:srgbClr val="007A8A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40462F-831A-5D86-F561-46997EA7BE0D}"/>
              </a:ext>
            </a:extLst>
          </p:cNvPr>
          <p:cNvSpPr txBox="1"/>
          <p:nvPr/>
        </p:nvSpPr>
        <p:spPr>
          <a:xfrm>
            <a:off x="8597900" y="2222500"/>
            <a:ext cx="2730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600" b="1">
                <a:solidFill>
                  <a:srgbClr val="007A8A"/>
                </a:solidFill>
                <a:latin typeface="Aptos" panose="020B0004020202020204" pitchFamily="34" charset="0"/>
              </a:rPr>
              <a:t>PROOF</a:t>
            </a:r>
            <a:endParaRPr lang="en-CA" sz="1600" b="1" dirty="0" err="1">
              <a:solidFill>
                <a:srgbClr val="007A8A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276D41-7BD6-8498-E484-EA26785557BA}"/>
              </a:ext>
            </a:extLst>
          </p:cNvPr>
          <p:cNvSpPr txBox="1"/>
          <p:nvPr/>
        </p:nvSpPr>
        <p:spPr>
          <a:xfrm>
            <a:off x="8597900" y="2667000"/>
            <a:ext cx="27305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071426"/>
                </a:solidFill>
                <a:latin typeface="Aptos" panose="020B0004020202020204" pitchFamily="34" charset="0"/>
              </a:rPr>
              <a:t>Tool outcome
Evaluation verdict
Identity + signature</a:t>
            </a:r>
            <a:endParaRPr lang="en-CA" sz="13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417C1F-9405-6366-E0A0-FC43EF320BAF}"/>
              </a:ext>
            </a:extLst>
          </p:cNvPr>
          <p:cNvSpPr txBox="1"/>
          <p:nvPr/>
        </p:nvSpPr>
        <p:spPr>
          <a:xfrm>
            <a:off x="889000" y="54610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b="1">
                <a:solidFill>
                  <a:srgbClr val="071426"/>
                </a:solidFill>
                <a:latin typeface="Aptos" panose="020B0004020202020204" pitchFamily="34" charset="0"/>
              </a:rPr>
              <a:t>From agent-asserted compliance to verifiable operational evidence.</a:t>
            </a:r>
            <a:endParaRPr lang="en-CA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717498-1035-4FBE-0417-9929B684B46D}"/>
              </a:ext>
            </a:extLst>
          </p:cNvPr>
          <p:cNvSpPr txBox="1"/>
          <p:nvPr/>
        </p:nvSpPr>
        <p:spPr>
          <a:xfrm>
            <a:off x="1397000" y="5994400"/>
            <a:ext cx="9398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300">
                <a:solidFill>
                  <a:srgbClr val="4D5966"/>
                </a:solidFill>
                <a:latin typeface="Aptos" panose="020B0004020202020204" pitchFamily="34" charset="0"/>
              </a:rPr>
              <a:t>Retention controls can redact sensitive fields while preserving chain integrity.</a:t>
            </a:r>
            <a:endParaRPr lang="en-CA" sz="1300" dirty="0" err="1">
              <a:solidFill>
                <a:srgbClr val="4D5966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2447814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4F8DD2C-B7D1-4108-C68F-099254417FE3}"/>
              </a:ext>
            </a:extLst>
          </p:cNvPr>
          <p:cNvSpPr txBox="1"/>
          <p:nvPr/>
        </p:nvSpPr>
        <p:spPr>
          <a:xfrm>
            <a:off x="609600" y="215900"/>
            <a:ext cx="825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900" b="1">
                <a:solidFill>
                  <a:srgbClr val="0075B8"/>
                </a:solidFill>
                <a:latin typeface="Aptos" panose="020B0004020202020204" pitchFamily="34" charset="0"/>
              </a:rPr>
              <a:t>FINANCE REFERENCE SOLUTION</a:t>
            </a:r>
            <a:endParaRPr lang="en-CA" sz="9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06FBA5-6F30-086F-6F10-54706B6B7A05}"/>
              </a:ext>
            </a:extLst>
          </p:cNvPr>
          <p:cNvSpPr txBox="1"/>
          <p:nvPr/>
        </p:nvSpPr>
        <p:spPr>
          <a:xfrm>
            <a:off x="609600" y="482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2800" b="1">
                <a:solidFill>
                  <a:srgbClr val="071426"/>
                </a:solidFill>
                <a:latin typeface="Aptos" panose="020B0004020202020204" pitchFamily="34" charset="0"/>
              </a:rPr>
              <a:t>Continuous audit and tax assurance</a:t>
            </a:r>
            <a:endParaRPr lang="en-CA" sz="28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C20509-16F0-4332-07F0-988D38BDFAE8}"/>
              </a:ext>
            </a:extLst>
          </p:cNvPr>
          <p:cNvSpPr txBox="1"/>
          <p:nvPr/>
        </p:nvSpPr>
        <p:spPr>
          <a:xfrm>
            <a:off x="11201400" y="6464300"/>
            <a:ext cx="381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CA" sz="800">
                <a:solidFill>
                  <a:srgbClr val="4D5966"/>
                </a:solidFill>
                <a:latin typeface="Aptos" panose="020B0004020202020204" pitchFamily="34" charset="0"/>
              </a:rPr>
              <a:t>17</a:t>
            </a:r>
            <a:endParaRPr lang="en-CA" sz="800" dirty="0" err="1">
              <a:solidFill>
                <a:srgbClr val="4D5966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585D766-AC8C-DADD-96A7-F9B0D4E149A0}"/>
              </a:ext>
            </a:extLst>
          </p:cNvPr>
          <p:cNvSpPr/>
          <p:nvPr/>
        </p:nvSpPr>
        <p:spPr bwMode="auto">
          <a:xfrm>
            <a:off x="508000" y="2222500"/>
            <a:ext cx="1587500" cy="7874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50F62E-7C2C-52AF-760D-2F060F5EC0DD}"/>
              </a:ext>
            </a:extLst>
          </p:cNvPr>
          <p:cNvSpPr txBox="1"/>
          <p:nvPr/>
        </p:nvSpPr>
        <p:spPr>
          <a:xfrm>
            <a:off x="508000" y="2501900"/>
            <a:ext cx="1587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000" b="1">
                <a:solidFill>
                  <a:srgbClr val="0075B8"/>
                </a:solidFill>
                <a:latin typeface="Aptos" panose="020B0004020202020204" pitchFamily="34" charset="0"/>
              </a:rPr>
              <a:t>INGEST</a:t>
            </a:r>
            <a:endParaRPr lang="en-CA" sz="10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47906A-4975-81A6-DED0-1E9AF4976C13}"/>
              </a:ext>
            </a:extLst>
          </p:cNvPr>
          <p:cNvSpPr txBox="1"/>
          <p:nvPr/>
        </p:nvSpPr>
        <p:spPr>
          <a:xfrm>
            <a:off x="2108200" y="2476500"/>
            <a:ext cx="279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700" b="1">
                <a:solidFill>
                  <a:srgbClr val="4D5966"/>
                </a:solidFill>
                <a:latin typeface="Aptos" panose="020B0004020202020204" pitchFamily="34" charset="0"/>
              </a:rPr>
              <a:t>&gt;</a:t>
            </a:r>
            <a:endParaRPr lang="en-CA" sz="1700" b="1" dirty="0" err="1">
              <a:solidFill>
                <a:srgbClr val="4D5966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2B67DFB-1177-5322-0CFC-93EC9560CF0D}"/>
              </a:ext>
            </a:extLst>
          </p:cNvPr>
          <p:cNvSpPr/>
          <p:nvPr/>
        </p:nvSpPr>
        <p:spPr bwMode="auto">
          <a:xfrm>
            <a:off x="2387600" y="2222500"/>
            <a:ext cx="1587500" cy="7874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7431AE-D6EB-E322-1EFE-AAE1222650F0}"/>
              </a:ext>
            </a:extLst>
          </p:cNvPr>
          <p:cNvSpPr txBox="1"/>
          <p:nvPr/>
        </p:nvSpPr>
        <p:spPr>
          <a:xfrm>
            <a:off x="2387600" y="2501900"/>
            <a:ext cx="1587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000" b="1">
                <a:solidFill>
                  <a:srgbClr val="0075B8"/>
                </a:solidFill>
                <a:latin typeface="Aptos" panose="020B0004020202020204" pitchFamily="34" charset="0"/>
              </a:rPr>
              <a:t>RISK-RANK</a:t>
            </a:r>
            <a:endParaRPr lang="en-CA" sz="10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97F81B-504C-B881-F3D2-700554A502D1}"/>
              </a:ext>
            </a:extLst>
          </p:cNvPr>
          <p:cNvSpPr txBox="1"/>
          <p:nvPr/>
        </p:nvSpPr>
        <p:spPr>
          <a:xfrm>
            <a:off x="3987800" y="2476500"/>
            <a:ext cx="279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700" b="1">
                <a:solidFill>
                  <a:srgbClr val="4D5966"/>
                </a:solidFill>
                <a:latin typeface="Aptos" panose="020B0004020202020204" pitchFamily="34" charset="0"/>
              </a:rPr>
              <a:t>&gt;</a:t>
            </a:r>
            <a:endParaRPr lang="en-CA" sz="1700" b="1" dirty="0" err="1">
              <a:solidFill>
                <a:srgbClr val="4D5966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3666428-DC89-58EB-26BA-3C4F5F732BA1}"/>
              </a:ext>
            </a:extLst>
          </p:cNvPr>
          <p:cNvSpPr/>
          <p:nvPr/>
        </p:nvSpPr>
        <p:spPr bwMode="auto">
          <a:xfrm>
            <a:off x="4267200" y="2222500"/>
            <a:ext cx="1587500" cy="7874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260848-E77B-EB78-3619-9D15D4A4F61E}"/>
              </a:ext>
            </a:extLst>
          </p:cNvPr>
          <p:cNvSpPr txBox="1"/>
          <p:nvPr/>
        </p:nvSpPr>
        <p:spPr>
          <a:xfrm>
            <a:off x="4267200" y="2501900"/>
            <a:ext cx="1587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000" b="1">
                <a:solidFill>
                  <a:srgbClr val="0075B8"/>
                </a:solidFill>
                <a:latin typeface="Aptos" panose="020B0004020202020204" pitchFamily="34" charset="0"/>
              </a:rPr>
              <a:t>TEST RULES</a:t>
            </a:r>
            <a:endParaRPr lang="en-CA" sz="10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AA0DB0-B094-2C51-2D04-0D1B1A379F52}"/>
              </a:ext>
            </a:extLst>
          </p:cNvPr>
          <p:cNvSpPr txBox="1"/>
          <p:nvPr/>
        </p:nvSpPr>
        <p:spPr>
          <a:xfrm>
            <a:off x="5867400" y="2476500"/>
            <a:ext cx="279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700" b="1">
                <a:solidFill>
                  <a:srgbClr val="4D5966"/>
                </a:solidFill>
                <a:latin typeface="Aptos" panose="020B0004020202020204" pitchFamily="34" charset="0"/>
              </a:rPr>
              <a:t>&gt;</a:t>
            </a:r>
            <a:endParaRPr lang="en-CA" sz="1700" b="1" dirty="0" err="1">
              <a:solidFill>
                <a:srgbClr val="4D5966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CDBE532-E05A-04C4-5120-0A5FBE98E85D}"/>
              </a:ext>
            </a:extLst>
          </p:cNvPr>
          <p:cNvSpPr/>
          <p:nvPr/>
        </p:nvSpPr>
        <p:spPr bwMode="auto">
          <a:xfrm>
            <a:off x="6146800" y="2222500"/>
            <a:ext cx="1587500" cy="7874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079AC9-53BC-C355-5ADC-6E6B5D2667FB}"/>
              </a:ext>
            </a:extLst>
          </p:cNvPr>
          <p:cNvSpPr txBox="1"/>
          <p:nvPr/>
        </p:nvSpPr>
        <p:spPr>
          <a:xfrm>
            <a:off x="6146800" y="2501900"/>
            <a:ext cx="1587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000" b="1">
                <a:solidFill>
                  <a:srgbClr val="0075B8"/>
                </a:solidFill>
                <a:latin typeface="Aptos" panose="020B0004020202020204" pitchFamily="34" charset="0"/>
              </a:rPr>
              <a:t>FIND EXCEPTIONS</a:t>
            </a:r>
            <a:endParaRPr lang="en-CA" sz="10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1644E9-ED32-144A-FAC2-EDBB3374A761}"/>
              </a:ext>
            </a:extLst>
          </p:cNvPr>
          <p:cNvSpPr txBox="1"/>
          <p:nvPr/>
        </p:nvSpPr>
        <p:spPr>
          <a:xfrm>
            <a:off x="7747000" y="2476500"/>
            <a:ext cx="279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700" b="1">
                <a:solidFill>
                  <a:srgbClr val="4D5966"/>
                </a:solidFill>
                <a:latin typeface="Aptos" panose="020B0004020202020204" pitchFamily="34" charset="0"/>
              </a:rPr>
              <a:t>&gt;</a:t>
            </a:r>
            <a:endParaRPr lang="en-CA" sz="1700" b="1" dirty="0" err="1">
              <a:solidFill>
                <a:srgbClr val="4D5966"/>
              </a:solidFill>
              <a:latin typeface="Aptos" panose="020B00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7A738A1-E3F6-3F68-0DDE-1B4CA7528B0E}"/>
              </a:ext>
            </a:extLst>
          </p:cNvPr>
          <p:cNvSpPr/>
          <p:nvPr/>
        </p:nvSpPr>
        <p:spPr bwMode="auto">
          <a:xfrm>
            <a:off x="8026400" y="2222500"/>
            <a:ext cx="1587500" cy="7874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912B85-8CAA-8E8B-B7A4-987CB1550FC4}"/>
              </a:ext>
            </a:extLst>
          </p:cNvPr>
          <p:cNvSpPr txBox="1"/>
          <p:nvPr/>
        </p:nvSpPr>
        <p:spPr>
          <a:xfrm>
            <a:off x="8026400" y="2501900"/>
            <a:ext cx="1587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000" b="1">
                <a:solidFill>
                  <a:srgbClr val="0075B8"/>
                </a:solidFill>
                <a:latin typeface="Aptos" panose="020B0004020202020204" pitchFamily="34" charset="0"/>
              </a:rPr>
              <a:t>REVIEW</a:t>
            </a:r>
            <a:endParaRPr lang="en-CA" sz="10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7695CAE-7569-9713-5416-2A5A2A9F5015}"/>
              </a:ext>
            </a:extLst>
          </p:cNvPr>
          <p:cNvSpPr txBox="1"/>
          <p:nvPr/>
        </p:nvSpPr>
        <p:spPr>
          <a:xfrm>
            <a:off x="9626600" y="2476500"/>
            <a:ext cx="279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700" b="1">
                <a:solidFill>
                  <a:srgbClr val="4D5966"/>
                </a:solidFill>
                <a:latin typeface="Aptos" panose="020B0004020202020204" pitchFamily="34" charset="0"/>
              </a:rPr>
              <a:t>&gt;</a:t>
            </a:r>
            <a:endParaRPr lang="en-CA" sz="1700" b="1" dirty="0" err="1">
              <a:solidFill>
                <a:srgbClr val="4D5966"/>
              </a:solidFill>
              <a:latin typeface="Aptos" panose="020B0004020202020204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4DDFC88-D825-7A76-74A1-FD61AF3CC161}"/>
              </a:ext>
            </a:extLst>
          </p:cNvPr>
          <p:cNvSpPr/>
          <p:nvPr/>
        </p:nvSpPr>
        <p:spPr bwMode="auto">
          <a:xfrm>
            <a:off x="9906000" y="2222500"/>
            <a:ext cx="1587500" cy="7874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864BA0A-B318-4F4C-0B89-2909C7EEF2D6}"/>
              </a:ext>
            </a:extLst>
          </p:cNvPr>
          <p:cNvSpPr txBox="1"/>
          <p:nvPr/>
        </p:nvSpPr>
        <p:spPr>
          <a:xfrm>
            <a:off x="9906000" y="2501900"/>
            <a:ext cx="1587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000" b="1">
                <a:solidFill>
                  <a:srgbClr val="007A8A"/>
                </a:solidFill>
                <a:latin typeface="Aptos" panose="020B0004020202020204" pitchFamily="34" charset="0"/>
              </a:rPr>
              <a:t>SIGNED WORKPAPER</a:t>
            </a:r>
            <a:endParaRPr lang="en-CA" sz="1000" b="1" dirty="0" err="1">
              <a:solidFill>
                <a:srgbClr val="007A8A"/>
              </a:solidFill>
              <a:latin typeface="Aptos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A685744-9EA0-2D54-CF33-B08DD75A3C11}"/>
              </a:ext>
            </a:extLst>
          </p:cNvPr>
          <p:cNvSpPr txBox="1"/>
          <p:nvPr/>
        </p:nvSpPr>
        <p:spPr>
          <a:xfrm>
            <a:off x="825500" y="3810000"/>
            <a:ext cx="10541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700" b="1">
                <a:solidFill>
                  <a:srgbClr val="071426"/>
                </a:solidFill>
                <a:latin typeface="Aptos" panose="020B0004020202020204" pitchFamily="34" charset="0"/>
              </a:rPr>
              <a:t>Ledgers | controls | accounting treatment | tax positions | signed evidence</a:t>
            </a:r>
            <a:endParaRPr lang="en-CA" sz="17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0F85AA-4C61-323A-C289-2DDDC6034965}"/>
              </a:ext>
            </a:extLst>
          </p:cNvPr>
          <p:cNvSpPr txBox="1"/>
          <p:nvPr/>
        </p:nvSpPr>
        <p:spPr>
          <a:xfrm>
            <a:off x="838200" y="4699000"/>
            <a:ext cx="2540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400" b="1">
                <a:solidFill>
                  <a:srgbClr val="E09000"/>
                </a:solidFill>
                <a:latin typeface="Aptos" panose="020B0004020202020204" pitchFamily="34" charset="0"/>
              </a:rPr>
              <a:t>The reusable pattern</a:t>
            </a:r>
            <a:endParaRPr lang="en-CA" sz="1400" b="1" dirty="0" err="1">
              <a:solidFill>
                <a:srgbClr val="E09000"/>
              </a:solidFill>
              <a:latin typeface="Aptos" panose="020B00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53102B-0020-4F12-569E-64F2A21709E3}"/>
              </a:ext>
            </a:extLst>
          </p:cNvPr>
          <p:cNvSpPr txBox="1"/>
          <p:nvPr/>
        </p:nvSpPr>
        <p:spPr>
          <a:xfrm>
            <a:off x="3302000" y="4673600"/>
            <a:ext cx="7747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>
                <a:solidFill>
                  <a:srgbClr val="007A8A"/>
                </a:solidFill>
                <a:latin typeface="Aptos" panose="020B0004020202020204" pitchFamily="34" charset="0"/>
              </a:rPr>
              <a:t>ingest &gt; reason &gt; verify &gt; approve &gt; act &gt; prove</a:t>
            </a:r>
            <a:endParaRPr lang="en-CA" sz="1900" b="1" dirty="0" err="1">
              <a:solidFill>
                <a:srgbClr val="007A8A"/>
              </a:solidFill>
              <a:latin typeface="Aptos" panose="020B00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61D3D1-FF91-2B30-A6D5-69D83FF656FE}"/>
              </a:ext>
            </a:extLst>
          </p:cNvPr>
          <p:cNvSpPr txBox="1"/>
          <p:nvPr/>
        </p:nvSpPr>
        <p:spPr>
          <a:xfrm>
            <a:off x="825500" y="5969000"/>
            <a:ext cx="1054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>
                <a:solidFill>
                  <a:srgbClr val="4D5966"/>
                </a:solidFill>
                <a:latin typeface="Aptos" panose="020B0004020202020204" pitchFamily="34" charset="0"/>
              </a:rPr>
              <a:t>Finance control pattern - not autonomous audit opinion or tax advice.</a:t>
            </a:r>
            <a:endParaRPr lang="en-CA" sz="1100" dirty="0" err="1">
              <a:solidFill>
                <a:srgbClr val="4D5966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333911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A281A0-74D6-8730-8187-5C48C7321EDB}"/>
              </a:ext>
            </a:extLst>
          </p:cNvPr>
          <p:cNvSpPr txBox="1"/>
          <p:nvPr/>
        </p:nvSpPr>
        <p:spPr>
          <a:xfrm>
            <a:off x="609600" y="215900"/>
            <a:ext cx="825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900" b="1">
                <a:solidFill>
                  <a:srgbClr val="0075B8"/>
                </a:solidFill>
                <a:latin typeface="Aptos" panose="020B0004020202020204" pitchFamily="34" charset="0"/>
              </a:rPr>
              <a:t>FINANCE EXPANSION</a:t>
            </a:r>
            <a:endParaRPr lang="en-CA" sz="9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1E67CB-7D6B-5DD4-15F2-603912D17B23}"/>
              </a:ext>
            </a:extLst>
          </p:cNvPr>
          <p:cNvSpPr txBox="1"/>
          <p:nvPr/>
        </p:nvSpPr>
        <p:spPr>
          <a:xfrm>
            <a:off x="609600" y="482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71426"/>
                </a:solidFill>
                <a:latin typeface="Aptos" panose="020B0004020202020204" pitchFamily="34" charset="0"/>
              </a:rPr>
              <a:t>One platform across the office of the CFO</a:t>
            </a:r>
            <a:endParaRPr lang="en-CA" sz="28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762B30-803B-C0FA-02F5-A27DC3B1966B}"/>
              </a:ext>
            </a:extLst>
          </p:cNvPr>
          <p:cNvSpPr txBox="1"/>
          <p:nvPr/>
        </p:nvSpPr>
        <p:spPr>
          <a:xfrm>
            <a:off x="11201400" y="6464300"/>
            <a:ext cx="381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CA" sz="800">
                <a:solidFill>
                  <a:srgbClr val="4D5966"/>
                </a:solidFill>
                <a:latin typeface="Aptos" panose="020B0004020202020204" pitchFamily="34" charset="0"/>
              </a:rPr>
              <a:t>18</a:t>
            </a:r>
            <a:endParaRPr lang="en-CA" sz="800" dirty="0" err="1">
              <a:solidFill>
                <a:srgbClr val="4D5966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2285B72-85A7-ACA6-60F8-04792DA2F495}"/>
              </a:ext>
            </a:extLst>
          </p:cNvPr>
          <p:cNvSpPr/>
          <p:nvPr/>
        </p:nvSpPr>
        <p:spPr bwMode="auto">
          <a:xfrm>
            <a:off x="698500" y="1689100"/>
            <a:ext cx="10795000" cy="6604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199196-BD6F-B079-37C0-BCF7D6F03BFF}"/>
              </a:ext>
            </a:extLst>
          </p:cNvPr>
          <p:cNvSpPr txBox="1"/>
          <p:nvPr/>
        </p:nvSpPr>
        <p:spPr>
          <a:xfrm>
            <a:off x="952500" y="1879600"/>
            <a:ext cx="381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300" b="1">
                <a:solidFill>
                  <a:srgbClr val="0075B8"/>
                </a:solidFill>
                <a:latin typeface="Aptos" panose="020B0004020202020204" pitchFamily="34" charset="0"/>
              </a:rPr>
              <a:t>INTERNAL AUDIT</a:t>
            </a:r>
            <a:endParaRPr lang="en-CA" sz="13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0C1B93-9A5E-56E0-5196-55B449F6F17A}"/>
              </a:ext>
            </a:extLst>
          </p:cNvPr>
          <p:cNvSpPr txBox="1"/>
          <p:nvPr/>
        </p:nvSpPr>
        <p:spPr>
          <a:xfrm>
            <a:off x="4953000" y="1879600"/>
            <a:ext cx="6159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071426"/>
                </a:solidFill>
                <a:latin typeface="Aptos" panose="020B0004020202020204" pitchFamily="34" charset="0"/>
              </a:rPr>
              <a:t>Control testing | sampling | evidence | findings</a:t>
            </a:r>
            <a:endParaRPr lang="en-CA" sz="14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9399389-8FBD-F0C7-8B93-E56C587D9024}"/>
              </a:ext>
            </a:extLst>
          </p:cNvPr>
          <p:cNvSpPr/>
          <p:nvPr/>
        </p:nvSpPr>
        <p:spPr bwMode="auto">
          <a:xfrm>
            <a:off x="698500" y="2552700"/>
            <a:ext cx="10795000" cy="6604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208752-AEA3-6117-EDB8-0B1F19BD9276}"/>
              </a:ext>
            </a:extLst>
          </p:cNvPr>
          <p:cNvSpPr txBox="1"/>
          <p:nvPr/>
        </p:nvSpPr>
        <p:spPr>
          <a:xfrm>
            <a:off x="952500" y="2743200"/>
            <a:ext cx="381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300" b="1">
                <a:solidFill>
                  <a:srgbClr val="0075B8"/>
                </a:solidFill>
                <a:latin typeface="Aptos" panose="020B0004020202020204" pitchFamily="34" charset="0"/>
              </a:rPr>
              <a:t>TAXATION</a:t>
            </a:r>
            <a:endParaRPr lang="en-CA" sz="13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A3DE76-DD52-DE08-6C86-6849D7BD2F15}"/>
              </a:ext>
            </a:extLst>
          </p:cNvPr>
          <p:cNvSpPr txBox="1"/>
          <p:nvPr/>
        </p:nvSpPr>
        <p:spPr>
          <a:xfrm>
            <a:off x="4953000" y="2743200"/>
            <a:ext cx="6159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400">
                <a:solidFill>
                  <a:srgbClr val="071426"/>
                </a:solidFill>
                <a:latin typeface="Aptos" panose="020B0004020202020204" pitchFamily="34" charset="0"/>
              </a:rPr>
              <a:t>Indirect tax | provisions | jurisdiction monitoring</a:t>
            </a:r>
            <a:endParaRPr lang="en-CA" sz="14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72B0C94-5675-2922-B0A7-254A6FC2A880}"/>
              </a:ext>
            </a:extLst>
          </p:cNvPr>
          <p:cNvSpPr/>
          <p:nvPr/>
        </p:nvSpPr>
        <p:spPr bwMode="auto">
          <a:xfrm>
            <a:off x="698500" y="3416300"/>
            <a:ext cx="10795000" cy="6604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A263F0-E1F9-88B4-379D-3D7AF519CC5E}"/>
              </a:ext>
            </a:extLst>
          </p:cNvPr>
          <p:cNvSpPr txBox="1"/>
          <p:nvPr/>
        </p:nvSpPr>
        <p:spPr>
          <a:xfrm>
            <a:off x="952500" y="3606800"/>
            <a:ext cx="381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300" b="1">
                <a:solidFill>
                  <a:srgbClr val="0075B8"/>
                </a:solidFill>
                <a:latin typeface="Aptos" panose="020B0004020202020204" pitchFamily="34" charset="0"/>
              </a:rPr>
              <a:t>CONTROLLERSHIP</a:t>
            </a:r>
            <a:endParaRPr lang="en-CA" sz="13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4C4D43-A988-19D2-45F5-A8C9F65BF530}"/>
              </a:ext>
            </a:extLst>
          </p:cNvPr>
          <p:cNvSpPr txBox="1"/>
          <p:nvPr/>
        </p:nvSpPr>
        <p:spPr>
          <a:xfrm>
            <a:off x="4953000" y="3606800"/>
            <a:ext cx="6159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400">
                <a:solidFill>
                  <a:srgbClr val="071426"/>
                </a:solidFill>
                <a:latin typeface="Aptos" panose="020B0004020202020204" pitchFamily="34" charset="0"/>
              </a:rPr>
              <a:t>Journal review | reconciliations | close</a:t>
            </a:r>
            <a:endParaRPr lang="en-CA" sz="14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DB5DCF5-E4F6-C9ED-E62F-68C5753CFD47}"/>
              </a:ext>
            </a:extLst>
          </p:cNvPr>
          <p:cNvSpPr/>
          <p:nvPr/>
        </p:nvSpPr>
        <p:spPr bwMode="auto">
          <a:xfrm>
            <a:off x="698500" y="4279900"/>
            <a:ext cx="10795000" cy="6604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ED8BB0-89E3-4976-8307-FDAB80371D16}"/>
              </a:ext>
            </a:extLst>
          </p:cNvPr>
          <p:cNvSpPr txBox="1"/>
          <p:nvPr/>
        </p:nvSpPr>
        <p:spPr>
          <a:xfrm>
            <a:off x="952500" y="4470400"/>
            <a:ext cx="381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300" b="1">
                <a:solidFill>
                  <a:srgbClr val="0075B8"/>
                </a:solidFill>
                <a:latin typeface="Aptos" panose="020B0004020202020204" pitchFamily="34" charset="0"/>
              </a:rPr>
              <a:t>TREASURY + RISK</a:t>
            </a:r>
            <a:endParaRPr lang="en-CA" sz="13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5BE999-9DA0-947C-310E-B14CF4B82079}"/>
              </a:ext>
            </a:extLst>
          </p:cNvPr>
          <p:cNvSpPr txBox="1"/>
          <p:nvPr/>
        </p:nvSpPr>
        <p:spPr>
          <a:xfrm>
            <a:off x="4953000" y="4470400"/>
            <a:ext cx="6159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071426"/>
                </a:solidFill>
                <a:latin typeface="Aptos" panose="020B0004020202020204" pitchFamily="34" charset="0"/>
              </a:rPr>
              <a:t>Cash forecasting | payment controls | exposure</a:t>
            </a:r>
            <a:endParaRPr lang="en-CA" sz="14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0D1C2D6-7F90-22DF-49D5-F9E394E3A578}"/>
              </a:ext>
            </a:extLst>
          </p:cNvPr>
          <p:cNvSpPr/>
          <p:nvPr/>
        </p:nvSpPr>
        <p:spPr bwMode="auto">
          <a:xfrm>
            <a:off x="698500" y="5143500"/>
            <a:ext cx="10795000" cy="6604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8201659-077F-AB4D-A4AC-C976AECE4151}"/>
              </a:ext>
            </a:extLst>
          </p:cNvPr>
          <p:cNvSpPr txBox="1"/>
          <p:nvPr/>
        </p:nvSpPr>
        <p:spPr>
          <a:xfrm>
            <a:off x="952500" y="5334000"/>
            <a:ext cx="381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300" b="1">
                <a:solidFill>
                  <a:srgbClr val="0075B8"/>
                </a:solidFill>
                <a:latin typeface="Aptos" panose="020B0004020202020204" pitchFamily="34" charset="0"/>
              </a:rPr>
              <a:t>FP&amp;A</a:t>
            </a:r>
            <a:endParaRPr lang="en-CA" sz="13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8936B3-F37F-A986-1E7B-93372592D038}"/>
              </a:ext>
            </a:extLst>
          </p:cNvPr>
          <p:cNvSpPr txBox="1"/>
          <p:nvPr/>
        </p:nvSpPr>
        <p:spPr>
          <a:xfrm>
            <a:off x="4953000" y="5334000"/>
            <a:ext cx="6159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400">
                <a:solidFill>
                  <a:srgbClr val="071426"/>
                </a:solidFill>
                <a:latin typeface="Aptos" panose="020B0004020202020204" pitchFamily="34" charset="0"/>
              </a:rPr>
              <a:t>Variance analysis | scenarios | management reporting</a:t>
            </a:r>
            <a:endParaRPr lang="en-CA" sz="14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50C8C1-F527-83A9-1ED3-F4D043B2513B}"/>
              </a:ext>
            </a:extLst>
          </p:cNvPr>
          <p:cNvSpPr txBox="1"/>
          <p:nvPr/>
        </p:nvSpPr>
        <p:spPr>
          <a:xfrm>
            <a:off x="1016000" y="6096000"/>
            <a:ext cx="1016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 b="1">
                <a:solidFill>
                  <a:srgbClr val="E09000"/>
                </a:solidFill>
                <a:latin typeface="Aptos" panose="020B0004020202020204" pitchFamily="34" charset="0"/>
              </a:rPr>
              <a:t>Land one finance process. Reuse the controls across the CFO portfolio.</a:t>
            </a:r>
            <a:endParaRPr lang="en-CA" sz="1500" b="1" dirty="0" err="1">
              <a:solidFill>
                <a:srgbClr val="E09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809195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5839CD-0BB2-9915-6AC5-2F63DADBD59A}"/>
              </a:ext>
            </a:extLst>
          </p:cNvPr>
          <p:cNvSpPr txBox="1"/>
          <p:nvPr/>
        </p:nvSpPr>
        <p:spPr>
          <a:xfrm>
            <a:off x="609600" y="215900"/>
            <a:ext cx="825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900" b="1">
                <a:solidFill>
                  <a:srgbClr val="0075B8"/>
                </a:solidFill>
                <a:latin typeface="Aptos" panose="020B0004020202020204" pitchFamily="34" charset="0"/>
              </a:rPr>
              <a:t>MODEL + TOOL AGNOSTIC</a:t>
            </a:r>
            <a:endParaRPr lang="en-CA" sz="9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652E1E-7358-7D80-76FC-9A1CB231B9AB}"/>
              </a:ext>
            </a:extLst>
          </p:cNvPr>
          <p:cNvSpPr txBox="1"/>
          <p:nvPr/>
        </p:nvSpPr>
        <p:spPr>
          <a:xfrm>
            <a:off x="609600" y="482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71426"/>
                </a:solidFill>
                <a:latin typeface="Aptos" panose="020B0004020202020204" pitchFamily="34" charset="0"/>
              </a:rPr>
              <a:t>Fit into the stack customers already own</a:t>
            </a:r>
            <a:endParaRPr lang="en-CA" sz="28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805F8F-C9AB-4C49-B01D-A3444A2D2F87}"/>
              </a:ext>
            </a:extLst>
          </p:cNvPr>
          <p:cNvSpPr txBox="1"/>
          <p:nvPr/>
        </p:nvSpPr>
        <p:spPr>
          <a:xfrm>
            <a:off x="11201400" y="6464300"/>
            <a:ext cx="381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CA" sz="800">
                <a:solidFill>
                  <a:srgbClr val="4D5966"/>
                </a:solidFill>
                <a:latin typeface="Aptos" panose="020B0004020202020204" pitchFamily="34" charset="0"/>
              </a:rPr>
              <a:t>19</a:t>
            </a:r>
            <a:endParaRPr lang="en-CA" sz="800" dirty="0" err="1">
              <a:solidFill>
                <a:srgbClr val="4D5966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D9B1543-D34C-0B64-E23A-AD36C8071AF0}"/>
              </a:ext>
            </a:extLst>
          </p:cNvPr>
          <p:cNvSpPr/>
          <p:nvPr/>
        </p:nvSpPr>
        <p:spPr bwMode="auto">
          <a:xfrm>
            <a:off x="698500" y="1968500"/>
            <a:ext cx="3175000" cy="29210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8F33C7-F9CB-A847-9C2F-1959F300F7BE}"/>
              </a:ext>
            </a:extLst>
          </p:cNvPr>
          <p:cNvSpPr/>
          <p:nvPr/>
        </p:nvSpPr>
        <p:spPr bwMode="auto">
          <a:xfrm>
            <a:off x="698500" y="1968500"/>
            <a:ext cx="63500" cy="2921000"/>
          </a:xfrm>
          <a:prstGeom prst="rect">
            <a:avLst/>
          </a:prstGeom>
          <a:solidFill>
            <a:srgbClr val="0075B8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7D1A8B-6049-BFC2-678D-815F73690E93}"/>
              </a:ext>
            </a:extLst>
          </p:cNvPr>
          <p:cNvSpPr txBox="1"/>
          <p:nvPr/>
        </p:nvSpPr>
        <p:spPr>
          <a:xfrm>
            <a:off x="927100" y="2159000"/>
            <a:ext cx="279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600" b="1">
                <a:solidFill>
                  <a:srgbClr val="0075B8"/>
                </a:solidFill>
                <a:latin typeface="Aptos" panose="020B0004020202020204" pitchFamily="34" charset="0"/>
              </a:rPr>
              <a:t>TOOLS</a:t>
            </a:r>
            <a:endParaRPr lang="en-CA" sz="16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701710-72FA-A400-90BD-5112E44E7CB9}"/>
              </a:ext>
            </a:extLst>
          </p:cNvPr>
          <p:cNvSpPr txBox="1"/>
          <p:nvPr/>
        </p:nvSpPr>
        <p:spPr>
          <a:xfrm>
            <a:off x="927100" y="2603500"/>
            <a:ext cx="27940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300">
                <a:solidFill>
                  <a:srgbClr val="071426"/>
                </a:solidFill>
                <a:latin typeface="Aptos" panose="020B0004020202020204" pitchFamily="34" charset="0"/>
              </a:rPr>
              <a:t>MCP
LangChain
Microsoft Agent Framework</a:t>
            </a:r>
            <a:endParaRPr lang="en-CA" sz="13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15151CF-98D2-5608-0246-A153E645D046}"/>
              </a:ext>
            </a:extLst>
          </p:cNvPr>
          <p:cNvSpPr/>
          <p:nvPr/>
        </p:nvSpPr>
        <p:spPr bwMode="auto">
          <a:xfrm>
            <a:off x="4508500" y="1968500"/>
            <a:ext cx="3175000" cy="29210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B4B15D-CE32-80A6-B73E-001B6DF87F96}"/>
              </a:ext>
            </a:extLst>
          </p:cNvPr>
          <p:cNvSpPr/>
          <p:nvPr/>
        </p:nvSpPr>
        <p:spPr bwMode="auto">
          <a:xfrm>
            <a:off x="4508500" y="1968500"/>
            <a:ext cx="63500" cy="2921000"/>
          </a:xfrm>
          <a:prstGeom prst="rect">
            <a:avLst/>
          </a:prstGeom>
          <a:solidFill>
            <a:srgbClr val="E09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364242-6F5D-39B4-53BE-86DA9A4DB917}"/>
              </a:ext>
            </a:extLst>
          </p:cNvPr>
          <p:cNvSpPr txBox="1"/>
          <p:nvPr/>
        </p:nvSpPr>
        <p:spPr>
          <a:xfrm>
            <a:off x="4737100" y="2159000"/>
            <a:ext cx="279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600" b="1">
                <a:solidFill>
                  <a:srgbClr val="E09000"/>
                </a:solidFill>
                <a:latin typeface="Aptos" panose="020B0004020202020204" pitchFamily="34" charset="0"/>
              </a:rPr>
              <a:t>FINANCE DATA</a:t>
            </a:r>
            <a:endParaRPr lang="en-CA" sz="1600" b="1" dirty="0" err="1">
              <a:solidFill>
                <a:srgbClr val="E09000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D52F01-721C-93C3-9DD9-CE5465FF553E}"/>
              </a:ext>
            </a:extLst>
          </p:cNvPr>
          <p:cNvSpPr txBox="1"/>
          <p:nvPr/>
        </p:nvSpPr>
        <p:spPr>
          <a:xfrm>
            <a:off x="4737100" y="2603500"/>
            <a:ext cx="27940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071426"/>
                </a:solidFill>
                <a:latin typeface="Aptos" panose="020B0004020202020204" pitchFamily="34" charset="0"/>
              </a:rPr>
              <a:t>ERP + consolidation
Tax + treasury systems
Ledgers + workpapers</a:t>
            </a:r>
            <a:endParaRPr lang="en-CA" sz="13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246E1E9-845B-1A32-DE2B-ACD30EF60185}"/>
              </a:ext>
            </a:extLst>
          </p:cNvPr>
          <p:cNvSpPr/>
          <p:nvPr/>
        </p:nvSpPr>
        <p:spPr bwMode="auto">
          <a:xfrm>
            <a:off x="8318500" y="1968500"/>
            <a:ext cx="3175000" cy="29210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C220DA-EB7B-4F32-460D-8037516FB124}"/>
              </a:ext>
            </a:extLst>
          </p:cNvPr>
          <p:cNvSpPr/>
          <p:nvPr/>
        </p:nvSpPr>
        <p:spPr bwMode="auto">
          <a:xfrm>
            <a:off x="8318500" y="1968500"/>
            <a:ext cx="63500" cy="2921000"/>
          </a:xfrm>
          <a:prstGeom prst="rect">
            <a:avLst/>
          </a:prstGeom>
          <a:solidFill>
            <a:srgbClr val="007A8A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43323B-72FD-9139-8E4B-914F1E38BB50}"/>
              </a:ext>
            </a:extLst>
          </p:cNvPr>
          <p:cNvSpPr txBox="1"/>
          <p:nvPr/>
        </p:nvSpPr>
        <p:spPr>
          <a:xfrm>
            <a:off x="8547100" y="2159000"/>
            <a:ext cx="279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600" b="1">
                <a:solidFill>
                  <a:srgbClr val="007A8A"/>
                </a:solidFill>
                <a:latin typeface="Aptos" panose="020B0004020202020204" pitchFamily="34" charset="0"/>
              </a:rPr>
              <a:t>MODELS</a:t>
            </a:r>
            <a:endParaRPr lang="en-CA" sz="1600" b="1" dirty="0" err="1">
              <a:solidFill>
                <a:srgbClr val="007A8A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A8BFA4-CF69-00E6-5395-1B65A42DE73E}"/>
              </a:ext>
            </a:extLst>
          </p:cNvPr>
          <p:cNvSpPr txBox="1"/>
          <p:nvPr/>
        </p:nvSpPr>
        <p:spPr>
          <a:xfrm>
            <a:off x="8547100" y="2603500"/>
            <a:ext cx="27940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300">
                <a:solidFill>
                  <a:srgbClr val="071426"/>
                </a:solidFill>
                <a:latin typeface="Aptos" panose="020B0004020202020204" pitchFamily="34" charset="0"/>
              </a:rPr>
              <a:t>Azure OpenAI + OpenAI
Anthropic
Ollama / local</a:t>
            </a:r>
            <a:endParaRPr lang="en-CA" sz="13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5FC7EB-5873-1587-1175-55922BC62CAA}"/>
              </a:ext>
            </a:extLst>
          </p:cNvPr>
          <p:cNvSpPr txBox="1"/>
          <p:nvPr/>
        </p:nvSpPr>
        <p:spPr>
          <a:xfrm>
            <a:off x="952500" y="5651500"/>
            <a:ext cx="10287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700" b="1">
                <a:solidFill>
                  <a:srgbClr val="071426"/>
                </a:solidFill>
                <a:latin typeface="Aptos" panose="020B0004020202020204" pitchFamily="34" charset="0"/>
              </a:rPr>
              <a:t>Autarch is the governance substrate beneath the ecosystem - not another model silo.</a:t>
            </a:r>
            <a:endParaRPr lang="en-CA" sz="17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8067785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E728BE-9382-FB76-DC04-6159C040660A}"/>
              </a:ext>
            </a:extLst>
          </p:cNvPr>
          <p:cNvSpPr txBox="1"/>
          <p:nvPr/>
        </p:nvSpPr>
        <p:spPr>
          <a:xfrm>
            <a:off x="609600" y="215900"/>
            <a:ext cx="825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900" b="1">
                <a:solidFill>
                  <a:srgbClr val="0075B8"/>
                </a:solidFill>
                <a:latin typeface="Aptos" panose="020B0004020202020204" pitchFamily="34" charset="0"/>
              </a:rPr>
              <a:t>PRODUCTION FOUNDATION</a:t>
            </a:r>
            <a:endParaRPr lang="en-CA" sz="9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270DCB-5338-B682-56E9-AFF696BC47FC}"/>
              </a:ext>
            </a:extLst>
          </p:cNvPr>
          <p:cNvSpPr txBox="1"/>
          <p:nvPr/>
        </p:nvSpPr>
        <p:spPr>
          <a:xfrm>
            <a:off x="609600" y="482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71426"/>
                </a:solidFill>
                <a:latin typeface="Aptos" panose="020B0004020202020204" pitchFamily="34" charset="0"/>
              </a:rPr>
              <a:t>Deploy from edge to enterprise</a:t>
            </a:r>
            <a:endParaRPr lang="en-CA" sz="28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6CC8B8-F980-1620-66D7-C4B28EC60148}"/>
              </a:ext>
            </a:extLst>
          </p:cNvPr>
          <p:cNvSpPr txBox="1"/>
          <p:nvPr/>
        </p:nvSpPr>
        <p:spPr>
          <a:xfrm>
            <a:off x="11201400" y="6464300"/>
            <a:ext cx="381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CA" sz="800">
                <a:solidFill>
                  <a:srgbClr val="4D5966"/>
                </a:solidFill>
                <a:latin typeface="Aptos" panose="020B0004020202020204" pitchFamily="34" charset="0"/>
              </a:rPr>
              <a:t>20</a:t>
            </a:r>
            <a:endParaRPr lang="en-CA" sz="800" dirty="0" err="1">
              <a:solidFill>
                <a:srgbClr val="4D5966"/>
              </a:solidFill>
              <a:latin typeface="Aptos" panose="020B000402020202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7D912E4-C3DA-3AE1-C3B0-D085E5B7D048}"/>
              </a:ext>
            </a:extLst>
          </p:cNvPr>
          <p:cNvSpPr/>
          <p:nvPr/>
        </p:nvSpPr>
        <p:spPr bwMode="auto">
          <a:xfrm>
            <a:off x="762000" y="1892300"/>
            <a:ext cx="101600" cy="101600"/>
          </a:xfrm>
          <a:prstGeom prst="ellipse">
            <a:avLst/>
          </a:prstGeom>
          <a:solidFill>
            <a:srgbClr val="0075B8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12BCA0-61A5-EE18-6C25-F16EAB4B42CC}"/>
              </a:ext>
            </a:extLst>
          </p:cNvPr>
          <p:cNvSpPr txBox="1"/>
          <p:nvPr/>
        </p:nvSpPr>
        <p:spPr>
          <a:xfrm>
            <a:off x="1016000" y="1803400"/>
            <a:ext cx="6731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071426"/>
                </a:solidFill>
                <a:latin typeface="Aptos" panose="020B0004020202020204" pitchFamily="34" charset="0"/>
              </a:rPr>
              <a:t>Pure Python core + SQLite; zero required runtime dependencies</a:t>
            </a:r>
            <a:endParaRPr lang="en-CA" sz="16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4A092CC-11B2-DC4B-72C4-5FB3E9ECDE5B}"/>
              </a:ext>
            </a:extLst>
          </p:cNvPr>
          <p:cNvSpPr/>
          <p:nvPr/>
        </p:nvSpPr>
        <p:spPr bwMode="auto">
          <a:xfrm>
            <a:off x="762000" y="2552700"/>
            <a:ext cx="101600" cy="101600"/>
          </a:xfrm>
          <a:prstGeom prst="ellipse">
            <a:avLst/>
          </a:prstGeom>
          <a:solidFill>
            <a:srgbClr val="0075B8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4EDA4D-23CC-141B-FCE2-FF725FF2AF32}"/>
              </a:ext>
            </a:extLst>
          </p:cNvPr>
          <p:cNvSpPr txBox="1"/>
          <p:nvPr/>
        </p:nvSpPr>
        <p:spPr>
          <a:xfrm>
            <a:off x="1016000" y="2463800"/>
            <a:ext cx="6731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071426"/>
                </a:solidFill>
                <a:latin typeface="Aptos" panose="020B0004020202020204" pitchFamily="34" charset="0"/>
              </a:rPr>
              <a:t>Offline path and first-class local-model support</a:t>
            </a:r>
            <a:endParaRPr lang="en-CA" sz="16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E6E8A44-BD6C-5F6B-196C-B482415319D2}"/>
              </a:ext>
            </a:extLst>
          </p:cNvPr>
          <p:cNvSpPr/>
          <p:nvPr/>
        </p:nvSpPr>
        <p:spPr bwMode="auto">
          <a:xfrm>
            <a:off x="762000" y="3213100"/>
            <a:ext cx="101600" cy="101600"/>
          </a:xfrm>
          <a:prstGeom prst="ellipse">
            <a:avLst/>
          </a:prstGeom>
          <a:solidFill>
            <a:srgbClr val="0075B8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862324-FEAE-F94F-B52F-9880743142E1}"/>
              </a:ext>
            </a:extLst>
          </p:cNvPr>
          <p:cNvSpPr txBox="1"/>
          <p:nvPr/>
        </p:nvSpPr>
        <p:spPr>
          <a:xfrm>
            <a:off x="1016000" y="3124200"/>
            <a:ext cx="6731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071426"/>
                </a:solidFill>
                <a:latin typeface="Aptos" panose="020B0004020202020204" pitchFamily="34" charset="0"/>
              </a:rPr>
              <a:t>Container health/readiness and structured telemetry</a:t>
            </a:r>
            <a:endParaRPr lang="en-CA" sz="16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74E0DFC-D76E-33E2-A866-0A62BEDF1A43}"/>
              </a:ext>
            </a:extLst>
          </p:cNvPr>
          <p:cNvSpPr/>
          <p:nvPr/>
        </p:nvSpPr>
        <p:spPr bwMode="auto">
          <a:xfrm>
            <a:off x="762000" y="3873500"/>
            <a:ext cx="101600" cy="101600"/>
          </a:xfrm>
          <a:prstGeom prst="ellipse">
            <a:avLst/>
          </a:prstGeom>
          <a:solidFill>
            <a:srgbClr val="0075B8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1565C1-E9AD-1C06-CE70-FCFB00C72C0A}"/>
              </a:ext>
            </a:extLst>
          </p:cNvPr>
          <p:cNvSpPr txBox="1"/>
          <p:nvPr/>
        </p:nvSpPr>
        <p:spPr>
          <a:xfrm>
            <a:off x="1016000" y="3784600"/>
            <a:ext cx="6731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071426"/>
                </a:solidFill>
                <a:latin typeface="Aptos" panose="020B0004020202020204" pitchFamily="34" charset="0"/>
              </a:rPr>
              <a:t>Durable runs, retries, rate limits, and circuit breakers</a:t>
            </a:r>
            <a:endParaRPr lang="en-CA" sz="16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3D00267-42CC-BA09-DBBD-860B228D7CF8}"/>
              </a:ext>
            </a:extLst>
          </p:cNvPr>
          <p:cNvSpPr/>
          <p:nvPr/>
        </p:nvSpPr>
        <p:spPr bwMode="auto">
          <a:xfrm>
            <a:off x="762000" y="4533900"/>
            <a:ext cx="101600" cy="101600"/>
          </a:xfrm>
          <a:prstGeom prst="ellipse">
            <a:avLst/>
          </a:prstGeom>
          <a:solidFill>
            <a:srgbClr val="0075B8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D6EBC1-4FE2-4BE3-6A3F-BC1E25B212CA}"/>
              </a:ext>
            </a:extLst>
          </p:cNvPr>
          <p:cNvSpPr txBox="1"/>
          <p:nvPr/>
        </p:nvSpPr>
        <p:spPr>
          <a:xfrm>
            <a:off x="1016000" y="4445000"/>
            <a:ext cx="6731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071426"/>
                </a:solidFill>
                <a:latin typeface="Aptos" panose="020B0004020202020204" pitchFamily="34" charset="0"/>
              </a:rPr>
              <a:t>Encrypted mesh and signed distributed provenance</a:t>
            </a:r>
            <a:endParaRPr lang="en-CA" sz="16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B36E0CC-D5D8-B431-7A7B-8EAF190AB0DA}"/>
              </a:ext>
            </a:extLst>
          </p:cNvPr>
          <p:cNvSpPr/>
          <p:nvPr/>
        </p:nvSpPr>
        <p:spPr bwMode="auto">
          <a:xfrm>
            <a:off x="762000" y="5194300"/>
            <a:ext cx="101600" cy="101600"/>
          </a:xfrm>
          <a:prstGeom prst="ellipse">
            <a:avLst/>
          </a:prstGeom>
          <a:solidFill>
            <a:srgbClr val="0075B8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A13A30-2B50-59A7-FAB6-A5C142AD16F0}"/>
              </a:ext>
            </a:extLst>
          </p:cNvPr>
          <p:cNvSpPr txBox="1"/>
          <p:nvPr/>
        </p:nvSpPr>
        <p:spPr>
          <a:xfrm>
            <a:off x="1016000" y="5105400"/>
            <a:ext cx="6731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071426"/>
                </a:solidFill>
                <a:latin typeface="Aptos" panose="020B0004020202020204" pitchFamily="34" charset="0"/>
              </a:rPr>
              <a:t>Typed errors for predictable integration</a:t>
            </a:r>
            <a:endParaRPr lang="en-CA" sz="16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ABBABEA-8C67-FD34-9FEE-469C4F12F48E}"/>
              </a:ext>
            </a:extLst>
          </p:cNvPr>
          <p:cNvSpPr/>
          <p:nvPr/>
        </p:nvSpPr>
        <p:spPr bwMode="auto">
          <a:xfrm>
            <a:off x="8255000" y="2222500"/>
            <a:ext cx="2794000" cy="27940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9589924-2AA1-D5FB-A990-AA36F27F9976}"/>
              </a:ext>
            </a:extLst>
          </p:cNvPr>
          <p:cNvSpPr txBox="1"/>
          <p:nvPr/>
        </p:nvSpPr>
        <p:spPr>
          <a:xfrm>
            <a:off x="8255000" y="2578100"/>
            <a:ext cx="279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500" b="1">
                <a:solidFill>
                  <a:srgbClr val="0075B8"/>
                </a:solidFill>
                <a:latin typeface="Aptos" panose="020B0004020202020204" pitchFamily="34" charset="0"/>
              </a:rPr>
              <a:t>EDGE</a:t>
            </a:r>
            <a:endParaRPr lang="en-CA" sz="15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4C21E0-C64F-AA80-C564-E8BA194B6DB8}"/>
              </a:ext>
            </a:extLst>
          </p:cNvPr>
          <p:cNvSpPr txBox="1"/>
          <p:nvPr/>
        </p:nvSpPr>
        <p:spPr>
          <a:xfrm>
            <a:off x="8255000" y="3073400"/>
            <a:ext cx="2794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2200" b="1">
                <a:solidFill>
                  <a:srgbClr val="4D5966"/>
                </a:solidFill>
                <a:latin typeface="Aptos" panose="020B0004020202020204" pitchFamily="34" charset="0"/>
              </a:rPr>
              <a:t>v</a:t>
            </a:r>
            <a:endParaRPr lang="en-CA" sz="2200" b="1" dirty="0" err="1">
              <a:solidFill>
                <a:srgbClr val="4D5966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A505CB-7D8F-233B-A7D8-2A680B8E6A77}"/>
              </a:ext>
            </a:extLst>
          </p:cNvPr>
          <p:cNvSpPr txBox="1"/>
          <p:nvPr/>
        </p:nvSpPr>
        <p:spPr>
          <a:xfrm>
            <a:off x="8255000" y="3632200"/>
            <a:ext cx="279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500" b="1">
                <a:solidFill>
                  <a:srgbClr val="E09000"/>
                </a:solidFill>
                <a:latin typeface="Aptos" panose="020B0004020202020204" pitchFamily="34" charset="0"/>
              </a:rPr>
              <a:t>AIR-GAPPED</a:t>
            </a:r>
            <a:endParaRPr lang="en-CA" sz="1500" b="1" dirty="0" err="1">
              <a:solidFill>
                <a:srgbClr val="E09000"/>
              </a:solidFill>
              <a:latin typeface="Aptos" panose="020B00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A27148-83F9-65F6-5A82-FBC432906F53}"/>
              </a:ext>
            </a:extLst>
          </p:cNvPr>
          <p:cNvSpPr txBox="1"/>
          <p:nvPr/>
        </p:nvSpPr>
        <p:spPr>
          <a:xfrm>
            <a:off x="8255000" y="4114800"/>
            <a:ext cx="2794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2200" b="1">
                <a:solidFill>
                  <a:srgbClr val="4D5966"/>
                </a:solidFill>
                <a:latin typeface="Aptos" panose="020B0004020202020204" pitchFamily="34" charset="0"/>
              </a:rPr>
              <a:t>v</a:t>
            </a:r>
            <a:endParaRPr lang="en-CA" sz="2200" b="1" dirty="0" err="1">
              <a:solidFill>
                <a:srgbClr val="4D5966"/>
              </a:solidFill>
              <a:latin typeface="Aptos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5E60FA-938E-529E-EB02-3E0FF18E4029}"/>
              </a:ext>
            </a:extLst>
          </p:cNvPr>
          <p:cNvSpPr txBox="1"/>
          <p:nvPr/>
        </p:nvSpPr>
        <p:spPr>
          <a:xfrm>
            <a:off x="8255000" y="4648200"/>
            <a:ext cx="279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500" b="1">
                <a:solidFill>
                  <a:srgbClr val="007A8A"/>
                </a:solidFill>
                <a:latin typeface="Aptos" panose="020B0004020202020204" pitchFamily="34" charset="0"/>
              </a:rPr>
              <a:t>SERVICE FLEET</a:t>
            </a:r>
            <a:endParaRPr lang="en-CA" sz="1500" b="1" dirty="0" err="1">
              <a:solidFill>
                <a:srgbClr val="007A8A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2233822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554FC9-F277-E51F-35AC-4D97D6FD14E8}"/>
              </a:ext>
            </a:extLst>
          </p:cNvPr>
          <p:cNvSpPr txBox="1"/>
          <p:nvPr/>
        </p:nvSpPr>
        <p:spPr>
          <a:xfrm>
            <a:off x="609600" y="215900"/>
            <a:ext cx="825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900" b="1">
                <a:solidFill>
                  <a:srgbClr val="0075B8"/>
                </a:solidFill>
                <a:latin typeface="Aptos" panose="020B0004020202020204" pitchFamily="34" charset="0"/>
              </a:rPr>
              <a:t>WHY BUY</a:t>
            </a:r>
            <a:endParaRPr lang="en-CA" sz="9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FB5AD3-1613-2450-820D-B090421A1B73}"/>
              </a:ext>
            </a:extLst>
          </p:cNvPr>
          <p:cNvSpPr txBox="1"/>
          <p:nvPr/>
        </p:nvSpPr>
        <p:spPr>
          <a:xfrm>
            <a:off x="609600" y="482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2800" b="1">
                <a:solidFill>
                  <a:srgbClr val="071426"/>
                </a:solidFill>
                <a:latin typeface="Aptos" panose="020B0004020202020204" pitchFamily="34" charset="0"/>
              </a:rPr>
              <a:t>Business value</a:t>
            </a:r>
            <a:endParaRPr lang="en-CA" sz="28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158DC1-1E1A-AE88-0B49-43AA943CEFAB}"/>
              </a:ext>
            </a:extLst>
          </p:cNvPr>
          <p:cNvSpPr txBox="1"/>
          <p:nvPr/>
        </p:nvSpPr>
        <p:spPr>
          <a:xfrm>
            <a:off x="11201400" y="6464300"/>
            <a:ext cx="381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CA" sz="800">
                <a:solidFill>
                  <a:srgbClr val="4D5966"/>
                </a:solidFill>
                <a:latin typeface="Aptos" panose="020B0004020202020204" pitchFamily="34" charset="0"/>
              </a:rPr>
              <a:t>21</a:t>
            </a:r>
            <a:endParaRPr lang="en-CA" sz="800" dirty="0" err="1">
              <a:solidFill>
                <a:srgbClr val="4D5966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9902CB9-E007-4722-4647-B562DE0E9AC4}"/>
              </a:ext>
            </a:extLst>
          </p:cNvPr>
          <p:cNvSpPr/>
          <p:nvPr/>
        </p:nvSpPr>
        <p:spPr bwMode="auto">
          <a:xfrm>
            <a:off x="698500" y="1905000"/>
            <a:ext cx="4889500" cy="18415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3EE47A-A793-F58D-B270-500627E0A8DF}"/>
              </a:ext>
            </a:extLst>
          </p:cNvPr>
          <p:cNvSpPr/>
          <p:nvPr/>
        </p:nvSpPr>
        <p:spPr bwMode="auto">
          <a:xfrm>
            <a:off x="698500" y="1905000"/>
            <a:ext cx="63500" cy="1841500"/>
          </a:xfrm>
          <a:prstGeom prst="rect">
            <a:avLst/>
          </a:prstGeom>
          <a:solidFill>
            <a:srgbClr val="0075B8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6E2136-FF2B-5FA9-2D1F-BE3BE5BA6845}"/>
              </a:ext>
            </a:extLst>
          </p:cNvPr>
          <p:cNvSpPr txBox="1"/>
          <p:nvPr/>
        </p:nvSpPr>
        <p:spPr>
          <a:xfrm>
            <a:off x="927100" y="2095500"/>
            <a:ext cx="4508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600" b="1">
                <a:solidFill>
                  <a:srgbClr val="0075B8"/>
                </a:solidFill>
                <a:latin typeface="Aptos" panose="020B0004020202020204" pitchFamily="34" charset="0"/>
              </a:rPr>
              <a:t>SHIP FASTER</a:t>
            </a:r>
            <a:endParaRPr lang="en-CA" sz="16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7B213B-1DC6-1800-EB91-CDB7694D0FC0}"/>
              </a:ext>
            </a:extLst>
          </p:cNvPr>
          <p:cNvSpPr txBox="1"/>
          <p:nvPr/>
        </p:nvSpPr>
        <p:spPr>
          <a:xfrm>
            <a:off x="927100" y="2540000"/>
            <a:ext cx="4508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071426"/>
                </a:solidFill>
                <a:latin typeface="Aptos" panose="020B0004020202020204" pitchFamily="34" charset="0"/>
              </a:rPr>
              <a:t>Reuse blueprints, controls, integrations, and approval patterns.</a:t>
            </a:r>
            <a:endParaRPr lang="en-CA" sz="13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82522B3-EB68-EAE1-C186-1E9E2DD01BCB}"/>
              </a:ext>
            </a:extLst>
          </p:cNvPr>
          <p:cNvSpPr/>
          <p:nvPr/>
        </p:nvSpPr>
        <p:spPr bwMode="auto">
          <a:xfrm>
            <a:off x="6477000" y="1905000"/>
            <a:ext cx="4889500" cy="18415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1AB236-57F9-470C-3D77-F0A8AD7B214B}"/>
              </a:ext>
            </a:extLst>
          </p:cNvPr>
          <p:cNvSpPr/>
          <p:nvPr/>
        </p:nvSpPr>
        <p:spPr bwMode="auto">
          <a:xfrm>
            <a:off x="6477000" y="1905000"/>
            <a:ext cx="63500" cy="1841500"/>
          </a:xfrm>
          <a:prstGeom prst="rect">
            <a:avLst/>
          </a:prstGeom>
          <a:solidFill>
            <a:srgbClr val="E09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E0D70C-8DA3-8805-17AD-3F47895AA451}"/>
              </a:ext>
            </a:extLst>
          </p:cNvPr>
          <p:cNvSpPr txBox="1"/>
          <p:nvPr/>
        </p:nvSpPr>
        <p:spPr>
          <a:xfrm>
            <a:off x="6705600" y="2095500"/>
            <a:ext cx="4508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600" b="1">
                <a:solidFill>
                  <a:srgbClr val="E09000"/>
                </a:solidFill>
                <a:latin typeface="Aptos" panose="020B0004020202020204" pitchFamily="34" charset="0"/>
              </a:rPr>
              <a:t>REDUCE BLAST RADIUS</a:t>
            </a:r>
            <a:endParaRPr lang="en-CA" sz="1600" b="1" dirty="0" err="1">
              <a:solidFill>
                <a:srgbClr val="E09000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5F3AFA-13ED-C384-5AFB-A6E4205D8A37}"/>
              </a:ext>
            </a:extLst>
          </p:cNvPr>
          <p:cNvSpPr txBox="1"/>
          <p:nvPr/>
        </p:nvSpPr>
        <p:spPr>
          <a:xfrm>
            <a:off x="6705600" y="2540000"/>
            <a:ext cx="45085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071426"/>
                </a:solidFill>
                <a:latin typeface="Aptos" panose="020B0004020202020204" pitchFamily="34" charset="0"/>
              </a:rPr>
              <a:t>Give every agent only the tools, scope, limits, and budget it needs.</a:t>
            </a:r>
            <a:endParaRPr lang="en-CA" sz="13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E3F344B-3B6E-422A-50E8-4302519DF3D6}"/>
              </a:ext>
            </a:extLst>
          </p:cNvPr>
          <p:cNvSpPr/>
          <p:nvPr/>
        </p:nvSpPr>
        <p:spPr bwMode="auto">
          <a:xfrm>
            <a:off x="698500" y="4191000"/>
            <a:ext cx="4889500" cy="18415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9C1669-B1D4-CE56-CEDD-23795C532721}"/>
              </a:ext>
            </a:extLst>
          </p:cNvPr>
          <p:cNvSpPr/>
          <p:nvPr/>
        </p:nvSpPr>
        <p:spPr bwMode="auto">
          <a:xfrm>
            <a:off x="698500" y="4191000"/>
            <a:ext cx="63500" cy="1841500"/>
          </a:xfrm>
          <a:prstGeom prst="rect">
            <a:avLst/>
          </a:prstGeom>
          <a:solidFill>
            <a:srgbClr val="007A8A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E99FB6-14CA-2504-F463-0DF6FADC347E}"/>
              </a:ext>
            </a:extLst>
          </p:cNvPr>
          <p:cNvSpPr txBox="1"/>
          <p:nvPr/>
        </p:nvSpPr>
        <p:spPr>
          <a:xfrm>
            <a:off x="927100" y="4381500"/>
            <a:ext cx="4508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600" b="1">
                <a:solidFill>
                  <a:srgbClr val="007A8A"/>
                </a:solidFill>
                <a:latin typeface="Aptos" panose="020B0004020202020204" pitchFamily="34" charset="0"/>
              </a:rPr>
              <a:t>ACCELERATE ASSURANCE</a:t>
            </a:r>
            <a:endParaRPr lang="en-CA" sz="1600" b="1" dirty="0" err="1">
              <a:solidFill>
                <a:srgbClr val="007A8A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127229-EFC5-9A3C-D5DC-4CC4C9866758}"/>
              </a:ext>
            </a:extLst>
          </p:cNvPr>
          <p:cNvSpPr txBox="1"/>
          <p:nvPr/>
        </p:nvSpPr>
        <p:spPr>
          <a:xfrm>
            <a:off x="927100" y="4826000"/>
            <a:ext cx="45085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071426"/>
                </a:solidFill>
                <a:latin typeface="Aptos" panose="020B0004020202020204" pitchFamily="34" charset="0"/>
              </a:rPr>
              <a:t>Generate operational evidence as part of execution - not after it.</a:t>
            </a:r>
            <a:endParaRPr lang="en-CA" sz="13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57793B5-FB08-66A3-1012-FBC3911734BB}"/>
              </a:ext>
            </a:extLst>
          </p:cNvPr>
          <p:cNvSpPr/>
          <p:nvPr/>
        </p:nvSpPr>
        <p:spPr bwMode="auto">
          <a:xfrm>
            <a:off x="6477000" y="4191000"/>
            <a:ext cx="4889500" cy="18415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87C1FA0-39D5-C04D-8C46-3130B7675D6D}"/>
              </a:ext>
            </a:extLst>
          </p:cNvPr>
          <p:cNvSpPr/>
          <p:nvPr/>
        </p:nvSpPr>
        <p:spPr bwMode="auto">
          <a:xfrm>
            <a:off x="6477000" y="4191000"/>
            <a:ext cx="63500" cy="1841500"/>
          </a:xfrm>
          <a:prstGeom prst="rect">
            <a:avLst/>
          </a:prstGeom>
          <a:solidFill>
            <a:srgbClr val="0075B8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B351B4-3DCF-9E90-040A-CB3A0B6FBA9F}"/>
              </a:ext>
            </a:extLst>
          </p:cNvPr>
          <p:cNvSpPr txBox="1"/>
          <p:nvPr/>
        </p:nvSpPr>
        <p:spPr>
          <a:xfrm>
            <a:off x="6705600" y="4381500"/>
            <a:ext cx="4508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600" b="1">
                <a:solidFill>
                  <a:srgbClr val="0075B8"/>
                </a:solidFill>
                <a:latin typeface="Aptos" panose="020B0004020202020204" pitchFamily="34" charset="0"/>
              </a:rPr>
              <a:t>AVOID LOCK-IN</a:t>
            </a:r>
            <a:endParaRPr lang="en-CA" sz="16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3001C7-78CB-AF52-53B7-C2853F4A0EAF}"/>
              </a:ext>
            </a:extLst>
          </p:cNvPr>
          <p:cNvSpPr txBox="1"/>
          <p:nvPr/>
        </p:nvSpPr>
        <p:spPr>
          <a:xfrm>
            <a:off x="6705600" y="4826000"/>
            <a:ext cx="45085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071426"/>
                </a:solidFill>
                <a:latin typeface="Aptos" panose="020B0004020202020204" pitchFamily="34" charset="0"/>
              </a:rPr>
              <a:t>Replace models and orchestration while governance remains consistent.</a:t>
            </a:r>
            <a:endParaRPr lang="en-CA" sz="13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7293103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D658486-44D6-8ECB-E089-50A397E688C4}"/>
              </a:ext>
            </a:extLst>
          </p:cNvPr>
          <p:cNvSpPr txBox="1"/>
          <p:nvPr/>
        </p:nvSpPr>
        <p:spPr>
          <a:xfrm>
            <a:off x="609600" y="215900"/>
            <a:ext cx="825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900" b="1">
                <a:solidFill>
                  <a:srgbClr val="0075B8"/>
                </a:solidFill>
                <a:latin typeface="Aptos" panose="020B0004020202020204" pitchFamily="34" charset="0"/>
              </a:rPr>
              <a:t>CATEGORY DIFFERENTIATION</a:t>
            </a:r>
            <a:endParaRPr lang="en-CA" sz="9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368E93-B604-8C48-86A1-77AB874725E8}"/>
              </a:ext>
            </a:extLst>
          </p:cNvPr>
          <p:cNvSpPr txBox="1"/>
          <p:nvPr/>
        </p:nvSpPr>
        <p:spPr>
          <a:xfrm>
            <a:off x="609600" y="482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2800" b="1">
                <a:solidFill>
                  <a:srgbClr val="071426"/>
                </a:solidFill>
                <a:latin typeface="Aptos" panose="020B0004020202020204" pitchFamily="34" charset="0"/>
              </a:rPr>
              <a:t>Competitive position</a:t>
            </a:r>
            <a:endParaRPr lang="en-CA" sz="28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418444-9CD4-B22F-91A8-EC93DCE42281}"/>
              </a:ext>
            </a:extLst>
          </p:cNvPr>
          <p:cNvSpPr txBox="1"/>
          <p:nvPr/>
        </p:nvSpPr>
        <p:spPr>
          <a:xfrm>
            <a:off x="11201400" y="6464300"/>
            <a:ext cx="381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CA" sz="800">
                <a:solidFill>
                  <a:srgbClr val="4D5966"/>
                </a:solidFill>
                <a:latin typeface="Aptos" panose="020B0004020202020204" pitchFamily="34" charset="0"/>
              </a:rPr>
              <a:t>22</a:t>
            </a:r>
            <a:endParaRPr lang="en-CA" sz="800" dirty="0" err="1">
              <a:solidFill>
                <a:srgbClr val="4D5966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334C4F-1CAA-6967-B258-8926667F079E}"/>
              </a:ext>
            </a:extLst>
          </p:cNvPr>
          <p:cNvSpPr/>
          <p:nvPr/>
        </p:nvSpPr>
        <p:spPr bwMode="auto">
          <a:xfrm>
            <a:off x="635000" y="1676400"/>
            <a:ext cx="5334000" cy="533400"/>
          </a:xfrm>
          <a:prstGeom prst="rect">
            <a:avLst/>
          </a:prstGeom>
          <a:solidFill>
            <a:srgbClr val="EFF4F8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693B88-F91D-C84B-3B5D-6AD570241D90}"/>
              </a:ext>
            </a:extLst>
          </p:cNvPr>
          <p:cNvSpPr txBox="1"/>
          <p:nvPr/>
        </p:nvSpPr>
        <p:spPr>
          <a:xfrm>
            <a:off x="762000" y="1841500"/>
            <a:ext cx="508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000" b="1">
                <a:solidFill>
                  <a:srgbClr val="071426"/>
                </a:solidFill>
                <a:latin typeface="Aptos" panose="020B0004020202020204" pitchFamily="34" charset="0"/>
              </a:rPr>
              <a:t>CAPABILITY</a:t>
            </a:r>
            <a:endParaRPr lang="en-CA" sz="10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8E4F82-B235-E603-3973-80E6388ECA91}"/>
              </a:ext>
            </a:extLst>
          </p:cNvPr>
          <p:cNvSpPr/>
          <p:nvPr/>
        </p:nvSpPr>
        <p:spPr bwMode="auto">
          <a:xfrm>
            <a:off x="5969000" y="1676400"/>
            <a:ext cx="1905000" cy="533400"/>
          </a:xfrm>
          <a:prstGeom prst="rect">
            <a:avLst/>
          </a:prstGeom>
          <a:solidFill>
            <a:srgbClr val="EFF4F8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E2AA19-2E24-A8BD-A7D4-59D10209B386}"/>
              </a:ext>
            </a:extLst>
          </p:cNvPr>
          <p:cNvSpPr txBox="1"/>
          <p:nvPr/>
        </p:nvSpPr>
        <p:spPr>
          <a:xfrm>
            <a:off x="6096000" y="1841500"/>
            <a:ext cx="165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000" b="1">
                <a:solidFill>
                  <a:srgbClr val="071426"/>
                </a:solidFill>
                <a:latin typeface="Aptos" panose="020B0004020202020204" pitchFamily="34" charset="0"/>
              </a:rPr>
              <a:t>AUTARCH</a:t>
            </a:r>
            <a:endParaRPr lang="en-CA" sz="10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F51ADA-4E61-0BE6-D8C2-4E66E4EEE06F}"/>
              </a:ext>
            </a:extLst>
          </p:cNvPr>
          <p:cNvSpPr/>
          <p:nvPr/>
        </p:nvSpPr>
        <p:spPr bwMode="auto">
          <a:xfrm>
            <a:off x="7874000" y="1676400"/>
            <a:ext cx="3810000" cy="533400"/>
          </a:xfrm>
          <a:prstGeom prst="rect">
            <a:avLst/>
          </a:prstGeom>
          <a:solidFill>
            <a:srgbClr val="EFF4F8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E4737E-CB07-984F-49BD-B896D551DCA2}"/>
              </a:ext>
            </a:extLst>
          </p:cNvPr>
          <p:cNvSpPr txBox="1"/>
          <p:nvPr/>
        </p:nvSpPr>
        <p:spPr>
          <a:xfrm>
            <a:off x="8001000" y="1841500"/>
            <a:ext cx="3556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000" b="1">
                <a:solidFill>
                  <a:srgbClr val="071426"/>
                </a:solidFill>
                <a:latin typeface="Aptos" panose="020B0004020202020204" pitchFamily="34" charset="0"/>
              </a:rPr>
              <a:t>TYPICAL ORCHESTRATION-FIRST STACK</a:t>
            </a:r>
            <a:endParaRPr lang="en-CA" sz="10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4F70CB-BA3E-1939-32EC-7BF27D6AF28D}"/>
              </a:ext>
            </a:extLst>
          </p:cNvPr>
          <p:cNvSpPr/>
          <p:nvPr/>
        </p:nvSpPr>
        <p:spPr bwMode="auto">
          <a:xfrm>
            <a:off x="635000" y="2235200"/>
            <a:ext cx="5334000" cy="5842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74810D-AF79-DE12-7949-9728019EEB6B}"/>
              </a:ext>
            </a:extLst>
          </p:cNvPr>
          <p:cNvSpPr txBox="1"/>
          <p:nvPr/>
        </p:nvSpPr>
        <p:spPr>
          <a:xfrm>
            <a:off x="762000" y="2400300"/>
            <a:ext cx="508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200">
                <a:solidFill>
                  <a:srgbClr val="071426"/>
                </a:solidFill>
                <a:latin typeface="Aptos" panose="020B0004020202020204" pitchFamily="34" charset="0"/>
              </a:rPr>
              <a:t>Versioned agent factory</a:t>
            </a:r>
            <a:endParaRPr lang="en-CA" sz="12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5C5E9E-4B5F-C359-BD02-DE49DFD0D52F}"/>
              </a:ext>
            </a:extLst>
          </p:cNvPr>
          <p:cNvSpPr/>
          <p:nvPr/>
        </p:nvSpPr>
        <p:spPr bwMode="auto">
          <a:xfrm>
            <a:off x="5969000" y="2235200"/>
            <a:ext cx="1905000" cy="5842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C333B5-5F06-2D51-753F-EC9ED979AFFC}"/>
              </a:ext>
            </a:extLst>
          </p:cNvPr>
          <p:cNvSpPr txBox="1"/>
          <p:nvPr/>
        </p:nvSpPr>
        <p:spPr>
          <a:xfrm>
            <a:off x="6096000" y="2400300"/>
            <a:ext cx="165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200" b="1">
                <a:solidFill>
                  <a:srgbClr val="007A8A"/>
                </a:solidFill>
                <a:latin typeface="Aptos" panose="020B0004020202020204" pitchFamily="34" charset="0"/>
              </a:rPr>
              <a:t>NATIVE</a:t>
            </a:r>
            <a:endParaRPr lang="en-CA" sz="1200" b="1" dirty="0" err="1">
              <a:solidFill>
                <a:srgbClr val="007A8A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65B6CA5-746A-1D3F-06D2-0425F8F5A016}"/>
              </a:ext>
            </a:extLst>
          </p:cNvPr>
          <p:cNvSpPr/>
          <p:nvPr/>
        </p:nvSpPr>
        <p:spPr bwMode="auto">
          <a:xfrm>
            <a:off x="7874000" y="2235200"/>
            <a:ext cx="3810000" cy="5842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82237A-E94A-4AC1-E079-C8B1298D1F4B}"/>
              </a:ext>
            </a:extLst>
          </p:cNvPr>
          <p:cNvSpPr txBox="1"/>
          <p:nvPr/>
        </p:nvSpPr>
        <p:spPr>
          <a:xfrm>
            <a:off x="8001000" y="2400300"/>
            <a:ext cx="355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200">
                <a:solidFill>
                  <a:srgbClr val="071426"/>
                </a:solidFill>
                <a:latin typeface="Aptos" panose="020B0004020202020204" pitchFamily="34" charset="0"/>
              </a:rPr>
              <a:t>Application-built</a:t>
            </a:r>
            <a:endParaRPr lang="en-CA" sz="12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702E79-3621-E58D-F41B-5C13DB5BE8CF}"/>
              </a:ext>
            </a:extLst>
          </p:cNvPr>
          <p:cNvSpPr/>
          <p:nvPr/>
        </p:nvSpPr>
        <p:spPr bwMode="auto">
          <a:xfrm>
            <a:off x="635000" y="2844800"/>
            <a:ext cx="5334000" cy="584200"/>
          </a:xfrm>
          <a:prstGeom prst="rect">
            <a:avLst/>
          </a:prstGeom>
          <a:solidFill>
            <a:srgbClr val="EFF4F8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6DA6FF-D3DA-8AB3-2D2E-4A13783CAC4F}"/>
              </a:ext>
            </a:extLst>
          </p:cNvPr>
          <p:cNvSpPr txBox="1"/>
          <p:nvPr/>
        </p:nvSpPr>
        <p:spPr>
          <a:xfrm>
            <a:off x="762000" y="3009900"/>
            <a:ext cx="508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200">
                <a:solidFill>
                  <a:srgbClr val="071426"/>
                </a:solidFill>
                <a:latin typeface="Aptos" panose="020B0004020202020204" pitchFamily="34" charset="0"/>
              </a:rPr>
              <a:t>Deny-by-default capability kernel</a:t>
            </a:r>
            <a:endParaRPr lang="en-CA" sz="12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81D62E-385A-CEB7-F80D-0A1B77D7F0A9}"/>
              </a:ext>
            </a:extLst>
          </p:cNvPr>
          <p:cNvSpPr/>
          <p:nvPr/>
        </p:nvSpPr>
        <p:spPr bwMode="auto">
          <a:xfrm>
            <a:off x="5969000" y="2844800"/>
            <a:ext cx="1905000" cy="584200"/>
          </a:xfrm>
          <a:prstGeom prst="rect">
            <a:avLst/>
          </a:prstGeom>
          <a:solidFill>
            <a:srgbClr val="EFF4F8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3B7817-7E2A-DF1B-2E65-F65D36082660}"/>
              </a:ext>
            </a:extLst>
          </p:cNvPr>
          <p:cNvSpPr txBox="1"/>
          <p:nvPr/>
        </p:nvSpPr>
        <p:spPr>
          <a:xfrm>
            <a:off x="6096000" y="3009900"/>
            <a:ext cx="165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200" b="1">
                <a:solidFill>
                  <a:srgbClr val="007A8A"/>
                </a:solidFill>
                <a:latin typeface="Aptos" panose="020B0004020202020204" pitchFamily="34" charset="0"/>
              </a:rPr>
              <a:t>NATIVE</a:t>
            </a:r>
            <a:endParaRPr lang="en-CA" sz="1200" b="1" dirty="0" err="1">
              <a:solidFill>
                <a:srgbClr val="007A8A"/>
              </a:solidFill>
              <a:latin typeface="Aptos" panose="020B00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92E7B48-40F6-EFFD-D460-C9329DCF5388}"/>
              </a:ext>
            </a:extLst>
          </p:cNvPr>
          <p:cNvSpPr/>
          <p:nvPr/>
        </p:nvSpPr>
        <p:spPr bwMode="auto">
          <a:xfrm>
            <a:off x="7874000" y="2844800"/>
            <a:ext cx="3810000" cy="584200"/>
          </a:xfrm>
          <a:prstGeom prst="rect">
            <a:avLst/>
          </a:prstGeom>
          <a:solidFill>
            <a:srgbClr val="EFF4F8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5A7EA9-2A23-E31D-D28A-81A57791B3F0}"/>
              </a:ext>
            </a:extLst>
          </p:cNvPr>
          <p:cNvSpPr txBox="1"/>
          <p:nvPr/>
        </p:nvSpPr>
        <p:spPr>
          <a:xfrm>
            <a:off x="8001000" y="3009900"/>
            <a:ext cx="355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200">
                <a:solidFill>
                  <a:srgbClr val="071426"/>
                </a:solidFill>
                <a:latin typeface="Aptos" panose="020B0004020202020204" pitchFamily="34" charset="0"/>
              </a:rPr>
              <a:t>Tool / auth layer</a:t>
            </a:r>
            <a:endParaRPr lang="en-CA" sz="12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1F5C7C8-8863-B1D6-E330-A02FF4206BAD}"/>
              </a:ext>
            </a:extLst>
          </p:cNvPr>
          <p:cNvSpPr/>
          <p:nvPr/>
        </p:nvSpPr>
        <p:spPr bwMode="auto">
          <a:xfrm>
            <a:off x="635000" y="3454400"/>
            <a:ext cx="5334000" cy="5842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DB8DBF-E59D-2828-8381-24D2D33B43C1}"/>
              </a:ext>
            </a:extLst>
          </p:cNvPr>
          <p:cNvSpPr txBox="1"/>
          <p:nvPr/>
        </p:nvSpPr>
        <p:spPr>
          <a:xfrm>
            <a:off x="762000" y="3619500"/>
            <a:ext cx="508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200">
                <a:solidFill>
                  <a:srgbClr val="071426"/>
                </a:solidFill>
                <a:latin typeface="Aptos" panose="020B0004020202020204" pitchFamily="34" charset="0"/>
              </a:rPr>
              <a:t>Static safety guarantees</a:t>
            </a:r>
            <a:endParaRPr lang="en-CA" sz="12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79BE6BD-A779-B10D-079A-028959F5E420}"/>
              </a:ext>
            </a:extLst>
          </p:cNvPr>
          <p:cNvSpPr/>
          <p:nvPr/>
        </p:nvSpPr>
        <p:spPr bwMode="auto">
          <a:xfrm>
            <a:off x="5969000" y="3454400"/>
            <a:ext cx="1905000" cy="5842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93B9358-A4BB-F150-D51B-AE4852FB3E46}"/>
              </a:ext>
            </a:extLst>
          </p:cNvPr>
          <p:cNvSpPr txBox="1"/>
          <p:nvPr/>
        </p:nvSpPr>
        <p:spPr>
          <a:xfrm>
            <a:off x="6096000" y="3619500"/>
            <a:ext cx="165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200" b="1">
                <a:solidFill>
                  <a:srgbClr val="007A8A"/>
                </a:solidFill>
                <a:latin typeface="Aptos" panose="020B0004020202020204" pitchFamily="34" charset="0"/>
              </a:rPr>
              <a:t>NATIVE</a:t>
            </a:r>
            <a:endParaRPr lang="en-CA" sz="1200" b="1" dirty="0" err="1">
              <a:solidFill>
                <a:srgbClr val="007A8A"/>
              </a:solidFill>
              <a:latin typeface="Aptos" panose="020B00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1B2E05A-AA65-F66F-2345-5BA5ED3D014F}"/>
              </a:ext>
            </a:extLst>
          </p:cNvPr>
          <p:cNvSpPr/>
          <p:nvPr/>
        </p:nvSpPr>
        <p:spPr bwMode="auto">
          <a:xfrm>
            <a:off x="7874000" y="3454400"/>
            <a:ext cx="3810000" cy="5842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7E9DA00-7397-A076-60FC-0581BE72E8EE}"/>
              </a:ext>
            </a:extLst>
          </p:cNvPr>
          <p:cNvSpPr txBox="1"/>
          <p:nvPr/>
        </p:nvSpPr>
        <p:spPr>
          <a:xfrm>
            <a:off x="8001000" y="3619500"/>
            <a:ext cx="355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200">
                <a:solidFill>
                  <a:srgbClr val="071426"/>
                </a:solidFill>
                <a:latin typeface="Aptos" panose="020B0004020202020204" pitchFamily="34" charset="0"/>
              </a:rPr>
              <a:t>Tests / policy checks</a:t>
            </a:r>
            <a:endParaRPr lang="en-CA" sz="12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BF55DB9-E061-A1BF-6B9C-96F75A2BCBF0}"/>
              </a:ext>
            </a:extLst>
          </p:cNvPr>
          <p:cNvSpPr/>
          <p:nvPr/>
        </p:nvSpPr>
        <p:spPr bwMode="auto">
          <a:xfrm>
            <a:off x="635000" y="4064000"/>
            <a:ext cx="5334000" cy="584200"/>
          </a:xfrm>
          <a:prstGeom prst="rect">
            <a:avLst/>
          </a:prstGeom>
          <a:solidFill>
            <a:srgbClr val="EFF4F8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9E21AC3-74AA-E58C-5C08-46FF60DDBCB6}"/>
              </a:ext>
            </a:extLst>
          </p:cNvPr>
          <p:cNvSpPr txBox="1"/>
          <p:nvPr/>
        </p:nvSpPr>
        <p:spPr>
          <a:xfrm>
            <a:off x="762000" y="4229100"/>
            <a:ext cx="508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200">
                <a:solidFill>
                  <a:srgbClr val="071426"/>
                </a:solidFill>
                <a:latin typeface="Aptos" panose="020B0004020202020204" pitchFamily="34" charset="0"/>
              </a:rPr>
              <a:t>Content-bound quorum approval</a:t>
            </a:r>
            <a:endParaRPr lang="en-CA" sz="12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E348FAA-A93E-B454-4201-722FBD176CEB}"/>
              </a:ext>
            </a:extLst>
          </p:cNvPr>
          <p:cNvSpPr/>
          <p:nvPr/>
        </p:nvSpPr>
        <p:spPr bwMode="auto">
          <a:xfrm>
            <a:off x="5969000" y="4064000"/>
            <a:ext cx="1905000" cy="584200"/>
          </a:xfrm>
          <a:prstGeom prst="rect">
            <a:avLst/>
          </a:prstGeom>
          <a:solidFill>
            <a:srgbClr val="EFF4F8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9547AA-628B-D2C4-DA3A-B5DE07CC57C4}"/>
              </a:ext>
            </a:extLst>
          </p:cNvPr>
          <p:cNvSpPr txBox="1"/>
          <p:nvPr/>
        </p:nvSpPr>
        <p:spPr>
          <a:xfrm>
            <a:off x="6096000" y="4229100"/>
            <a:ext cx="165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200" b="1">
                <a:solidFill>
                  <a:srgbClr val="007A8A"/>
                </a:solidFill>
                <a:latin typeface="Aptos" panose="020B0004020202020204" pitchFamily="34" charset="0"/>
              </a:rPr>
              <a:t>NATIVE</a:t>
            </a:r>
            <a:endParaRPr lang="en-CA" sz="1200" b="1" dirty="0" err="1">
              <a:solidFill>
                <a:srgbClr val="007A8A"/>
              </a:solidFill>
              <a:latin typeface="Aptos" panose="020B00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A589EC3-8B08-0725-5305-69EDC204C6C8}"/>
              </a:ext>
            </a:extLst>
          </p:cNvPr>
          <p:cNvSpPr/>
          <p:nvPr/>
        </p:nvSpPr>
        <p:spPr bwMode="auto">
          <a:xfrm>
            <a:off x="7874000" y="4064000"/>
            <a:ext cx="3810000" cy="584200"/>
          </a:xfrm>
          <a:prstGeom prst="rect">
            <a:avLst/>
          </a:prstGeom>
          <a:solidFill>
            <a:srgbClr val="EFF4F8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DE14B61-12A2-2776-8BA6-E67F08991E3F}"/>
              </a:ext>
            </a:extLst>
          </p:cNvPr>
          <p:cNvSpPr txBox="1"/>
          <p:nvPr/>
        </p:nvSpPr>
        <p:spPr>
          <a:xfrm>
            <a:off x="8001000" y="4229100"/>
            <a:ext cx="355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200">
                <a:solidFill>
                  <a:srgbClr val="071426"/>
                </a:solidFill>
                <a:latin typeface="Aptos" panose="020B0004020202020204" pitchFamily="34" charset="0"/>
              </a:rPr>
              <a:t>Workflow integration</a:t>
            </a:r>
            <a:endParaRPr lang="en-CA" sz="12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7C958B5-2F7D-C3DD-69AD-AF491C25FE06}"/>
              </a:ext>
            </a:extLst>
          </p:cNvPr>
          <p:cNvSpPr/>
          <p:nvPr/>
        </p:nvSpPr>
        <p:spPr bwMode="auto">
          <a:xfrm>
            <a:off x="635000" y="4673600"/>
            <a:ext cx="5334000" cy="5842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F36605B-EAC9-45B5-2A76-8BA278424B84}"/>
              </a:ext>
            </a:extLst>
          </p:cNvPr>
          <p:cNvSpPr txBox="1"/>
          <p:nvPr/>
        </p:nvSpPr>
        <p:spPr>
          <a:xfrm>
            <a:off x="762000" y="4838700"/>
            <a:ext cx="508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200">
                <a:solidFill>
                  <a:srgbClr val="071426"/>
                </a:solidFill>
                <a:latin typeface="Aptos" panose="020B0004020202020204" pitchFamily="34" charset="0"/>
              </a:rPr>
              <a:t>Signed action + evaluation evidence</a:t>
            </a:r>
            <a:endParaRPr lang="en-CA" sz="12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1382657-1EC6-F4BE-7A88-299D067C0B13}"/>
              </a:ext>
            </a:extLst>
          </p:cNvPr>
          <p:cNvSpPr/>
          <p:nvPr/>
        </p:nvSpPr>
        <p:spPr bwMode="auto">
          <a:xfrm>
            <a:off x="5969000" y="4673600"/>
            <a:ext cx="1905000" cy="5842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A4E4BED-2827-756A-E73E-DF8D147D917F}"/>
              </a:ext>
            </a:extLst>
          </p:cNvPr>
          <p:cNvSpPr txBox="1"/>
          <p:nvPr/>
        </p:nvSpPr>
        <p:spPr>
          <a:xfrm>
            <a:off x="6096000" y="4838700"/>
            <a:ext cx="165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200" b="1">
                <a:solidFill>
                  <a:srgbClr val="007A8A"/>
                </a:solidFill>
                <a:latin typeface="Aptos" panose="020B0004020202020204" pitchFamily="34" charset="0"/>
              </a:rPr>
              <a:t>NATIVE</a:t>
            </a:r>
            <a:endParaRPr lang="en-CA" sz="1200" b="1" dirty="0" err="1">
              <a:solidFill>
                <a:srgbClr val="007A8A"/>
              </a:solidFill>
              <a:latin typeface="Aptos" panose="020B00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C464A42-190A-E7EA-5FD1-4B0C70C72FB0}"/>
              </a:ext>
            </a:extLst>
          </p:cNvPr>
          <p:cNvSpPr/>
          <p:nvPr/>
        </p:nvSpPr>
        <p:spPr bwMode="auto">
          <a:xfrm>
            <a:off x="7874000" y="4673600"/>
            <a:ext cx="3810000" cy="5842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C1D378D-4D89-CC9D-5495-7A9CD0A4B738}"/>
              </a:ext>
            </a:extLst>
          </p:cNvPr>
          <p:cNvSpPr txBox="1"/>
          <p:nvPr/>
        </p:nvSpPr>
        <p:spPr>
          <a:xfrm>
            <a:off x="8001000" y="4838700"/>
            <a:ext cx="355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200">
                <a:solidFill>
                  <a:srgbClr val="071426"/>
                </a:solidFill>
                <a:latin typeface="Aptos" panose="020B0004020202020204" pitchFamily="34" charset="0"/>
              </a:rPr>
              <a:t>Logging integration</a:t>
            </a:r>
            <a:endParaRPr lang="en-CA" sz="12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AF34E11-5CF8-0C17-1BE5-D6A04C6D7502}"/>
              </a:ext>
            </a:extLst>
          </p:cNvPr>
          <p:cNvSpPr/>
          <p:nvPr/>
        </p:nvSpPr>
        <p:spPr bwMode="auto">
          <a:xfrm>
            <a:off x="635000" y="5283200"/>
            <a:ext cx="5334000" cy="584200"/>
          </a:xfrm>
          <a:prstGeom prst="rect">
            <a:avLst/>
          </a:prstGeom>
          <a:solidFill>
            <a:srgbClr val="EFF4F8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BE1064B-4006-46A1-2504-413EF97AC12A}"/>
              </a:ext>
            </a:extLst>
          </p:cNvPr>
          <p:cNvSpPr txBox="1"/>
          <p:nvPr/>
        </p:nvSpPr>
        <p:spPr>
          <a:xfrm>
            <a:off x="762000" y="5448300"/>
            <a:ext cx="508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200">
                <a:solidFill>
                  <a:srgbClr val="071426"/>
                </a:solidFill>
                <a:latin typeface="Aptos" panose="020B0004020202020204" pitchFamily="34" charset="0"/>
              </a:rPr>
              <a:t>Model and tool ecosystems</a:t>
            </a:r>
            <a:endParaRPr lang="en-CA" sz="12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F9D4FBB-4D09-F1BB-D8CA-196D01879D65}"/>
              </a:ext>
            </a:extLst>
          </p:cNvPr>
          <p:cNvSpPr/>
          <p:nvPr/>
        </p:nvSpPr>
        <p:spPr bwMode="auto">
          <a:xfrm>
            <a:off x="5969000" y="5283200"/>
            <a:ext cx="1905000" cy="584200"/>
          </a:xfrm>
          <a:prstGeom prst="rect">
            <a:avLst/>
          </a:prstGeom>
          <a:solidFill>
            <a:srgbClr val="EFF4F8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AAEE2BF-6523-6352-002C-38661963FB6C}"/>
              </a:ext>
            </a:extLst>
          </p:cNvPr>
          <p:cNvSpPr txBox="1"/>
          <p:nvPr/>
        </p:nvSpPr>
        <p:spPr>
          <a:xfrm>
            <a:off x="6096000" y="5448300"/>
            <a:ext cx="165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200" b="1">
                <a:solidFill>
                  <a:srgbClr val="007A8A"/>
                </a:solidFill>
                <a:latin typeface="Aptos" panose="020B0004020202020204" pitchFamily="34" charset="0"/>
              </a:rPr>
              <a:t>INTEGRATES</a:t>
            </a:r>
            <a:endParaRPr lang="en-CA" sz="1200" b="1" dirty="0" err="1">
              <a:solidFill>
                <a:srgbClr val="007A8A"/>
              </a:solidFill>
              <a:latin typeface="Aptos" panose="020B0004020202020204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ADFD6B3-DCBF-0FA3-48B5-636688B7EA5D}"/>
              </a:ext>
            </a:extLst>
          </p:cNvPr>
          <p:cNvSpPr/>
          <p:nvPr/>
        </p:nvSpPr>
        <p:spPr bwMode="auto">
          <a:xfrm>
            <a:off x="7874000" y="5283200"/>
            <a:ext cx="3810000" cy="584200"/>
          </a:xfrm>
          <a:prstGeom prst="rect">
            <a:avLst/>
          </a:prstGeom>
          <a:solidFill>
            <a:srgbClr val="EFF4F8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B03D69A-BF16-E7E4-2590-5A07698E5769}"/>
              </a:ext>
            </a:extLst>
          </p:cNvPr>
          <p:cNvSpPr txBox="1"/>
          <p:nvPr/>
        </p:nvSpPr>
        <p:spPr>
          <a:xfrm>
            <a:off x="8001000" y="5448300"/>
            <a:ext cx="355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200">
                <a:solidFill>
                  <a:srgbClr val="071426"/>
                </a:solidFill>
                <a:latin typeface="Aptos" panose="020B0004020202020204" pitchFamily="34" charset="0"/>
              </a:rPr>
              <a:t>Often mature / native</a:t>
            </a:r>
            <a:endParaRPr lang="en-CA" sz="12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4D76F4B-6940-5CB3-0F72-EF71F3A564D9}"/>
              </a:ext>
            </a:extLst>
          </p:cNvPr>
          <p:cNvSpPr txBox="1"/>
          <p:nvPr/>
        </p:nvSpPr>
        <p:spPr>
          <a:xfrm>
            <a:off x="1143000" y="6159500"/>
            <a:ext cx="9906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E09000"/>
                </a:solidFill>
                <a:latin typeface="Aptos" panose="020B0004020202020204" pitchFamily="34" charset="0"/>
              </a:rPr>
              <a:t>Complement orchestration frameworks. Own the governance layer.</a:t>
            </a:r>
            <a:endParaRPr lang="en-CA" sz="1400" b="1" dirty="0" err="1">
              <a:solidFill>
                <a:srgbClr val="E09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1093426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34C9AD5-DD29-E2CF-46CE-8A6BB9179CD2}"/>
              </a:ext>
            </a:extLst>
          </p:cNvPr>
          <p:cNvSpPr txBox="1"/>
          <p:nvPr/>
        </p:nvSpPr>
        <p:spPr>
          <a:xfrm>
            <a:off x="609600" y="215900"/>
            <a:ext cx="825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900" b="1">
                <a:solidFill>
                  <a:srgbClr val="0075B8"/>
                </a:solidFill>
                <a:latin typeface="Aptos" panose="020B0004020202020204" pitchFamily="34" charset="0"/>
              </a:rPr>
              <a:t>COMPETITIVE LANDSCAPE</a:t>
            </a:r>
            <a:endParaRPr lang="en-CA" sz="9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C4B198-4095-D5DC-FE18-FDFB8AA0C61A}"/>
              </a:ext>
            </a:extLst>
          </p:cNvPr>
          <p:cNvSpPr txBox="1"/>
          <p:nvPr/>
        </p:nvSpPr>
        <p:spPr>
          <a:xfrm>
            <a:off x="609600" y="482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71426"/>
                </a:solidFill>
                <a:latin typeface="Aptos" panose="020B0004020202020204" pitchFamily="34" charset="0"/>
              </a:rPr>
              <a:t>The market has runtimes. Autarch adds a control plane.</a:t>
            </a:r>
            <a:endParaRPr lang="en-CA" sz="28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E6604E-7F6D-D2E8-BA61-F750FC753DF5}"/>
              </a:ext>
            </a:extLst>
          </p:cNvPr>
          <p:cNvSpPr txBox="1"/>
          <p:nvPr/>
        </p:nvSpPr>
        <p:spPr>
          <a:xfrm>
            <a:off x="11201400" y="6464300"/>
            <a:ext cx="381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CA" sz="800">
                <a:solidFill>
                  <a:srgbClr val="4D5966"/>
                </a:solidFill>
                <a:latin typeface="Aptos" panose="020B0004020202020204" pitchFamily="34" charset="0"/>
              </a:rPr>
              <a:t>23</a:t>
            </a:r>
            <a:endParaRPr lang="en-CA" sz="800" dirty="0" err="1">
              <a:solidFill>
                <a:srgbClr val="4D5966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5646418-5EFA-7D92-B5FF-AF150742B8AF}"/>
              </a:ext>
            </a:extLst>
          </p:cNvPr>
          <p:cNvSpPr/>
          <p:nvPr/>
        </p:nvSpPr>
        <p:spPr bwMode="auto">
          <a:xfrm>
            <a:off x="571500" y="1549400"/>
            <a:ext cx="11049000" cy="6223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218B5C-F4C4-97C0-3EDB-FA6596E366A6}"/>
              </a:ext>
            </a:extLst>
          </p:cNvPr>
          <p:cNvSpPr txBox="1"/>
          <p:nvPr/>
        </p:nvSpPr>
        <p:spPr>
          <a:xfrm>
            <a:off x="762000" y="1676400"/>
            <a:ext cx="304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100" b="1">
                <a:solidFill>
                  <a:srgbClr val="0075B8"/>
                </a:solidFill>
                <a:latin typeface="Aptos" panose="020B0004020202020204" pitchFamily="34" charset="0"/>
              </a:rPr>
              <a:t>MICROSOFT AGENT FRAMEWORK</a:t>
            </a:r>
            <a:endParaRPr lang="en-CA" sz="11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BCC7C9-8BB1-D07C-0AB3-89F3EA9FFD4E}"/>
              </a:ext>
            </a:extLst>
          </p:cNvPr>
          <p:cNvSpPr txBox="1"/>
          <p:nvPr/>
        </p:nvSpPr>
        <p:spPr>
          <a:xfrm>
            <a:off x="3873500" y="1676400"/>
            <a:ext cx="3365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100">
                <a:solidFill>
                  <a:srgbClr val="071426"/>
                </a:solidFill>
                <a:latin typeface="Aptos" panose="020B0004020202020204" pitchFamily="34" charset="0"/>
              </a:rPr>
              <a:t>Typed agents + graph workflows</a:t>
            </a:r>
            <a:endParaRPr lang="en-CA" sz="11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79E00E-8FA1-1062-2705-1BA5C39DBEF1}"/>
              </a:ext>
            </a:extLst>
          </p:cNvPr>
          <p:cNvSpPr txBox="1"/>
          <p:nvPr/>
        </p:nvSpPr>
        <p:spPr>
          <a:xfrm>
            <a:off x="7366000" y="1676400"/>
            <a:ext cx="406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100">
                <a:solidFill>
                  <a:srgbClr val="4D5966"/>
                </a:solidFill>
                <a:latin typeface="Aptos" panose="020B0004020202020204" pitchFamily="34" charset="0"/>
              </a:rPr>
              <a:t>Microsoft ecosystem, middleware, sessions</a:t>
            </a:r>
            <a:endParaRPr lang="en-CA" sz="1100" dirty="0" err="1">
              <a:solidFill>
                <a:srgbClr val="4D5966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9ABC517-176B-E6F6-261D-248922E1A607}"/>
              </a:ext>
            </a:extLst>
          </p:cNvPr>
          <p:cNvSpPr/>
          <p:nvPr/>
        </p:nvSpPr>
        <p:spPr bwMode="auto">
          <a:xfrm>
            <a:off x="571500" y="2298700"/>
            <a:ext cx="11049000" cy="6223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5D80E9-25E3-8C46-B672-2240374B41C8}"/>
              </a:ext>
            </a:extLst>
          </p:cNvPr>
          <p:cNvSpPr txBox="1"/>
          <p:nvPr/>
        </p:nvSpPr>
        <p:spPr>
          <a:xfrm>
            <a:off x="762000" y="2425700"/>
            <a:ext cx="304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100" b="1">
                <a:solidFill>
                  <a:srgbClr val="0075B8"/>
                </a:solidFill>
                <a:latin typeface="Aptos" panose="020B0004020202020204" pitchFamily="34" charset="0"/>
              </a:rPr>
              <a:t>LANGGRAPH</a:t>
            </a:r>
            <a:endParaRPr lang="en-CA" sz="11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618579-6BE8-67E4-1B48-D8E2EED2B560}"/>
              </a:ext>
            </a:extLst>
          </p:cNvPr>
          <p:cNvSpPr txBox="1"/>
          <p:nvPr/>
        </p:nvSpPr>
        <p:spPr>
          <a:xfrm>
            <a:off x="3873500" y="2425700"/>
            <a:ext cx="3365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100">
                <a:solidFill>
                  <a:srgbClr val="071426"/>
                </a:solidFill>
                <a:latin typeface="Aptos" panose="020B0004020202020204" pitchFamily="34" charset="0"/>
              </a:rPr>
              <a:t>Low-level stateful orchestration</a:t>
            </a:r>
            <a:endParaRPr lang="en-CA" sz="11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2E7A30-85EE-4695-4E59-B0A30D4AD4A0}"/>
              </a:ext>
            </a:extLst>
          </p:cNvPr>
          <p:cNvSpPr txBox="1"/>
          <p:nvPr/>
        </p:nvSpPr>
        <p:spPr>
          <a:xfrm>
            <a:off x="7366000" y="2425700"/>
            <a:ext cx="406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100">
                <a:solidFill>
                  <a:srgbClr val="4D5966"/>
                </a:solidFill>
                <a:latin typeface="Aptos" panose="020B0004020202020204" pitchFamily="34" charset="0"/>
              </a:rPr>
              <a:t>Durable graphs, interrupts, LangSmith</a:t>
            </a:r>
            <a:endParaRPr lang="en-CA" sz="1100" dirty="0" err="1">
              <a:solidFill>
                <a:srgbClr val="4D5966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457F78A-9567-4FCB-8F51-3DEB2CAAE203}"/>
              </a:ext>
            </a:extLst>
          </p:cNvPr>
          <p:cNvSpPr/>
          <p:nvPr/>
        </p:nvSpPr>
        <p:spPr bwMode="auto">
          <a:xfrm>
            <a:off x="571500" y="3048000"/>
            <a:ext cx="11049000" cy="6223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502A2A-2BD6-DBA2-6068-C324EC07AEDF}"/>
              </a:ext>
            </a:extLst>
          </p:cNvPr>
          <p:cNvSpPr txBox="1"/>
          <p:nvPr/>
        </p:nvSpPr>
        <p:spPr>
          <a:xfrm>
            <a:off x="762000" y="3175000"/>
            <a:ext cx="304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100" b="1">
                <a:solidFill>
                  <a:srgbClr val="0075B8"/>
                </a:solidFill>
                <a:latin typeface="Aptos" panose="020B0004020202020204" pitchFamily="34" charset="0"/>
              </a:rPr>
              <a:t>CREWAI</a:t>
            </a:r>
            <a:endParaRPr lang="en-CA" sz="11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72AAB6-CC52-7264-55AC-EC3A05E80BAC}"/>
              </a:ext>
            </a:extLst>
          </p:cNvPr>
          <p:cNvSpPr txBox="1"/>
          <p:nvPr/>
        </p:nvSpPr>
        <p:spPr>
          <a:xfrm>
            <a:off x="3873500" y="3175000"/>
            <a:ext cx="3365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100">
                <a:solidFill>
                  <a:srgbClr val="071426"/>
                </a:solidFill>
                <a:latin typeface="Aptos" panose="020B0004020202020204" pitchFamily="34" charset="0"/>
              </a:rPr>
              <a:t>Role-based crews + event-driven flows</a:t>
            </a:r>
            <a:endParaRPr lang="en-CA" sz="11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7FD7DA-ACB3-316F-F126-24C4D670E06B}"/>
              </a:ext>
            </a:extLst>
          </p:cNvPr>
          <p:cNvSpPr txBox="1"/>
          <p:nvPr/>
        </p:nvSpPr>
        <p:spPr>
          <a:xfrm>
            <a:off x="7366000" y="3175000"/>
            <a:ext cx="406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100">
                <a:solidFill>
                  <a:srgbClr val="4D5966"/>
                </a:solidFill>
                <a:latin typeface="Aptos" panose="020B0004020202020204" pitchFamily="34" charset="0"/>
              </a:rPr>
              <a:t>Accessible teams, state, persistence</a:t>
            </a:r>
            <a:endParaRPr lang="en-CA" sz="1100" dirty="0" err="1">
              <a:solidFill>
                <a:srgbClr val="4D5966"/>
              </a:solidFill>
              <a:latin typeface="Aptos" panose="020B00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8B2162D-2842-80E4-85AC-E024C0F8EF2E}"/>
              </a:ext>
            </a:extLst>
          </p:cNvPr>
          <p:cNvSpPr/>
          <p:nvPr/>
        </p:nvSpPr>
        <p:spPr bwMode="auto">
          <a:xfrm>
            <a:off x="571500" y="3797300"/>
            <a:ext cx="11049000" cy="6223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2057766-8617-9234-BE66-66DC61F99E8D}"/>
              </a:ext>
            </a:extLst>
          </p:cNvPr>
          <p:cNvSpPr txBox="1"/>
          <p:nvPr/>
        </p:nvSpPr>
        <p:spPr>
          <a:xfrm>
            <a:off x="762000" y="3924300"/>
            <a:ext cx="304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100" b="1">
                <a:solidFill>
                  <a:srgbClr val="0075B8"/>
                </a:solidFill>
                <a:latin typeface="Aptos" panose="020B0004020202020204" pitchFamily="34" charset="0"/>
              </a:rPr>
              <a:t>OPENAI AGENTS SDK</a:t>
            </a:r>
            <a:endParaRPr lang="en-CA" sz="11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1B0774-F129-B97A-4D7B-AC00BB97CFC7}"/>
              </a:ext>
            </a:extLst>
          </p:cNvPr>
          <p:cNvSpPr txBox="1"/>
          <p:nvPr/>
        </p:nvSpPr>
        <p:spPr>
          <a:xfrm>
            <a:off x="3873500" y="3924300"/>
            <a:ext cx="3365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100">
                <a:solidFill>
                  <a:srgbClr val="071426"/>
                </a:solidFill>
                <a:latin typeface="Aptos" panose="020B0004020202020204" pitchFamily="34" charset="0"/>
              </a:rPr>
              <a:t>Lightweight agents + handoffs</a:t>
            </a:r>
            <a:endParaRPr lang="en-CA" sz="11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B3DC58-8480-0AAB-6BA6-0D18B7598F62}"/>
              </a:ext>
            </a:extLst>
          </p:cNvPr>
          <p:cNvSpPr txBox="1"/>
          <p:nvPr/>
        </p:nvSpPr>
        <p:spPr>
          <a:xfrm>
            <a:off x="7366000" y="3924300"/>
            <a:ext cx="406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100">
                <a:solidFill>
                  <a:srgbClr val="4D5966"/>
                </a:solidFill>
                <a:latin typeface="Aptos" panose="020B0004020202020204" pitchFamily="34" charset="0"/>
              </a:rPr>
              <a:t>Minimal primitives, tools, tracing</a:t>
            </a:r>
            <a:endParaRPr lang="en-CA" sz="1100" dirty="0" err="1">
              <a:solidFill>
                <a:srgbClr val="4D5966"/>
              </a:solidFill>
              <a:latin typeface="Aptos" panose="020B00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59DFA0F-9B82-FF0E-F153-77A31B7AB453}"/>
              </a:ext>
            </a:extLst>
          </p:cNvPr>
          <p:cNvSpPr/>
          <p:nvPr/>
        </p:nvSpPr>
        <p:spPr bwMode="auto">
          <a:xfrm>
            <a:off x="571500" y="4546600"/>
            <a:ext cx="11049000" cy="6223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680086C-324E-BDCB-0DB1-70B217189949}"/>
              </a:ext>
            </a:extLst>
          </p:cNvPr>
          <p:cNvSpPr txBox="1"/>
          <p:nvPr/>
        </p:nvSpPr>
        <p:spPr>
          <a:xfrm>
            <a:off x="762000" y="4673600"/>
            <a:ext cx="304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100" b="1">
                <a:solidFill>
                  <a:srgbClr val="0075B8"/>
                </a:solidFill>
                <a:latin typeface="Aptos" panose="020B0004020202020204" pitchFamily="34" charset="0"/>
              </a:rPr>
              <a:t>AUTOGEN</a:t>
            </a:r>
            <a:endParaRPr lang="en-CA" sz="11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5D353A8-2404-BC4B-2D8F-45CAB9CCCE80}"/>
              </a:ext>
            </a:extLst>
          </p:cNvPr>
          <p:cNvSpPr txBox="1"/>
          <p:nvPr/>
        </p:nvSpPr>
        <p:spPr>
          <a:xfrm>
            <a:off x="3873500" y="4673600"/>
            <a:ext cx="3365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100">
                <a:solidFill>
                  <a:srgbClr val="071426"/>
                </a:solidFill>
                <a:latin typeface="Aptos" panose="020B0004020202020204" pitchFamily="34" charset="0"/>
              </a:rPr>
              <a:t>Event-driven multi-agent runtime</a:t>
            </a:r>
            <a:endParaRPr lang="en-CA" sz="11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7707AA-C48C-0070-FF4B-05E96E4D9E1E}"/>
              </a:ext>
            </a:extLst>
          </p:cNvPr>
          <p:cNvSpPr txBox="1"/>
          <p:nvPr/>
        </p:nvSpPr>
        <p:spPr>
          <a:xfrm>
            <a:off x="7366000" y="4673600"/>
            <a:ext cx="406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100">
                <a:solidFill>
                  <a:srgbClr val="4D5966"/>
                </a:solidFill>
                <a:latin typeface="Aptos" panose="020B0004020202020204" pitchFamily="34" charset="0"/>
              </a:rPr>
              <a:t>Messaging and team patterns</a:t>
            </a:r>
            <a:endParaRPr lang="en-CA" sz="1100" dirty="0" err="1">
              <a:solidFill>
                <a:srgbClr val="4D5966"/>
              </a:solidFill>
              <a:latin typeface="Aptos" panose="020B0004020202020204" pitchFamily="34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506C4A6-8AB4-5BAF-D0DA-5E30E3F7D54E}"/>
              </a:ext>
            </a:extLst>
          </p:cNvPr>
          <p:cNvSpPr/>
          <p:nvPr/>
        </p:nvSpPr>
        <p:spPr bwMode="auto">
          <a:xfrm>
            <a:off x="571500" y="5295900"/>
            <a:ext cx="11049000" cy="6223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37F9F89-11B7-B35B-F920-01D2D5F6A4B4}"/>
              </a:ext>
            </a:extLst>
          </p:cNvPr>
          <p:cNvSpPr txBox="1"/>
          <p:nvPr/>
        </p:nvSpPr>
        <p:spPr>
          <a:xfrm>
            <a:off x="762000" y="5422900"/>
            <a:ext cx="304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100" b="1">
                <a:solidFill>
                  <a:srgbClr val="E09000"/>
                </a:solidFill>
                <a:latin typeface="Aptos" panose="020B0004020202020204" pitchFamily="34" charset="0"/>
              </a:rPr>
              <a:t>AUTARCH</a:t>
            </a:r>
            <a:endParaRPr lang="en-CA" sz="1100" b="1" dirty="0" err="1">
              <a:solidFill>
                <a:srgbClr val="E09000"/>
              </a:solidFill>
              <a:latin typeface="Aptos" panose="020B00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C2571D8-0266-C071-5ED0-1194BED27ED5}"/>
              </a:ext>
            </a:extLst>
          </p:cNvPr>
          <p:cNvSpPr txBox="1"/>
          <p:nvPr/>
        </p:nvSpPr>
        <p:spPr>
          <a:xfrm>
            <a:off x="3873500" y="5422900"/>
            <a:ext cx="3365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100">
                <a:solidFill>
                  <a:srgbClr val="071426"/>
                </a:solidFill>
                <a:latin typeface="Aptos" panose="020B0004020202020204" pitchFamily="34" charset="0"/>
              </a:rPr>
              <a:t>Governed creation + consequence</a:t>
            </a:r>
            <a:endParaRPr lang="en-CA" sz="11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8F3826A-F22E-AF6E-B0E6-6012F09DDD45}"/>
              </a:ext>
            </a:extLst>
          </p:cNvPr>
          <p:cNvSpPr txBox="1"/>
          <p:nvPr/>
        </p:nvSpPr>
        <p:spPr>
          <a:xfrm>
            <a:off x="7366000" y="5422900"/>
            <a:ext cx="406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100">
                <a:solidFill>
                  <a:srgbClr val="4D5966"/>
                </a:solidFill>
                <a:latin typeface="Aptos" panose="020B0004020202020204" pitchFamily="34" charset="0"/>
              </a:rPr>
              <a:t>Authority, proof, signed evidence</a:t>
            </a:r>
            <a:endParaRPr lang="en-CA" sz="1100" dirty="0" err="1">
              <a:solidFill>
                <a:srgbClr val="4D5966"/>
              </a:solidFill>
              <a:latin typeface="Aptos" panose="020B00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543B383-1783-487D-C2D4-785789C3E0BE}"/>
              </a:ext>
            </a:extLst>
          </p:cNvPr>
          <p:cNvSpPr txBox="1"/>
          <p:nvPr/>
        </p:nvSpPr>
        <p:spPr>
          <a:xfrm>
            <a:off x="1524000" y="6172200"/>
            <a:ext cx="9144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300" b="1">
                <a:solidFill>
                  <a:srgbClr val="007A8A"/>
                </a:solidFill>
                <a:latin typeface="Aptos" panose="020B0004020202020204" pitchFamily="34" charset="0"/>
              </a:rPr>
              <a:t>Overlap is real. Architectural optimization is different.</a:t>
            </a:r>
            <a:endParaRPr lang="en-CA" sz="1300" b="1" dirty="0" err="1">
              <a:solidFill>
                <a:srgbClr val="007A8A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300150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E39E52-C955-65F9-C6A9-58E6C3EA2DDA}"/>
              </a:ext>
            </a:extLst>
          </p:cNvPr>
          <p:cNvSpPr txBox="1"/>
          <p:nvPr/>
        </p:nvSpPr>
        <p:spPr>
          <a:xfrm>
            <a:off x="609600" y="215900"/>
            <a:ext cx="825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900" b="1">
                <a:solidFill>
                  <a:srgbClr val="0075B8"/>
                </a:solidFill>
                <a:latin typeface="Aptos" panose="020B0004020202020204" pitchFamily="34" charset="0"/>
              </a:rPr>
              <a:t>DETAILED COMPARISON</a:t>
            </a:r>
            <a:endParaRPr lang="en-CA" sz="9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D3A3EA-A3D6-6BC8-AFCD-F0000F8CD075}"/>
              </a:ext>
            </a:extLst>
          </p:cNvPr>
          <p:cNvSpPr txBox="1"/>
          <p:nvPr/>
        </p:nvSpPr>
        <p:spPr>
          <a:xfrm>
            <a:off x="609600" y="482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2800" b="1">
                <a:solidFill>
                  <a:srgbClr val="071426"/>
                </a:solidFill>
                <a:latin typeface="Aptos" panose="020B0004020202020204" pitchFamily="34" charset="0"/>
              </a:rPr>
              <a:t>Autarch vs Microsoft Agent Framework (MAF)</a:t>
            </a:r>
            <a:endParaRPr lang="en-CA" sz="28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AC421F-505F-C212-71FD-EF53C21FA47F}"/>
              </a:ext>
            </a:extLst>
          </p:cNvPr>
          <p:cNvSpPr txBox="1"/>
          <p:nvPr/>
        </p:nvSpPr>
        <p:spPr>
          <a:xfrm>
            <a:off x="11201400" y="6464300"/>
            <a:ext cx="381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CA" sz="800">
                <a:solidFill>
                  <a:srgbClr val="4D5966"/>
                </a:solidFill>
                <a:latin typeface="Aptos" panose="020B0004020202020204" pitchFamily="34" charset="0"/>
              </a:rPr>
              <a:t>24</a:t>
            </a:r>
            <a:endParaRPr lang="en-CA" sz="800" dirty="0" err="1">
              <a:solidFill>
                <a:srgbClr val="4D5966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B6E3459-9421-B0C6-E357-E39AFE5366BB}"/>
              </a:ext>
            </a:extLst>
          </p:cNvPr>
          <p:cNvSpPr/>
          <p:nvPr/>
        </p:nvSpPr>
        <p:spPr bwMode="auto">
          <a:xfrm>
            <a:off x="635000" y="1841500"/>
            <a:ext cx="5143500" cy="36830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4DF798-EB5F-0C46-2C12-4EE727EBEB7E}"/>
              </a:ext>
            </a:extLst>
          </p:cNvPr>
          <p:cNvSpPr/>
          <p:nvPr/>
        </p:nvSpPr>
        <p:spPr bwMode="auto">
          <a:xfrm>
            <a:off x="635000" y="1841500"/>
            <a:ext cx="63500" cy="3683000"/>
          </a:xfrm>
          <a:prstGeom prst="rect">
            <a:avLst/>
          </a:prstGeom>
          <a:solidFill>
            <a:srgbClr val="0075B8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CBEA02-CDAE-3ACF-08C5-B726112FEFB4}"/>
              </a:ext>
            </a:extLst>
          </p:cNvPr>
          <p:cNvSpPr txBox="1"/>
          <p:nvPr/>
        </p:nvSpPr>
        <p:spPr>
          <a:xfrm>
            <a:off x="863600" y="2032000"/>
            <a:ext cx="4762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600" b="1">
                <a:solidFill>
                  <a:srgbClr val="0075B8"/>
                </a:solidFill>
                <a:latin typeface="Aptos" panose="020B0004020202020204" pitchFamily="34" charset="0"/>
              </a:rPr>
              <a:t>MAF STRENGTHS</a:t>
            </a:r>
            <a:endParaRPr lang="en-CA" sz="16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57D80D-0B32-B1C4-0B5E-B089C0F1DD13}"/>
              </a:ext>
            </a:extLst>
          </p:cNvPr>
          <p:cNvSpPr txBox="1"/>
          <p:nvPr/>
        </p:nvSpPr>
        <p:spPr>
          <a:xfrm>
            <a:off x="863600" y="2476500"/>
            <a:ext cx="4762500" cy="10002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071426"/>
                </a:solidFill>
                <a:latin typeface="Aptos" panose="020B0004020202020204" pitchFamily="34" charset="0"/>
              </a:rPr>
              <a:t>Typed agents + sessions
Middleware + provider integrations
Graph workflows + checkpointing
Streaming + human request/response
Microsoft-supported ecosystem</a:t>
            </a:r>
            <a:endParaRPr lang="en-CA" sz="13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CBDD647-BD8C-DD6A-873D-19459D4AB570}"/>
              </a:ext>
            </a:extLst>
          </p:cNvPr>
          <p:cNvSpPr/>
          <p:nvPr/>
        </p:nvSpPr>
        <p:spPr bwMode="auto">
          <a:xfrm>
            <a:off x="6413500" y="1841500"/>
            <a:ext cx="5143500" cy="36830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ED1BBD-435F-28B0-A7A0-61ACDCDC6D54}"/>
              </a:ext>
            </a:extLst>
          </p:cNvPr>
          <p:cNvSpPr/>
          <p:nvPr/>
        </p:nvSpPr>
        <p:spPr bwMode="auto">
          <a:xfrm>
            <a:off x="6413500" y="1841500"/>
            <a:ext cx="63500" cy="3683000"/>
          </a:xfrm>
          <a:prstGeom prst="rect">
            <a:avLst/>
          </a:prstGeom>
          <a:solidFill>
            <a:srgbClr val="E09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AE4A52-4203-2E68-2ED0-A59EEA157174}"/>
              </a:ext>
            </a:extLst>
          </p:cNvPr>
          <p:cNvSpPr txBox="1"/>
          <p:nvPr/>
        </p:nvSpPr>
        <p:spPr>
          <a:xfrm>
            <a:off x="6642100" y="2032000"/>
            <a:ext cx="4762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600" b="1">
                <a:solidFill>
                  <a:srgbClr val="E09000"/>
                </a:solidFill>
                <a:latin typeface="Aptos" panose="020B0004020202020204" pitchFamily="34" charset="0"/>
              </a:rPr>
              <a:t>AUTARCH DIFFERENTIATION</a:t>
            </a:r>
            <a:endParaRPr lang="en-CA" sz="1600" b="1" dirty="0" err="1">
              <a:solidFill>
                <a:srgbClr val="E09000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54BB6C-1415-3180-B458-B4553FF2F2E3}"/>
              </a:ext>
            </a:extLst>
          </p:cNvPr>
          <p:cNvSpPr txBox="1"/>
          <p:nvPr/>
        </p:nvSpPr>
        <p:spPr>
          <a:xfrm>
            <a:off x="6642100" y="2476500"/>
            <a:ext cx="4762500" cy="10002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071426"/>
                </a:solidFill>
                <a:latin typeface="Aptos" panose="020B0004020202020204" pitchFamily="34" charset="0"/>
              </a:rPr>
              <a:t>Scoped capability authority
Monotonic delegation
Pre-run static safety proof
Fingerprint-bound quorum approval
Signed rationale + outcome evidence</a:t>
            </a:r>
            <a:endParaRPr lang="en-CA" sz="13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EA3AE8-954D-5187-27E1-334F8FD3637E}"/>
              </a:ext>
            </a:extLst>
          </p:cNvPr>
          <p:cNvSpPr txBox="1"/>
          <p:nvPr/>
        </p:nvSpPr>
        <p:spPr>
          <a:xfrm>
            <a:off x="825500" y="5969000"/>
            <a:ext cx="10541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 b="1">
                <a:solidFill>
                  <a:srgbClr val="007A8A"/>
                </a:solidFill>
                <a:latin typeface="Aptos" panose="020B0004020202020204" pitchFamily="34" charset="0"/>
              </a:rPr>
              <a:t>Winning combination: MAF orchestrates. Autarch governs consequential functions.</a:t>
            </a:r>
            <a:endParaRPr lang="en-CA" sz="1500" b="1" dirty="0" err="1">
              <a:solidFill>
                <a:srgbClr val="007A8A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771820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AC2EF8-22FB-A51A-705D-4635F4AB34E8}"/>
              </a:ext>
            </a:extLst>
          </p:cNvPr>
          <p:cNvSpPr txBox="1"/>
          <p:nvPr/>
        </p:nvSpPr>
        <p:spPr>
          <a:xfrm>
            <a:off x="609600" y="215900"/>
            <a:ext cx="825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900" b="1">
                <a:solidFill>
                  <a:srgbClr val="0075B8"/>
                </a:solidFill>
                <a:latin typeface="Aptos" panose="020B0004020202020204" pitchFamily="34" charset="0"/>
              </a:rPr>
              <a:t>DETAILED COMPARISON</a:t>
            </a:r>
            <a:endParaRPr lang="en-CA" sz="9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3DD006-3066-F04A-B3AD-3DFF49F64D9F}"/>
              </a:ext>
            </a:extLst>
          </p:cNvPr>
          <p:cNvSpPr txBox="1"/>
          <p:nvPr/>
        </p:nvSpPr>
        <p:spPr>
          <a:xfrm>
            <a:off x="609600" y="482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2800" b="1">
                <a:solidFill>
                  <a:srgbClr val="071426"/>
                </a:solidFill>
                <a:latin typeface="Aptos" panose="020B0004020202020204" pitchFamily="34" charset="0"/>
              </a:rPr>
              <a:t>Autarch vs LangGraph</a:t>
            </a:r>
            <a:endParaRPr lang="en-CA" sz="28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6A5BB0-62B5-B0D9-108A-9DEE281BCBEB}"/>
              </a:ext>
            </a:extLst>
          </p:cNvPr>
          <p:cNvSpPr txBox="1"/>
          <p:nvPr/>
        </p:nvSpPr>
        <p:spPr>
          <a:xfrm>
            <a:off x="11201400" y="6464300"/>
            <a:ext cx="381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CA" sz="800">
                <a:solidFill>
                  <a:srgbClr val="4D5966"/>
                </a:solidFill>
                <a:latin typeface="Aptos" panose="020B0004020202020204" pitchFamily="34" charset="0"/>
              </a:rPr>
              <a:t>25</a:t>
            </a:r>
            <a:endParaRPr lang="en-CA" sz="800" dirty="0" err="1">
              <a:solidFill>
                <a:srgbClr val="4D5966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92AFDF9-F561-6B56-73A2-472EA384654B}"/>
              </a:ext>
            </a:extLst>
          </p:cNvPr>
          <p:cNvSpPr/>
          <p:nvPr/>
        </p:nvSpPr>
        <p:spPr bwMode="auto">
          <a:xfrm>
            <a:off x="635000" y="1841500"/>
            <a:ext cx="5143500" cy="36830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0EB0F1-2CD6-E26E-A83C-1D8C5E7DD586}"/>
              </a:ext>
            </a:extLst>
          </p:cNvPr>
          <p:cNvSpPr/>
          <p:nvPr/>
        </p:nvSpPr>
        <p:spPr bwMode="auto">
          <a:xfrm>
            <a:off x="635000" y="1841500"/>
            <a:ext cx="63500" cy="3683000"/>
          </a:xfrm>
          <a:prstGeom prst="rect">
            <a:avLst/>
          </a:prstGeom>
          <a:solidFill>
            <a:srgbClr val="0075B8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EFD22E-AF52-0316-8F34-984E5D88F469}"/>
              </a:ext>
            </a:extLst>
          </p:cNvPr>
          <p:cNvSpPr txBox="1"/>
          <p:nvPr/>
        </p:nvSpPr>
        <p:spPr>
          <a:xfrm>
            <a:off x="863600" y="2032000"/>
            <a:ext cx="4762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600" b="1">
                <a:solidFill>
                  <a:srgbClr val="0075B8"/>
                </a:solidFill>
                <a:latin typeface="Aptos" panose="020B0004020202020204" pitchFamily="34" charset="0"/>
              </a:rPr>
              <a:t>LANGGRAPH STRENGTHS</a:t>
            </a:r>
            <a:endParaRPr lang="en-CA" sz="16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0AE850-A285-3BA9-2D47-BBA51BFB3DD5}"/>
              </a:ext>
            </a:extLst>
          </p:cNvPr>
          <p:cNvSpPr txBox="1"/>
          <p:nvPr/>
        </p:nvSpPr>
        <p:spPr>
          <a:xfrm>
            <a:off x="863600" y="2476500"/>
            <a:ext cx="4762500" cy="10002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071426"/>
                </a:solidFill>
                <a:latin typeface="Aptos" panose="020B0004020202020204" pitchFamily="34" charset="0"/>
              </a:rPr>
              <a:t>Deterministic + agentic graph nodes
Durable checkpoints + stores
Interrupts + human review
Time travel + state inspection
LangSmith deployment + observability</a:t>
            </a:r>
            <a:endParaRPr lang="en-CA" sz="13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6349764-9CFF-4828-B5FE-A66CA7F6DE14}"/>
              </a:ext>
            </a:extLst>
          </p:cNvPr>
          <p:cNvSpPr/>
          <p:nvPr/>
        </p:nvSpPr>
        <p:spPr bwMode="auto">
          <a:xfrm>
            <a:off x="6413500" y="1841500"/>
            <a:ext cx="5143500" cy="36830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E12B12-A54A-B056-7582-79FAC8A5BB2B}"/>
              </a:ext>
            </a:extLst>
          </p:cNvPr>
          <p:cNvSpPr/>
          <p:nvPr/>
        </p:nvSpPr>
        <p:spPr bwMode="auto">
          <a:xfrm>
            <a:off x="6413500" y="1841500"/>
            <a:ext cx="63500" cy="3683000"/>
          </a:xfrm>
          <a:prstGeom prst="rect">
            <a:avLst/>
          </a:prstGeom>
          <a:solidFill>
            <a:srgbClr val="E09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B9AFBA-D571-46E1-E665-EF02E2C25CEA}"/>
              </a:ext>
            </a:extLst>
          </p:cNvPr>
          <p:cNvSpPr txBox="1"/>
          <p:nvPr/>
        </p:nvSpPr>
        <p:spPr>
          <a:xfrm>
            <a:off x="6642100" y="2032000"/>
            <a:ext cx="4762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600" b="1">
                <a:solidFill>
                  <a:srgbClr val="E09000"/>
                </a:solidFill>
                <a:latin typeface="Aptos" panose="020B0004020202020204" pitchFamily="34" charset="0"/>
              </a:rPr>
              <a:t>AUTARCH DIFFERENTIATION</a:t>
            </a:r>
            <a:endParaRPr lang="en-CA" sz="1600" b="1" dirty="0" err="1">
              <a:solidFill>
                <a:srgbClr val="E09000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A3E5A0-F63A-3B0E-91AF-C4CF8187BDAF}"/>
              </a:ext>
            </a:extLst>
          </p:cNvPr>
          <p:cNvSpPr txBox="1"/>
          <p:nvPr/>
        </p:nvSpPr>
        <p:spPr>
          <a:xfrm>
            <a:off x="6642100" y="2476500"/>
            <a:ext cx="4762500" cy="10002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071426"/>
                </a:solidFill>
                <a:latin typeface="Aptos" panose="020B0004020202020204" pitchFamily="34" charset="0"/>
              </a:rPr>
              <a:t>Kernel primitive authorization
Actor/quorum-aware approval
Uniform side-effect gating
Safety proof before graph execution
Cryptographically attributable evidence</a:t>
            </a:r>
            <a:endParaRPr lang="en-CA" sz="13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2A5D85-29B0-5210-35C7-E5183B6CED56}"/>
              </a:ext>
            </a:extLst>
          </p:cNvPr>
          <p:cNvSpPr txBox="1"/>
          <p:nvPr/>
        </p:nvSpPr>
        <p:spPr>
          <a:xfrm>
            <a:off x="825500" y="5969000"/>
            <a:ext cx="10541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 b="1">
                <a:solidFill>
                  <a:srgbClr val="007A8A"/>
                </a:solidFill>
                <a:latin typeface="Aptos" panose="020B0004020202020204" pitchFamily="34" charset="0"/>
              </a:rPr>
              <a:t>Winning combination: keep LangGraph state machines; govern actions behind tool nodes.</a:t>
            </a:r>
            <a:endParaRPr lang="en-CA" sz="1500" b="1" dirty="0" err="1">
              <a:solidFill>
                <a:srgbClr val="007A8A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4930770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47299D-B902-64BE-0113-5B08B956BD55}"/>
              </a:ext>
            </a:extLst>
          </p:cNvPr>
          <p:cNvSpPr txBox="1"/>
          <p:nvPr/>
        </p:nvSpPr>
        <p:spPr>
          <a:xfrm>
            <a:off x="609600" y="215900"/>
            <a:ext cx="825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900" b="1">
                <a:solidFill>
                  <a:srgbClr val="0075B8"/>
                </a:solidFill>
                <a:latin typeface="Aptos" panose="020B0004020202020204" pitchFamily="34" charset="0"/>
              </a:rPr>
              <a:t>DETAILED COMPARISON</a:t>
            </a:r>
            <a:endParaRPr lang="en-CA" sz="9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60927E-608A-0023-23D2-7866F6E2E443}"/>
              </a:ext>
            </a:extLst>
          </p:cNvPr>
          <p:cNvSpPr txBox="1"/>
          <p:nvPr/>
        </p:nvSpPr>
        <p:spPr>
          <a:xfrm>
            <a:off x="609600" y="482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71426"/>
                </a:solidFill>
                <a:latin typeface="Aptos" panose="020B0004020202020204" pitchFamily="34" charset="0"/>
              </a:rPr>
              <a:t>Autarch vs CrewAI and AutoGen</a:t>
            </a:r>
            <a:endParaRPr lang="en-CA" sz="28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E107CC-74CE-B644-3E77-53F8FF9B5A00}"/>
              </a:ext>
            </a:extLst>
          </p:cNvPr>
          <p:cNvSpPr txBox="1"/>
          <p:nvPr/>
        </p:nvSpPr>
        <p:spPr>
          <a:xfrm>
            <a:off x="11201400" y="6464300"/>
            <a:ext cx="381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CA" sz="800">
                <a:solidFill>
                  <a:srgbClr val="4D5966"/>
                </a:solidFill>
                <a:latin typeface="Aptos" panose="020B0004020202020204" pitchFamily="34" charset="0"/>
              </a:rPr>
              <a:t>26</a:t>
            </a:r>
            <a:endParaRPr lang="en-CA" sz="800" dirty="0" err="1">
              <a:solidFill>
                <a:srgbClr val="4D5966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2A75DCD-4976-9DB5-03DA-36E2ADA2C55F}"/>
              </a:ext>
            </a:extLst>
          </p:cNvPr>
          <p:cNvSpPr/>
          <p:nvPr/>
        </p:nvSpPr>
        <p:spPr bwMode="auto">
          <a:xfrm>
            <a:off x="635000" y="1841500"/>
            <a:ext cx="5143500" cy="36830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E0C069-5DCA-085C-EB01-7A3B205C1637}"/>
              </a:ext>
            </a:extLst>
          </p:cNvPr>
          <p:cNvSpPr/>
          <p:nvPr/>
        </p:nvSpPr>
        <p:spPr bwMode="auto">
          <a:xfrm>
            <a:off x="635000" y="1841500"/>
            <a:ext cx="63500" cy="3683000"/>
          </a:xfrm>
          <a:prstGeom prst="rect">
            <a:avLst/>
          </a:prstGeom>
          <a:solidFill>
            <a:srgbClr val="0075B8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F6BD75-31D4-F007-8D2F-D91CC793EC2C}"/>
              </a:ext>
            </a:extLst>
          </p:cNvPr>
          <p:cNvSpPr txBox="1"/>
          <p:nvPr/>
        </p:nvSpPr>
        <p:spPr>
          <a:xfrm>
            <a:off x="863600" y="2032000"/>
            <a:ext cx="4762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600" b="1">
                <a:solidFill>
                  <a:srgbClr val="0075B8"/>
                </a:solidFill>
                <a:latin typeface="Aptos" panose="020B0004020202020204" pitchFamily="34" charset="0"/>
              </a:rPr>
              <a:t>CREWS / TEAMS STRENGTHS</a:t>
            </a:r>
            <a:endParaRPr lang="en-CA" sz="16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2562C3-D2E0-D828-2E53-1DC89F78791C}"/>
              </a:ext>
            </a:extLst>
          </p:cNvPr>
          <p:cNvSpPr txBox="1"/>
          <p:nvPr/>
        </p:nvSpPr>
        <p:spPr>
          <a:xfrm>
            <a:off x="863600" y="2476500"/>
            <a:ext cx="4762500" cy="10002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300">
                <a:solidFill>
                  <a:srgbClr val="071426"/>
                </a:solidFill>
                <a:latin typeface="Aptos" panose="020B0004020202020204" pitchFamily="34" charset="0"/>
              </a:rPr>
              <a:t>Intuitive roles + delegation
Collaborative agent patterns
State + memory + persistence
Flexible flow coordination
Fast multi-agent prototyping</a:t>
            </a:r>
            <a:endParaRPr lang="en-CA" sz="13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60C1D90-F416-6403-BB89-8784CF24944D}"/>
              </a:ext>
            </a:extLst>
          </p:cNvPr>
          <p:cNvSpPr/>
          <p:nvPr/>
        </p:nvSpPr>
        <p:spPr bwMode="auto">
          <a:xfrm>
            <a:off x="6413500" y="1841500"/>
            <a:ext cx="5143500" cy="36830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2487D2-CB13-B362-57F0-2206D2F809E9}"/>
              </a:ext>
            </a:extLst>
          </p:cNvPr>
          <p:cNvSpPr/>
          <p:nvPr/>
        </p:nvSpPr>
        <p:spPr bwMode="auto">
          <a:xfrm>
            <a:off x="6413500" y="1841500"/>
            <a:ext cx="63500" cy="3683000"/>
          </a:xfrm>
          <a:prstGeom prst="rect">
            <a:avLst/>
          </a:prstGeom>
          <a:solidFill>
            <a:srgbClr val="E09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860DC3-8DD6-A614-F670-73DB1F77F380}"/>
              </a:ext>
            </a:extLst>
          </p:cNvPr>
          <p:cNvSpPr txBox="1"/>
          <p:nvPr/>
        </p:nvSpPr>
        <p:spPr>
          <a:xfrm>
            <a:off x="6642100" y="2032000"/>
            <a:ext cx="4762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600" b="1">
                <a:solidFill>
                  <a:srgbClr val="E09000"/>
                </a:solidFill>
                <a:latin typeface="Aptos" panose="020B0004020202020204" pitchFamily="34" charset="0"/>
              </a:rPr>
              <a:t>AUTARCH DIFFERENTIATION</a:t>
            </a:r>
            <a:endParaRPr lang="en-CA" sz="1600" b="1" dirty="0" err="1">
              <a:solidFill>
                <a:srgbClr val="E09000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2A3393-8108-A821-6405-4CCABE812283}"/>
              </a:ext>
            </a:extLst>
          </p:cNvPr>
          <p:cNvSpPr txBox="1"/>
          <p:nvPr/>
        </p:nvSpPr>
        <p:spPr>
          <a:xfrm>
            <a:off x="6642100" y="2476500"/>
            <a:ext cx="4762500" cy="10002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071426"/>
                </a:solidFill>
                <a:latin typeface="Aptos" panose="020B0004020202020204" pitchFamily="34" charset="0"/>
              </a:rPr>
              <a:t>Delegation narrows real authority
Tool possession is not permission
Policy + economic kernels
Fleet-wide attenuation guarantees
Signed accepted + blocked actions</a:t>
            </a:r>
            <a:endParaRPr lang="en-CA" sz="13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7BE74B-C874-88FC-9D91-8C42E154E833}"/>
              </a:ext>
            </a:extLst>
          </p:cNvPr>
          <p:cNvSpPr txBox="1"/>
          <p:nvPr/>
        </p:nvSpPr>
        <p:spPr>
          <a:xfrm>
            <a:off x="825500" y="5969000"/>
            <a:ext cx="10541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 b="1">
                <a:solidFill>
                  <a:srgbClr val="007A8A"/>
                </a:solidFill>
                <a:latin typeface="Aptos" panose="020B0004020202020204" pitchFamily="34" charset="0"/>
              </a:rPr>
              <a:t>Winning combination: crews reason and collaborate; Autarch governs authority and evidence.</a:t>
            </a:r>
            <a:endParaRPr lang="en-CA" sz="1500" b="1" dirty="0" err="1">
              <a:solidFill>
                <a:srgbClr val="007A8A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893248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7A7F805-A255-4729-04DB-F19C60D1B2D0}"/>
              </a:ext>
            </a:extLst>
          </p:cNvPr>
          <p:cNvSpPr txBox="1"/>
          <p:nvPr/>
        </p:nvSpPr>
        <p:spPr>
          <a:xfrm>
            <a:off x="609600" y="215900"/>
            <a:ext cx="825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900" b="1">
                <a:solidFill>
                  <a:srgbClr val="0075B8"/>
                </a:solidFill>
                <a:latin typeface="Aptos" panose="020B0004020202020204" pitchFamily="34" charset="0"/>
              </a:rPr>
              <a:t>DETAILED COMPARISON</a:t>
            </a:r>
            <a:endParaRPr lang="en-CA" sz="9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F14650-602C-4CBE-DE40-686C90744A7D}"/>
              </a:ext>
            </a:extLst>
          </p:cNvPr>
          <p:cNvSpPr txBox="1"/>
          <p:nvPr/>
        </p:nvSpPr>
        <p:spPr>
          <a:xfrm>
            <a:off x="609600" y="482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2800" b="1">
                <a:solidFill>
                  <a:srgbClr val="071426"/>
                </a:solidFill>
                <a:latin typeface="Aptos" panose="020B0004020202020204" pitchFamily="34" charset="0"/>
              </a:rPr>
              <a:t>Autarch vs OpenAI Agents SDK</a:t>
            </a:r>
            <a:endParaRPr lang="en-CA" sz="28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3405A2-8856-7AE2-5D9E-1638308E58B8}"/>
              </a:ext>
            </a:extLst>
          </p:cNvPr>
          <p:cNvSpPr txBox="1"/>
          <p:nvPr/>
        </p:nvSpPr>
        <p:spPr>
          <a:xfrm>
            <a:off x="11201400" y="6464300"/>
            <a:ext cx="381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CA" sz="800">
                <a:solidFill>
                  <a:srgbClr val="4D5966"/>
                </a:solidFill>
                <a:latin typeface="Aptos" panose="020B0004020202020204" pitchFamily="34" charset="0"/>
              </a:rPr>
              <a:t>27</a:t>
            </a:r>
            <a:endParaRPr lang="en-CA" sz="800" dirty="0" err="1">
              <a:solidFill>
                <a:srgbClr val="4D5966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FAF0F6E-E118-A1FF-5FC8-91603470ED00}"/>
              </a:ext>
            </a:extLst>
          </p:cNvPr>
          <p:cNvSpPr/>
          <p:nvPr/>
        </p:nvSpPr>
        <p:spPr bwMode="auto">
          <a:xfrm>
            <a:off x="635000" y="1841500"/>
            <a:ext cx="5143500" cy="36830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DA9DF7-6567-C460-12F7-21F78B1EC203}"/>
              </a:ext>
            </a:extLst>
          </p:cNvPr>
          <p:cNvSpPr/>
          <p:nvPr/>
        </p:nvSpPr>
        <p:spPr bwMode="auto">
          <a:xfrm>
            <a:off x="635000" y="1841500"/>
            <a:ext cx="63500" cy="3683000"/>
          </a:xfrm>
          <a:prstGeom prst="rect">
            <a:avLst/>
          </a:prstGeom>
          <a:solidFill>
            <a:srgbClr val="0075B8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3B6104-8688-56A7-28BA-74B0BEC05D7E}"/>
              </a:ext>
            </a:extLst>
          </p:cNvPr>
          <p:cNvSpPr txBox="1"/>
          <p:nvPr/>
        </p:nvSpPr>
        <p:spPr>
          <a:xfrm>
            <a:off x="863600" y="2032000"/>
            <a:ext cx="4762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600" b="1">
                <a:solidFill>
                  <a:srgbClr val="0075B8"/>
                </a:solidFill>
                <a:latin typeface="Aptos" panose="020B0004020202020204" pitchFamily="34" charset="0"/>
              </a:rPr>
              <a:t>OPENAI SDK STRENGTHS</a:t>
            </a:r>
            <a:endParaRPr lang="en-CA" sz="16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702A38-BBD3-BA48-BEDA-86160D008550}"/>
              </a:ext>
            </a:extLst>
          </p:cNvPr>
          <p:cNvSpPr txBox="1"/>
          <p:nvPr/>
        </p:nvSpPr>
        <p:spPr>
          <a:xfrm>
            <a:off x="863600" y="2476500"/>
            <a:ext cx="4762500" cy="10002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071426"/>
                </a:solidFill>
                <a:latin typeface="Aptos" panose="020B0004020202020204" pitchFamily="34" charset="0"/>
              </a:rPr>
              <a:t>Productive minimal primitives
Tools, handoffs + sessions
Input/output/tool guardrails
Human-in-the-loop runs
Deep OpenAI + realtime integration</a:t>
            </a:r>
            <a:endParaRPr lang="en-CA" sz="13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C01D5B5-6F7D-6CC2-0AF8-ADDD00C0E7EB}"/>
              </a:ext>
            </a:extLst>
          </p:cNvPr>
          <p:cNvSpPr/>
          <p:nvPr/>
        </p:nvSpPr>
        <p:spPr bwMode="auto">
          <a:xfrm>
            <a:off x="6413500" y="1841500"/>
            <a:ext cx="5143500" cy="36830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1F5702-9D6A-4564-E83A-270572A2818D}"/>
              </a:ext>
            </a:extLst>
          </p:cNvPr>
          <p:cNvSpPr/>
          <p:nvPr/>
        </p:nvSpPr>
        <p:spPr bwMode="auto">
          <a:xfrm>
            <a:off x="6413500" y="1841500"/>
            <a:ext cx="63500" cy="3683000"/>
          </a:xfrm>
          <a:prstGeom prst="rect">
            <a:avLst/>
          </a:prstGeom>
          <a:solidFill>
            <a:srgbClr val="E09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847C23-5337-D3AB-2E89-F6FB9541ACE2}"/>
              </a:ext>
            </a:extLst>
          </p:cNvPr>
          <p:cNvSpPr txBox="1"/>
          <p:nvPr/>
        </p:nvSpPr>
        <p:spPr>
          <a:xfrm>
            <a:off x="6642100" y="2032000"/>
            <a:ext cx="4762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600" b="1">
                <a:solidFill>
                  <a:srgbClr val="E09000"/>
                </a:solidFill>
                <a:latin typeface="Aptos" panose="020B0004020202020204" pitchFamily="34" charset="0"/>
              </a:rPr>
              <a:t>AUTARCH DIFFERENTIATION</a:t>
            </a:r>
            <a:endParaRPr lang="en-CA" sz="1600" b="1" dirty="0" err="1">
              <a:solidFill>
                <a:srgbClr val="E09000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D827F8-8AE4-0DF8-B4C9-8C22385FDC5A}"/>
              </a:ext>
            </a:extLst>
          </p:cNvPr>
          <p:cNvSpPr txBox="1"/>
          <p:nvPr/>
        </p:nvSpPr>
        <p:spPr>
          <a:xfrm>
            <a:off x="6642100" y="2476500"/>
            <a:ext cx="4762500" cy="10002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071426"/>
                </a:solidFill>
                <a:latin typeface="Aptos" panose="020B0004020202020204" pitchFamily="34" charset="0"/>
              </a:rPr>
              <a:t>Provider-neutral control contract
Grant/scope/limit authorization
Sound unconditional-policy proof
Durable quorum + content binding
Locally verifiable signed evidence</a:t>
            </a:r>
            <a:endParaRPr lang="en-CA" sz="13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18725B-F5E8-C1A7-9DF2-4FD1A6FB7839}"/>
              </a:ext>
            </a:extLst>
          </p:cNvPr>
          <p:cNvSpPr txBox="1"/>
          <p:nvPr/>
        </p:nvSpPr>
        <p:spPr>
          <a:xfrm>
            <a:off x="825500" y="5969000"/>
            <a:ext cx="10541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 b="1">
                <a:solidFill>
                  <a:srgbClr val="007A8A"/>
                </a:solidFill>
                <a:latin typeface="Aptos" panose="020B0004020202020204" pitchFamily="34" charset="0"/>
              </a:rPr>
              <a:t>Winning combination: OpenAI agents reason and hand off; Autarch controls side effects.</a:t>
            </a:r>
            <a:endParaRPr lang="en-CA" sz="1500" b="1" dirty="0" err="1">
              <a:solidFill>
                <a:srgbClr val="007A8A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010116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7E10879-0AC2-F6A3-FCCE-982AF96212A0}"/>
              </a:ext>
            </a:extLst>
          </p:cNvPr>
          <p:cNvSpPr txBox="1"/>
          <p:nvPr/>
        </p:nvSpPr>
        <p:spPr>
          <a:xfrm>
            <a:off x="609600" y="215900"/>
            <a:ext cx="825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900" b="1">
                <a:solidFill>
                  <a:srgbClr val="0075B8"/>
                </a:solidFill>
                <a:latin typeface="Aptos" panose="020B0004020202020204" pitchFamily="34" charset="0"/>
              </a:rPr>
              <a:t>CAPABILITY MATRIX</a:t>
            </a:r>
            <a:endParaRPr lang="en-CA" sz="9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50B94A-F844-73B7-6D76-AD67FCAB6067}"/>
              </a:ext>
            </a:extLst>
          </p:cNvPr>
          <p:cNvSpPr txBox="1"/>
          <p:nvPr/>
        </p:nvSpPr>
        <p:spPr>
          <a:xfrm>
            <a:off x="609600" y="482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71426"/>
                </a:solidFill>
                <a:latin typeface="Aptos" panose="020B0004020202020204" pitchFamily="34" charset="0"/>
              </a:rPr>
              <a:t>Where Autarch supersedes - and where it complements</a:t>
            </a:r>
            <a:endParaRPr lang="en-CA" sz="28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A05149-FB2F-70B9-741C-C4EF13B25288}"/>
              </a:ext>
            </a:extLst>
          </p:cNvPr>
          <p:cNvSpPr txBox="1"/>
          <p:nvPr/>
        </p:nvSpPr>
        <p:spPr>
          <a:xfrm>
            <a:off x="11201400" y="6464300"/>
            <a:ext cx="381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CA" sz="800">
                <a:solidFill>
                  <a:srgbClr val="4D5966"/>
                </a:solidFill>
                <a:latin typeface="Aptos" panose="020B0004020202020204" pitchFamily="34" charset="0"/>
              </a:rPr>
              <a:t>28</a:t>
            </a:r>
            <a:endParaRPr lang="en-CA" sz="800" dirty="0" err="1">
              <a:solidFill>
                <a:srgbClr val="4D5966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893AF4-B164-FF5F-9985-AF0E6069DEAA}"/>
              </a:ext>
            </a:extLst>
          </p:cNvPr>
          <p:cNvSpPr/>
          <p:nvPr/>
        </p:nvSpPr>
        <p:spPr bwMode="auto">
          <a:xfrm>
            <a:off x="444500" y="1587500"/>
            <a:ext cx="4445000" cy="482600"/>
          </a:xfrm>
          <a:prstGeom prst="rect">
            <a:avLst/>
          </a:prstGeom>
          <a:solidFill>
            <a:srgbClr val="EFF4F8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77EC8A-55BA-07C5-517E-239846BAB22B}"/>
              </a:ext>
            </a:extLst>
          </p:cNvPr>
          <p:cNvSpPr txBox="1"/>
          <p:nvPr/>
        </p:nvSpPr>
        <p:spPr>
          <a:xfrm>
            <a:off x="444500" y="1752600"/>
            <a:ext cx="444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900" b="1">
                <a:solidFill>
                  <a:srgbClr val="071426"/>
                </a:solidFill>
                <a:latin typeface="Aptos" panose="020B0004020202020204" pitchFamily="34" charset="0"/>
              </a:rPr>
              <a:t>CAPABILITY</a:t>
            </a:r>
            <a:endParaRPr lang="en-CA" sz="9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A7C3F0-4284-9A40-4806-7C094DBA2438}"/>
              </a:ext>
            </a:extLst>
          </p:cNvPr>
          <p:cNvSpPr/>
          <p:nvPr/>
        </p:nvSpPr>
        <p:spPr bwMode="auto">
          <a:xfrm>
            <a:off x="4889500" y="1587500"/>
            <a:ext cx="1397000" cy="482600"/>
          </a:xfrm>
          <a:prstGeom prst="rect">
            <a:avLst/>
          </a:prstGeom>
          <a:solidFill>
            <a:srgbClr val="EFF4F8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41744A-BCE9-7EDF-5613-28CF78F85A10}"/>
              </a:ext>
            </a:extLst>
          </p:cNvPr>
          <p:cNvSpPr txBox="1"/>
          <p:nvPr/>
        </p:nvSpPr>
        <p:spPr>
          <a:xfrm>
            <a:off x="4889500" y="1752600"/>
            <a:ext cx="1397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900" b="1">
                <a:solidFill>
                  <a:srgbClr val="071426"/>
                </a:solidFill>
                <a:latin typeface="Aptos" panose="020B0004020202020204" pitchFamily="34" charset="0"/>
              </a:rPr>
              <a:t>AUTARCH</a:t>
            </a:r>
            <a:endParaRPr lang="en-CA" sz="9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90F684-ADC0-23E0-70CA-948D844C0424}"/>
              </a:ext>
            </a:extLst>
          </p:cNvPr>
          <p:cNvSpPr/>
          <p:nvPr/>
        </p:nvSpPr>
        <p:spPr bwMode="auto">
          <a:xfrm>
            <a:off x="6286500" y="1587500"/>
            <a:ext cx="1397000" cy="482600"/>
          </a:xfrm>
          <a:prstGeom prst="rect">
            <a:avLst/>
          </a:prstGeom>
          <a:solidFill>
            <a:srgbClr val="EFF4F8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397F61-1078-CCE0-0028-6FA576166CAA}"/>
              </a:ext>
            </a:extLst>
          </p:cNvPr>
          <p:cNvSpPr txBox="1"/>
          <p:nvPr/>
        </p:nvSpPr>
        <p:spPr>
          <a:xfrm>
            <a:off x="6286500" y="1752600"/>
            <a:ext cx="1397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900" b="1">
                <a:solidFill>
                  <a:srgbClr val="071426"/>
                </a:solidFill>
                <a:latin typeface="Aptos" panose="020B0004020202020204" pitchFamily="34" charset="0"/>
              </a:rPr>
              <a:t>MAF</a:t>
            </a:r>
            <a:endParaRPr lang="en-CA" sz="9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461BF1-ECC2-49B0-5E90-44BF84DED142}"/>
              </a:ext>
            </a:extLst>
          </p:cNvPr>
          <p:cNvSpPr/>
          <p:nvPr/>
        </p:nvSpPr>
        <p:spPr bwMode="auto">
          <a:xfrm>
            <a:off x="7683500" y="1587500"/>
            <a:ext cx="1397000" cy="482600"/>
          </a:xfrm>
          <a:prstGeom prst="rect">
            <a:avLst/>
          </a:prstGeom>
          <a:solidFill>
            <a:srgbClr val="EFF4F8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AB5C95-046D-52C6-6E7E-5501DE987DD1}"/>
              </a:ext>
            </a:extLst>
          </p:cNvPr>
          <p:cNvSpPr txBox="1"/>
          <p:nvPr/>
        </p:nvSpPr>
        <p:spPr>
          <a:xfrm>
            <a:off x="7683500" y="1752600"/>
            <a:ext cx="1397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900" b="1">
                <a:solidFill>
                  <a:srgbClr val="071426"/>
                </a:solidFill>
                <a:latin typeface="Aptos" panose="020B0004020202020204" pitchFamily="34" charset="0"/>
              </a:rPr>
              <a:t>LANGGRAPH</a:t>
            </a:r>
            <a:endParaRPr lang="en-CA" sz="9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FA8ED83-55F9-1FBF-64B7-053C38F29014}"/>
              </a:ext>
            </a:extLst>
          </p:cNvPr>
          <p:cNvSpPr/>
          <p:nvPr/>
        </p:nvSpPr>
        <p:spPr bwMode="auto">
          <a:xfrm>
            <a:off x="9080500" y="1587500"/>
            <a:ext cx="1397000" cy="482600"/>
          </a:xfrm>
          <a:prstGeom prst="rect">
            <a:avLst/>
          </a:prstGeom>
          <a:solidFill>
            <a:srgbClr val="EFF4F8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5DE4FC-9409-4C01-4BC8-D454272CF3A4}"/>
              </a:ext>
            </a:extLst>
          </p:cNvPr>
          <p:cNvSpPr txBox="1"/>
          <p:nvPr/>
        </p:nvSpPr>
        <p:spPr>
          <a:xfrm>
            <a:off x="9080500" y="1752600"/>
            <a:ext cx="1397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900" b="1">
                <a:solidFill>
                  <a:srgbClr val="071426"/>
                </a:solidFill>
                <a:latin typeface="Aptos" panose="020B0004020202020204" pitchFamily="34" charset="0"/>
              </a:rPr>
              <a:t>CREWAI</a:t>
            </a:r>
            <a:endParaRPr lang="en-CA" sz="9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D601E1B-EB3F-F208-1290-9465E3B2A428}"/>
              </a:ext>
            </a:extLst>
          </p:cNvPr>
          <p:cNvSpPr/>
          <p:nvPr/>
        </p:nvSpPr>
        <p:spPr bwMode="auto">
          <a:xfrm>
            <a:off x="10477500" y="1587500"/>
            <a:ext cx="1270000" cy="482600"/>
          </a:xfrm>
          <a:prstGeom prst="rect">
            <a:avLst/>
          </a:prstGeom>
          <a:solidFill>
            <a:srgbClr val="EFF4F8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E685B4-D97B-D3F7-7123-FB490A163658}"/>
              </a:ext>
            </a:extLst>
          </p:cNvPr>
          <p:cNvSpPr txBox="1"/>
          <p:nvPr/>
        </p:nvSpPr>
        <p:spPr>
          <a:xfrm>
            <a:off x="10477500" y="1752600"/>
            <a:ext cx="127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900" b="1">
                <a:solidFill>
                  <a:srgbClr val="071426"/>
                </a:solidFill>
                <a:latin typeface="Aptos" panose="020B0004020202020204" pitchFamily="34" charset="0"/>
              </a:rPr>
              <a:t>OPENAI</a:t>
            </a:r>
            <a:endParaRPr lang="en-CA" sz="9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04B7E74-8341-6FF2-EBB8-3C3664256E13}"/>
              </a:ext>
            </a:extLst>
          </p:cNvPr>
          <p:cNvSpPr/>
          <p:nvPr/>
        </p:nvSpPr>
        <p:spPr bwMode="auto">
          <a:xfrm>
            <a:off x="444500" y="2095500"/>
            <a:ext cx="4445000" cy="5207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1D5AB7-EEF4-9931-AFAF-AE5E53E147FC}"/>
              </a:ext>
            </a:extLst>
          </p:cNvPr>
          <p:cNvSpPr txBox="1"/>
          <p:nvPr/>
        </p:nvSpPr>
        <p:spPr>
          <a:xfrm>
            <a:off x="495300" y="2247900"/>
            <a:ext cx="4343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000">
                <a:solidFill>
                  <a:srgbClr val="071426"/>
                </a:solidFill>
                <a:latin typeface="Aptos" panose="020B0004020202020204" pitchFamily="34" charset="0"/>
              </a:rPr>
              <a:t>Agent / workflow orchestration</a:t>
            </a:r>
            <a:endParaRPr lang="en-CA" sz="10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B201DE4-4CA4-90BF-E094-986E54FB7FF3}"/>
              </a:ext>
            </a:extLst>
          </p:cNvPr>
          <p:cNvSpPr/>
          <p:nvPr/>
        </p:nvSpPr>
        <p:spPr bwMode="auto">
          <a:xfrm>
            <a:off x="4889500" y="2095500"/>
            <a:ext cx="1397000" cy="5207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AE8CAB-B1A1-6219-7111-9D086E40B45B}"/>
              </a:ext>
            </a:extLst>
          </p:cNvPr>
          <p:cNvSpPr txBox="1"/>
          <p:nvPr/>
        </p:nvSpPr>
        <p:spPr>
          <a:xfrm>
            <a:off x="4940300" y="2247900"/>
            <a:ext cx="1295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900" b="1">
                <a:solidFill>
                  <a:srgbClr val="007A8A"/>
                </a:solidFill>
                <a:latin typeface="Aptos" panose="020B0004020202020204" pitchFamily="34" charset="0"/>
              </a:rPr>
              <a:t>YES</a:t>
            </a:r>
            <a:endParaRPr lang="en-CA" sz="900" b="1" dirty="0" err="1">
              <a:solidFill>
                <a:srgbClr val="007A8A"/>
              </a:solidFill>
              <a:latin typeface="Aptos" panose="020B00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63D30CF-089F-681A-5D79-AA0E3EA3A151}"/>
              </a:ext>
            </a:extLst>
          </p:cNvPr>
          <p:cNvSpPr/>
          <p:nvPr/>
        </p:nvSpPr>
        <p:spPr bwMode="auto">
          <a:xfrm>
            <a:off x="6286500" y="2095500"/>
            <a:ext cx="1397000" cy="5207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D61239-4E1A-3C0F-410E-DA0B7D237D65}"/>
              </a:ext>
            </a:extLst>
          </p:cNvPr>
          <p:cNvSpPr txBox="1"/>
          <p:nvPr/>
        </p:nvSpPr>
        <p:spPr>
          <a:xfrm>
            <a:off x="6337300" y="2247900"/>
            <a:ext cx="1295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900">
                <a:solidFill>
                  <a:srgbClr val="071426"/>
                </a:solidFill>
                <a:latin typeface="Aptos" panose="020B0004020202020204" pitchFamily="34" charset="0"/>
              </a:rPr>
              <a:t>LEAD</a:t>
            </a:r>
            <a:endParaRPr lang="en-CA" sz="9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282A4BE-6489-E816-2F4A-C762AA063925}"/>
              </a:ext>
            </a:extLst>
          </p:cNvPr>
          <p:cNvSpPr/>
          <p:nvPr/>
        </p:nvSpPr>
        <p:spPr bwMode="auto">
          <a:xfrm>
            <a:off x="7683500" y="2095500"/>
            <a:ext cx="1397000" cy="5207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5E7B69F-41D9-D0C0-3BBE-746E79446000}"/>
              </a:ext>
            </a:extLst>
          </p:cNvPr>
          <p:cNvSpPr txBox="1"/>
          <p:nvPr/>
        </p:nvSpPr>
        <p:spPr>
          <a:xfrm>
            <a:off x="7734300" y="2247900"/>
            <a:ext cx="1295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900">
                <a:solidFill>
                  <a:srgbClr val="071426"/>
                </a:solidFill>
                <a:latin typeface="Aptos" panose="020B0004020202020204" pitchFamily="34" charset="0"/>
              </a:rPr>
              <a:t>LEAD</a:t>
            </a:r>
            <a:endParaRPr lang="en-CA" sz="9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662BD83-CCB8-1302-359C-7320B030EBEC}"/>
              </a:ext>
            </a:extLst>
          </p:cNvPr>
          <p:cNvSpPr/>
          <p:nvPr/>
        </p:nvSpPr>
        <p:spPr bwMode="auto">
          <a:xfrm>
            <a:off x="9080500" y="2095500"/>
            <a:ext cx="1397000" cy="5207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FA2598B-CF07-5B85-F65D-E10E02A7D32E}"/>
              </a:ext>
            </a:extLst>
          </p:cNvPr>
          <p:cNvSpPr txBox="1"/>
          <p:nvPr/>
        </p:nvSpPr>
        <p:spPr>
          <a:xfrm>
            <a:off x="9131300" y="2247900"/>
            <a:ext cx="1295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900">
                <a:solidFill>
                  <a:srgbClr val="071426"/>
                </a:solidFill>
                <a:latin typeface="Aptos" panose="020B0004020202020204" pitchFamily="34" charset="0"/>
              </a:rPr>
              <a:t>LEAD</a:t>
            </a:r>
            <a:endParaRPr lang="en-CA" sz="9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DD7CB52-323C-DD12-4A71-BF736CE2E6BB}"/>
              </a:ext>
            </a:extLst>
          </p:cNvPr>
          <p:cNvSpPr/>
          <p:nvPr/>
        </p:nvSpPr>
        <p:spPr bwMode="auto">
          <a:xfrm>
            <a:off x="10477500" y="2095500"/>
            <a:ext cx="1270000" cy="5207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F619656-4A46-4AD0-9D15-18BDA97ABFD8}"/>
              </a:ext>
            </a:extLst>
          </p:cNvPr>
          <p:cNvSpPr txBox="1"/>
          <p:nvPr/>
        </p:nvSpPr>
        <p:spPr>
          <a:xfrm>
            <a:off x="10528300" y="2247900"/>
            <a:ext cx="1168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900">
                <a:solidFill>
                  <a:srgbClr val="071426"/>
                </a:solidFill>
                <a:latin typeface="Aptos" panose="020B0004020202020204" pitchFamily="34" charset="0"/>
              </a:rPr>
              <a:t>YES</a:t>
            </a:r>
            <a:endParaRPr lang="en-CA" sz="9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50400A6-8CD2-A9D3-46E0-078B4D504E5A}"/>
              </a:ext>
            </a:extLst>
          </p:cNvPr>
          <p:cNvSpPr/>
          <p:nvPr/>
        </p:nvSpPr>
        <p:spPr bwMode="auto">
          <a:xfrm>
            <a:off x="444500" y="2641600"/>
            <a:ext cx="4445000" cy="520700"/>
          </a:xfrm>
          <a:prstGeom prst="rect">
            <a:avLst/>
          </a:prstGeom>
          <a:solidFill>
            <a:srgbClr val="EFF4F8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4116A43-DA93-D745-420E-0F2EBC176FC1}"/>
              </a:ext>
            </a:extLst>
          </p:cNvPr>
          <p:cNvSpPr txBox="1"/>
          <p:nvPr/>
        </p:nvSpPr>
        <p:spPr>
          <a:xfrm>
            <a:off x="495300" y="2794000"/>
            <a:ext cx="4343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000">
                <a:solidFill>
                  <a:srgbClr val="071426"/>
                </a:solidFill>
                <a:latin typeface="Aptos" panose="020B0004020202020204" pitchFamily="34" charset="0"/>
              </a:rPr>
              <a:t>Durable state / resume</a:t>
            </a:r>
            <a:endParaRPr lang="en-CA" sz="10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FEA401E-8EB7-C6B1-7480-2C4A3CF1DAE7}"/>
              </a:ext>
            </a:extLst>
          </p:cNvPr>
          <p:cNvSpPr/>
          <p:nvPr/>
        </p:nvSpPr>
        <p:spPr bwMode="auto">
          <a:xfrm>
            <a:off x="4889500" y="2641600"/>
            <a:ext cx="1397000" cy="520700"/>
          </a:xfrm>
          <a:prstGeom prst="rect">
            <a:avLst/>
          </a:prstGeom>
          <a:solidFill>
            <a:srgbClr val="EFF4F8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3B7277F-9073-307B-78A5-A45CAA9E140B}"/>
              </a:ext>
            </a:extLst>
          </p:cNvPr>
          <p:cNvSpPr txBox="1"/>
          <p:nvPr/>
        </p:nvSpPr>
        <p:spPr>
          <a:xfrm>
            <a:off x="4940300" y="2794000"/>
            <a:ext cx="1295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900" b="1">
                <a:solidFill>
                  <a:srgbClr val="007A8A"/>
                </a:solidFill>
                <a:latin typeface="Aptos" panose="020B0004020202020204" pitchFamily="34" charset="0"/>
              </a:rPr>
              <a:t>YES</a:t>
            </a:r>
            <a:endParaRPr lang="en-CA" sz="900" b="1" dirty="0" err="1">
              <a:solidFill>
                <a:srgbClr val="007A8A"/>
              </a:solidFill>
              <a:latin typeface="Aptos" panose="020B00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73A42EA-3A55-3218-CD0D-12F3731BEA1C}"/>
              </a:ext>
            </a:extLst>
          </p:cNvPr>
          <p:cNvSpPr/>
          <p:nvPr/>
        </p:nvSpPr>
        <p:spPr bwMode="auto">
          <a:xfrm>
            <a:off x="6286500" y="2641600"/>
            <a:ext cx="1397000" cy="520700"/>
          </a:xfrm>
          <a:prstGeom prst="rect">
            <a:avLst/>
          </a:prstGeom>
          <a:solidFill>
            <a:srgbClr val="EFF4F8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4E4A78F-2775-A25F-EB1C-E0B9F8ECDFA6}"/>
              </a:ext>
            </a:extLst>
          </p:cNvPr>
          <p:cNvSpPr txBox="1"/>
          <p:nvPr/>
        </p:nvSpPr>
        <p:spPr>
          <a:xfrm>
            <a:off x="6337300" y="2794000"/>
            <a:ext cx="1295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900">
                <a:solidFill>
                  <a:srgbClr val="071426"/>
                </a:solidFill>
                <a:latin typeface="Aptos" panose="020B0004020202020204" pitchFamily="34" charset="0"/>
              </a:rPr>
              <a:t>LEAD</a:t>
            </a:r>
            <a:endParaRPr lang="en-CA" sz="9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9DA3F7D-0D89-F93B-C724-83C6130C5839}"/>
              </a:ext>
            </a:extLst>
          </p:cNvPr>
          <p:cNvSpPr/>
          <p:nvPr/>
        </p:nvSpPr>
        <p:spPr bwMode="auto">
          <a:xfrm>
            <a:off x="7683500" y="2641600"/>
            <a:ext cx="1397000" cy="520700"/>
          </a:xfrm>
          <a:prstGeom prst="rect">
            <a:avLst/>
          </a:prstGeom>
          <a:solidFill>
            <a:srgbClr val="EFF4F8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89F2FD7-5A9F-E689-82BC-FEAB6489C967}"/>
              </a:ext>
            </a:extLst>
          </p:cNvPr>
          <p:cNvSpPr txBox="1"/>
          <p:nvPr/>
        </p:nvSpPr>
        <p:spPr>
          <a:xfrm>
            <a:off x="7734300" y="2794000"/>
            <a:ext cx="1295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900">
                <a:solidFill>
                  <a:srgbClr val="071426"/>
                </a:solidFill>
                <a:latin typeface="Aptos" panose="020B0004020202020204" pitchFamily="34" charset="0"/>
              </a:rPr>
              <a:t>LEAD</a:t>
            </a:r>
            <a:endParaRPr lang="en-CA" sz="9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1FF08A8-C82B-6E2A-D094-514DEC40D4B5}"/>
              </a:ext>
            </a:extLst>
          </p:cNvPr>
          <p:cNvSpPr/>
          <p:nvPr/>
        </p:nvSpPr>
        <p:spPr bwMode="auto">
          <a:xfrm>
            <a:off x="9080500" y="2641600"/>
            <a:ext cx="1397000" cy="520700"/>
          </a:xfrm>
          <a:prstGeom prst="rect">
            <a:avLst/>
          </a:prstGeom>
          <a:solidFill>
            <a:srgbClr val="EFF4F8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C4D9CE-05F7-A1D0-6BFD-DC08060B9F75}"/>
              </a:ext>
            </a:extLst>
          </p:cNvPr>
          <p:cNvSpPr txBox="1"/>
          <p:nvPr/>
        </p:nvSpPr>
        <p:spPr>
          <a:xfrm>
            <a:off x="9131300" y="2794000"/>
            <a:ext cx="1295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900">
                <a:solidFill>
                  <a:srgbClr val="071426"/>
                </a:solidFill>
                <a:latin typeface="Aptos" panose="020B0004020202020204" pitchFamily="34" charset="0"/>
              </a:rPr>
              <a:t>YES</a:t>
            </a:r>
            <a:endParaRPr lang="en-CA" sz="9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E4D95C0-94AC-0EA9-BB98-DE77A3D77DCD}"/>
              </a:ext>
            </a:extLst>
          </p:cNvPr>
          <p:cNvSpPr/>
          <p:nvPr/>
        </p:nvSpPr>
        <p:spPr bwMode="auto">
          <a:xfrm>
            <a:off x="10477500" y="2641600"/>
            <a:ext cx="1270000" cy="520700"/>
          </a:xfrm>
          <a:prstGeom prst="rect">
            <a:avLst/>
          </a:prstGeom>
          <a:solidFill>
            <a:srgbClr val="EFF4F8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EA908E9-F59A-75B9-EAA8-E618CBFDC6A5}"/>
              </a:ext>
            </a:extLst>
          </p:cNvPr>
          <p:cNvSpPr txBox="1"/>
          <p:nvPr/>
        </p:nvSpPr>
        <p:spPr>
          <a:xfrm>
            <a:off x="10528300" y="2794000"/>
            <a:ext cx="1168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900">
                <a:solidFill>
                  <a:srgbClr val="071426"/>
                </a:solidFill>
                <a:latin typeface="Aptos" panose="020B0004020202020204" pitchFamily="34" charset="0"/>
              </a:rPr>
              <a:t>YES</a:t>
            </a:r>
            <a:endParaRPr lang="en-CA" sz="9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16B0A2E-2486-5A89-DCFF-B73F0D9050D8}"/>
              </a:ext>
            </a:extLst>
          </p:cNvPr>
          <p:cNvSpPr/>
          <p:nvPr/>
        </p:nvSpPr>
        <p:spPr bwMode="auto">
          <a:xfrm>
            <a:off x="444500" y="3187700"/>
            <a:ext cx="4445000" cy="5207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E21F640-F7A1-E089-075F-5825ED4D5C62}"/>
              </a:ext>
            </a:extLst>
          </p:cNvPr>
          <p:cNvSpPr txBox="1"/>
          <p:nvPr/>
        </p:nvSpPr>
        <p:spPr>
          <a:xfrm>
            <a:off x="495300" y="3340100"/>
            <a:ext cx="4343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000">
                <a:solidFill>
                  <a:srgbClr val="071426"/>
                </a:solidFill>
                <a:latin typeface="Aptos" panose="020B0004020202020204" pitchFamily="34" charset="0"/>
              </a:rPr>
              <a:t>Deny-by-default action authority</a:t>
            </a:r>
            <a:endParaRPr lang="en-CA" sz="10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086E29C-0EAC-A672-23A6-A3B2FE3DE632}"/>
              </a:ext>
            </a:extLst>
          </p:cNvPr>
          <p:cNvSpPr/>
          <p:nvPr/>
        </p:nvSpPr>
        <p:spPr bwMode="auto">
          <a:xfrm>
            <a:off x="4889500" y="3187700"/>
            <a:ext cx="1397000" cy="5207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2EF1666-455E-718B-FD4E-3919482E3DD5}"/>
              </a:ext>
            </a:extLst>
          </p:cNvPr>
          <p:cNvSpPr txBox="1"/>
          <p:nvPr/>
        </p:nvSpPr>
        <p:spPr>
          <a:xfrm>
            <a:off x="4940300" y="3340100"/>
            <a:ext cx="1295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900" b="1">
                <a:solidFill>
                  <a:srgbClr val="007A8A"/>
                </a:solidFill>
                <a:latin typeface="Aptos" panose="020B0004020202020204" pitchFamily="34" charset="0"/>
              </a:rPr>
              <a:t>LEAD</a:t>
            </a:r>
            <a:endParaRPr lang="en-CA" sz="900" b="1" dirty="0" err="1">
              <a:solidFill>
                <a:srgbClr val="007A8A"/>
              </a:solidFill>
              <a:latin typeface="Aptos" panose="020B0004020202020204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5AF16DF-ACD7-5451-FB28-9020D3E68441}"/>
              </a:ext>
            </a:extLst>
          </p:cNvPr>
          <p:cNvSpPr/>
          <p:nvPr/>
        </p:nvSpPr>
        <p:spPr bwMode="auto">
          <a:xfrm>
            <a:off x="6286500" y="3187700"/>
            <a:ext cx="1397000" cy="5207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9A27D83-3CD9-0E01-456E-8D514AB60883}"/>
              </a:ext>
            </a:extLst>
          </p:cNvPr>
          <p:cNvSpPr txBox="1"/>
          <p:nvPr/>
        </p:nvSpPr>
        <p:spPr>
          <a:xfrm>
            <a:off x="6337300" y="3340100"/>
            <a:ext cx="1295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900">
                <a:solidFill>
                  <a:srgbClr val="071426"/>
                </a:solidFill>
                <a:latin typeface="Aptos" panose="020B0004020202020204" pitchFamily="34" charset="0"/>
              </a:rPr>
              <a:t>CUSTOM</a:t>
            </a:r>
            <a:endParaRPr lang="en-CA" sz="9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726CD22-41EF-E094-48CE-E545C32FE954}"/>
              </a:ext>
            </a:extLst>
          </p:cNvPr>
          <p:cNvSpPr/>
          <p:nvPr/>
        </p:nvSpPr>
        <p:spPr bwMode="auto">
          <a:xfrm>
            <a:off x="7683500" y="3187700"/>
            <a:ext cx="1397000" cy="5207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BCD11A7-D4EC-71B7-CF48-09A02D950D8D}"/>
              </a:ext>
            </a:extLst>
          </p:cNvPr>
          <p:cNvSpPr txBox="1"/>
          <p:nvPr/>
        </p:nvSpPr>
        <p:spPr>
          <a:xfrm>
            <a:off x="7734300" y="3340100"/>
            <a:ext cx="1295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900">
                <a:solidFill>
                  <a:srgbClr val="071426"/>
                </a:solidFill>
                <a:latin typeface="Aptos" panose="020B0004020202020204" pitchFamily="34" charset="0"/>
              </a:rPr>
              <a:t>CUSTOM</a:t>
            </a:r>
            <a:endParaRPr lang="en-CA" sz="9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BF7AA2A-A676-C213-772D-E7A2E7D376D4}"/>
              </a:ext>
            </a:extLst>
          </p:cNvPr>
          <p:cNvSpPr/>
          <p:nvPr/>
        </p:nvSpPr>
        <p:spPr bwMode="auto">
          <a:xfrm>
            <a:off x="9080500" y="3187700"/>
            <a:ext cx="1397000" cy="5207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5727B0F-AAC6-E8DD-E13C-A4D6A673A79B}"/>
              </a:ext>
            </a:extLst>
          </p:cNvPr>
          <p:cNvSpPr txBox="1"/>
          <p:nvPr/>
        </p:nvSpPr>
        <p:spPr>
          <a:xfrm>
            <a:off x="9131300" y="3340100"/>
            <a:ext cx="1295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900">
                <a:solidFill>
                  <a:srgbClr val="071426"/>
                </a:solidFill>
                <a:latin typeface="Aptos" panose="020B0004020202020204" pitchFamily="34" charset="0"/>
              </a:rPr>
              <a:t>CUSTOM</a:t>
            </a:r>
            <a:endParaRPr lang="en-CA" sz="9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5C952F4-61A2-6210-0A2E-322A3A27D6C4}"/>
              </a:ext>
            </a:extLst>
          </p:cNvPr>
          <p:cNvSpPr/>
          <p:nvPr/>
        </p:nvSpPr>
        <p:spPr bwMode="auto">
          <a:xfrm>
            <a:off x="10477500" y="3187700"/>
            <a:ext cx="1270000" cy="5207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4671996-9483-E381-9BEA-5A64CF4BA6E6}"/>
              </a:ext>
            </a:extLst>
          </p:cNvPr>
          <p:cNvSpPr txBox="1"/>
          <p:nvPr/>
        </p:nvSpPr>
        <p:spPr>
          <a:xfrm>
            <a:off x="10528300" y="3340100"/>
            <a:ext cx="1168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900">
                <a:solidFill>
                  <a:srgbClr val="071426"/>
                </a:solidFill>
                <a:latin typeface="Aptos" panose="020B0004020202020204" pitchFamily="34" charset="0"/>
              </a:rPr>
              <a:t>GUARD</a:t>
            </a:r>
            <a:endParaRPr lang="en-CA" sz="9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DADE32E-1C3A-BE51-2874-01076A572982}"/>
              </a:ext>
            </a:extLst>
          </p:cNvPr>
          <p:cNvSpPr/>
          <p:nvPr/>
        </p:nvSpPr>
        <p:spPr bwMode="auto">
          <a:xfrm>
            <a:off x="444500" y="3733800"/>
            <a:ext cx="4445000" cy="520700"/>
          </a:xfrm>
          <a:prstGeom prst="rect">
            <a:avLst/>
          </a:prstGeom>
          <a:solidFill>
            <a:srgbClr val="EFF4F8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918845E-127F-9F31-2234-D57D11A5E00D}"/>
              </a:ext>
            </a:extLst>
          </p:cNvPr>
          <p:cNvSpPr txBox="1"/>
          <p:nvPr/>
        </p:nvSpPr>
        <p:spPr>
          <a:xfrm>
            <a:off x="495300" y="3886200"/>
            <a:ext cx="4343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000">
                <a:solidFill>
                  <a:srgbClr val="071426"/>
                </a:solidFill>
                <a:latin typeface="Aptos" panose="020B0004020202020204" pitchFamily="34" charset="0"/>
              </a:rPr>
              <a:t>Scoped + limited delegation</a:t>
            </a:r>
            <a:endParaRPr lang="en-CA" sz="10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F070DA7-87F8-F4AB-C466-B77B504EFF0F}"/>
              </a:ext>
            </a:extLst>
          </p:cNvPr>
          <p:cNvSpPr/>
          <p:nvPr/>
        </p:nvSpPr>
        <p:spPr bwMode="auto">
          <a:xfrm>
            <a:off x="4889500" y="3733800"/>
            <a:ext cx="1397000" cy="520700"/>
          </a:xfrm>
          <a:prstGeom prst="rect">
            <a:avLst/>
          </a:prstGeom>
          <a:solidFill>
            <a:srgbClr val="EFF4F8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9D27F25-E59C-CAEB-8F4F-D9DDE74A213A}"/>
              </a:ext>
            </a:extLst>
          </p:cNvPr>
          <p:cNvSpPr txBox="1"/>
          <p:nvPr/>
        </p:nvSpPr>
        <p:spPr>
          <a:xfrm>
            <a:off x="4940300" y="3886200"/>
            <a:ext cx="1295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900" b="1">
                <a:solidFill>
                  <a:srgbClr val="007A8A"/>
                </a:solidFill>
                <a:latin typeface="Aptos" panose="020B0004020202020204" pitchFamily="34" charset="0"/>
              </a:rPr>
              <a:t>LEAD</a:t>
            </a:r>
            <a:endParaRPr lang="en-CA" sz="900" b="1" dirty="0" err="1">
              <a:solidFill>
                <a:srgbClr val="007A8A"/>
              </a:solidFill>
              <a:latin typeface="Aptos" panose="020B0004020202020204" pitchFamily="34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34E2B15-9E6C-2F18-F386-A7F1353DC66B}"/>
              </a:ext>
            </a:extLst>
          </p:cNvPr>
          <p:cNvSpPr/>
          <p:nvPr/>
        </p:nvSpPr>
        <p:spPr bwMode="auto">
          <a:xfrm>
            <a:off x="6286500" y="3733800"/>
            <a:ext cx="1397000" cy="520700"/>
          </a:xfrm>
          <a:prstGeom prst="rect">
            <a:avLst/>
          </a:prstGeom>
          <a:solidFill>
            <a:srgbClr val="EFF4F8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667E13D-2658-F235-7C8D-1724C32016D1}"/>
              </a:ext>
            </a:extLst>
          </p:cNvPr>
          <p:cNvSpPr txBox="1"/>
          <p:nvPr/>
        </p:nvSpPr>
        <p:spPr>
          <a:xfrm>
            <a:off x="6337300" y="3886200"/>
            <a:ext cx="1295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900">
                <a:solidFill>
                  <a:srgbClr val="071426"/>
                </a:solidFill>
                <a:latin typeface="Aptos" panose="020B0004020202020204" pitchFamily="34" charset="0"/>
              </a:rPr>
              <a:t>CUSTOM</a:t>
            </a:r>
            <a:endParaRPr lang="en-CA" sz="9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FE4312E-63F9-146D-836F-01D703A48BA4}"/>
              </a:ext>
            </a:extLst>
          </p:cNvPr>
          <p:cNvSpPr/>
          <p:nvPr/>
        </p:nvSpPr>
        <p:spPr bwMode="auto">
          <a:xfrm>
            <a:off x="7683500" y="3733800"/>
            <a:ext cx="1397000" cy="520700"/>
          </a:xfrm>
          <a:prstGeom prst="rect">
            <a:avLst/>
          </a:prstGeom>
          <a:solidFill>
            <a:srgbClr val="EFF4F8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E10C36C-3C3B-3A16-98DD-AB20D92EA6BE}"/>
              </a:ext>
            </a:extLst>
          </p:cNvPr>
          <p:cNvSpPr txBox="1"/>
          <p:nvPr/>
        </p:nvSpPr>
        <p:spPr>
          <a:xfrm>
            <a:off x="7734300" y="3886200"/>
            <a:ext cx="1295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900">
                <a:solidFill>
                  <a:srgbClr val="071426"/>
                </a:solidFill>
                <a:latin typeface="Aptos" panose="020B0004020202020204" pitchFamily="34" charset="0"/>
              </a:rPr>
              <a:t>CUSTOM</a:t>
            </a:r>
            <a:endParaRPr lang="en-CA" sz="9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8DDA48C-F200-0C4E-1C55-464A40C5CB40}"/>
              </a:ext>
            </a:extLst>
          </p:cNvPr>
          <p:cNvSpPr/>
          <p:nvPr/>
        </p:nvSpPr>
        <p:spPr bwMode="auto">
          <a:xfrm>
            <a:off x="9080500" y="3733800"/>
            <a:ext cx="1397000" cy="520700"/>
          </a:xfrm>
          <a:prstGeom prst="rect">
            <a:avLst/>
          </a:prstGeom>
          <a:solidFill>
            <a:srgbClr val="EFF4F8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B8D82D4-4003-098E-08CE-303EF0B037A8}"/>
              </a:ext>
            </a:extLst>
          </p:cNvPr>
          <p:cNvSpPr txBox="1"/>
          <p:nvPr/>
        </p:nvSpPr>
        <p:spPr>
          <a:xfrm>
            <a:off x="9131300" y="3886200"/>
            <a:ext cx="1295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900">
                <a:solidFill>
                  <a:srgbClr val="071426"/>
                </a:solidFill>
                <a:latin typeface="Aptos" panose="020B0004020202020204" pitchFamily="34" charset="0"/>
              </a:rPr>
              <a:t>CUSTOM</a:t>
            </a:r>
            <a:endParaRPr lang="en-CA" sz="9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CAD93CE-ED35-F990-CAE5-C94409AB3E7A}"/>
              </a:ext>
            </a:extLst>
          </p:cNvPr>
          <p:cNvSpPr/>
          <p:nvPr/>
        </p:nvSpPr>
        <p:spPr bwMode="auto">
          <a:xfrm>
            <a:off x="10477500" y="3733800"/>
            <a:ext cx="1270000" cy="520700"/>
          </a:xfrm>
          <a:prstGeom prst="rect">
            <a:avLst/>
          </a:prstGeom>
          <a:solidFill>
            <a:srgbClr val="EFF4F8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FCA3D10-3682-6A83-3289-D4EBF37A2C33}"/>
              </a:ext>
            </a:extLst>
          </p:cNvPr>
          <p:cNvSpPr txBox="1"/>
          <p:nvPr/>
        </p:nvSpPr>
        <p:spPr>
          <a:xfrm>
            <a:off x="10528300" y="3886200"/>
            <a:ext cx="1168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900">
                <a:solidFill>
                  <a:srgbClr val="071426"/>
                </a:solidFill>
                <a:latin typeface="Aptos" panose="020B0004020202020204" pitchFamily="34" charset="0"/>
              </a:rPr>
              <a:t>CUSTOM</a:t>
            </a:r>
            <a:endParaRPr lang="en-CA" sz="9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31AA281-9830-30BB-15BB-8190FFFEBAC6}"/>
              </a:ext>
            </a:extLst>
          </p:cNvPr>
          <p:cNvSpPr/>
          <p:nvPr/>
        </p:nvSpPr>
        <p:spPr bwMode="auto">
          <a:xfrm>
            <a:off x="444500" y="4279900"/>
            <a:ext cx="4445000" cy="5207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1DB3F93-47F6-0429-6B6F-C6AC3B8368B6}"/>
              </a:ext>
            </a:extLst>
          </p:cNvPr>
          <p:cNvSpPr txBox="1"/>
          <p:nvPr/>
        </p:nvSpPr>
        <p:spPr>
          <a:xfrm>
            <a:off x="495300" y="4432300"/>
            <a:ext cx="4343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000">
                <a:solidFill>
                  <a:srgbClr val="071426"/>
                </a:solidFill>
                <a:latin typeface="Aptos" panose="020B0004020202020204" pitchFamily="34" charset="0"/>
              </a:rPr>
              <a:t>Static safety proof</a:t>
            </a:r>
            <a:endParaRPr lang="en-CA" sz="10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56EEE44-EA01-21CA-38C7-36205933CA62}"/>
              </a:ext>
            </a:extLst>
          </p:cNvPr>
          <p:cNvSpPr/>
          <p:nvPr/>
        </p:nvSpPr>
        <p:spPr bwMode="auto">
          <a:xfrm>
            <a:off x="4889500" y="4279900"/>
            <a:ext cx="1397000" cy="5207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F079D3D-1913-D3A9-7824-3B854E8476A3}"/>
              </a:ext>
            </a:extLst>
          </p:cNvPr>
          <p:cNvSpPr txBox="1"/>
          <p:nvPr/>
        </p:nvSpPr>
        <p:spPr>
          <a:xfrm>
            <a:off x="4940300" y="4432300"/>
            <a:ext cx="1295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900" b="1">
                <a:solidFill>
                  <a:srgbClr val="007A8A"/>
                </a:solidFill>
                <a:latin typeface="Aptos" panose="020B0004020202020204" pitchFamily="34" charset="0"/>
              </a:rPr>
              <a:t>LEAD</a:t>
            </a:r>
            <a:endParaRPr lang="en-CA" sz="900" b="1" dirty="0" err="1">
              <a:solidFill>
                <a:srgbClr val="007A8A"/>
              </a:solidFill>
              <a:latin typeface="Aptos" panose="020B0004020202020204" pitchFamily="34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353207F-83D1-0ED8-5ABF-9A38A0DA7FF4}"/>
              </a:ext>
            </a:extLst>
          </p:cNvPr>
          <p:cNvSpPr/>
          <p:nvPr/>
        </p:nvSpPr>
        <p:spPr bwMode="auto">
          <a:xfrm>
            <a:off x="6286500" y="4279900"/>
            <a:ext cx="1397000" cy="5207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F8F815D-F59C-544D-B716-91BDE06E9B64}"/>
              </a:ext>
            </a:extLst>
          </p:cNvPr>
          <p:cNvSpPr txBox="1"/>
          <p:nvPr/>
        </p:nvSpPr>
        <p:spPr>
          <a:xfrm>
            <a:off x="6337300" y="4432300"/>
            <a:ext cx="1295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900">
                <a:solidFill>
                  <a:srgbClr val="071426"/>
                </a:solidFill>
                <a:latin typeface="Aptos" panose="020B0004020202020204" pitchFamily="34" charset="0"/>
              </a:rPr>
              <a:t>-</a:t>
            </a:r>
            <a:endParaRPr lang="en-CA" sz="9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C722D40-5018-243E-B0A3-ADB13796A4F0}"/>
              </a:ext>
            </a:extLst>
          </p:cNvPr>
          <p:cNvSpPr/>
          <p:nvPr/>
        </p:nvSpPr>
        <p:spPr bwMode="auto">
          <a:xfrm>
            <a:off x="7683500" y="4279900"/>
            <a:ext cx="1397000" cy="5207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AB3A656-EA4A-C400-13FC-DA22C4CBA844}"/>
              </a:ext>
            </a:extLst>
          </p:cNvPr>
          <p:cNvSpPr txBox="1"/>
          <p:nvPr/>
        </p:nvSpPr>
        <p:spPr>
          <a:xfrm>
            <a:off x="7734300" y="4432300"/>
            <a:ext cx="1295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900">
                <a:solidFill>
                  <a:srgbClr val="071426"/>
                </a:solidFill>
                <a:latin typeface="Aptos" panose="020B0004020202020204" pitchFamily="34" charset="0"/>
              </a:rPr>
              <a:t>-</a:t>
            </a:r>
            <a:endParaRPr lang="en-CA" sz="9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59ECE22-637A-B124-D32F-596B21A4881F}"/>
              </a:ext>
            </a:extLst>
          </p:cNvPr>
          <p:cNvSpPr/>
          <p:nvPr/>
        </p:nvSpPr>
        <p:spPr bwMode="auto">
          <a:xfrm>
            <a:off x="9080500" y="4279900"/>
            <a:ext cx="1397000" cy="5207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3AB7EA8-F979-8933-7482-38D46D82DBBD}"/>
              </a:ext>
            </a:extLst>
          </p:cNvPr>
          <p:cNvSpPr txBox="1"/>
          <p:nvPr/>
        </p:nvSpPr>
        <p:spPr>
          <a:xfrm>
            <a:off x="9131300" y="4432300"/>
            <a:ext cx="1295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900">
                <a:solidFill>
                  <a:srgbClr val="071426"/>
                </a:solidFill>
                <a:latin typeface="Aptos" panose="020B0004020202020204" pitchFamily="34" charset="0"/>
              </a:rPr>
              <a:t>-</a:t>
            </a:r>
            <a:endParaRPr lang="en-CA" sz="9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C726224-2B68-6751-316E-66279A3709A6}"/>
              </a:ext>
            </a:extLst>
          </p:cNvPr>
          <p:cNvSpPr/>
          <p:nvPr/>
        </p:nvSpPr>
        <p:spPr bwMode="auto">
          <a:xfrm>
            <a:off x="10477500" y="4279900"/>
            <a:ext cx="1270000" cy="5207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3247AA6-9ADF-C8F7-AD08-67B9BD30D627}"/>
              </a:ext>
            </a:extLst>
          </p:cNvPr>
          <p:cNvSpPr txBox="1"/>
          <p:nvPr/>
        </p:nvSpPr>
        <p:spPr>
          <a:xfrm>
            <a:off x="10528300" y="4432300"/>
            <a:ext cx="1168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900">
                <a:solidFill>
                  <a:srgbClr val="071426"/>
                </a:solidFill>
                <a:latin typeface="Aptos" panose="020B0004020202020204" pitchFamily="34" charset="0"/>
              </a:rPr>
              <a:t>-</a:t>
            </a:r>
            <a:endParaRPr lang="en-CA" sz="9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02B5462-B0FC-C261-8D63-E4A455458F2D}"/>
              </a:ext>
            </a:extLst>
          </p:cNvPr>
          <p:cNvSpPr/>
          <p:nvPr/>
        </p:nvSpPr>
        <p:spPr bwMode="auto">
          <a:xfrm>
            <a:off x="444500" y="4826000"/>
            <a:ext cx="4445000" cy="520700"/>
          </a:xfrm>
          <a:prstGeom prst="rect">
            <a:avLst/>
          </a:prstGeom>
          <a:solidFill>
            <a:srgbClr val="EFF4F8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DC63AD5-4302-9CA7-3832-D9ADAE6C72F3}"/>
              </a:ext>
            </a:extLst>
          </p:cNvPr>
          <p:cNvSpPr txBox="1"/>
          <p:nvPr/>
        </p:nvSpPr>
        <p:spPr>
          <a:xfrm>
            <a:off x="495300" y="4978400"/>
            <a:ext cx="4343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000">
                <a:solidFill>
                  <a:srgbClr val="071426"/>
                </a:solidFill>
                <a:latin typeface="Aptos" panose="020B0004020202020204" pitchFamily="34" charset="0"/>
              </a:rPr>
              <a:t>Content-bound quorum approval</a:t>
            </a:r>
            <a:endParaRPr lang="en-CA" sz="10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87741E44-DF98-E737-8E2A-FC5DF7E96249}"/>
              </a:ext>
            </a:extLst>
          </p:cNvPr>
          <p:cNvSpPr/>
          <p:nvPr/>
        </p:nvSpPr>
        <p:spPr bwMode="auto">
          <a:xfrm>
            <a:off x="4889500" y="4826000"/>
            <a:ext cx="1397000" cy="520700"/>
          </a:xfrm>
          <a:prstGeom prst="rect">
            <a:avLst/>
          </a:prstGeom>
          <a:solidFill>
            <a:srgbClr val="EFF4F8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5561DB3-D7CF-77E1-9411-41B9AEF0B527}"/>
              </a:ext>
            </a:extLst>
          </p:cNvPr>
          <p:cNvSpPr txBox="1"/>
          <p:nvPr/>
        </p:nvSpPr>
        <p:spPr>
          <a:xfrm>
            <a:off x="4940300" y="4978400"/>
            <a:ext cx="1295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900" b="1">
                <a:solidFill>
                  <a:srgbClr val="007A8A"/>
                </a:solidFill>
                <a:latin typeface="Aptos" panose="020B0004020202020204" pitchFamily="34" charset="0"/>
              </a:rPr>
              <a:t>LEAD</a:t>
            </a:r>
            <a:endParaRPr lang="en-CA" sz="900" b="1" dirty="0" err="1">
              <a:solidFill>
                <a:srgbClr val="007A8A"/>
              </a:solidFill>
              <a:latin typeface="Aptos" panose="020B0004020202020204" pitchFamily="34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A3B72EA-96ED-9557-5D67-807141953C6C}"/>
              </a:ext>
            </a:extLst>
          </p:cNvPr>
          <p:cNvSpPr/>
          <p:nvPr/>
        </p:nvSpPr>
        <p:spPr bwMode="auto">
          <a:xfrm>
            <a:off x="6286500" y="4826000"/>
            <a:ext cx="1397000" cy="520700"/>
          </a:xfrm>
          <a:prstGeom prst="rect">
            <a:avLst/>
          </a:prstGeom>
          <a:solidFill>
            <a:srgbClr val="EFF4F8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B1D936F-A982-7DAD-6466-536366B4B069}"/>
              </a:ext>
            </a:extLst>
          </p:cNvPr>
          <p:cNvSpPr txBox="1"/>
          <p:nvPr/>
        </p:nvSpPr>
        <p:spPr>
          <a:xfrm>
            <a:off x="6337300" y="4978400"/>
            <a:ext cx="1295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900">
                <a:solidFill>
                  <a:srgbClr val="071426"/>
                </a:solidFill>
                <a:latin typeface="Aptos" panose="020B0004020202020204" pitchFamily="34" charset="0"/>
              </a:rPr>
              <a:t>CUSTOM</a:t>
            </a:r>
            <a:endParaRPr lang="en-CA" sz="9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E6D18270-A741-549B-4BB3-563E5D1260B7}"/>
              </a:ext>
            </a:extLst>
          </p:cNvPr>
          <p:cNvSpPr/>
          <p:nvPr/>
        </p:nvSpPr>
        <p:spPr bwMode="auto">
          <a:xfrm>
            <a:off x="7683500" y="4826000"/>
            <a:ext cx="1397000" cy="520700"/>
          </a:xfrm>
          <a:prstGeom prst="rect">
            <a:avLst/>
          </a:prstGeom>
          <a:solidFill>
            <a:srgbClr val="EFF4F8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6E280C8-C62C-0950-F72A-6B5A3027247D}"/>
              </a:ext>
            </a:extLst>
          </p:cNvPr>
          <p:cNvSpPr txBox="1"/>
          <p:nvPr/>
        </p:nvSpPr>
        <p:spPr>
          <a:xfrm>
            <a:off x="7734300" y="4978400"/>
            <a:ext cx="1295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900">
                <a:solidFill>
                  <a:srgbClr val="071426"/>
                </a:solidFill>
                <a:latin typeface="Aptos" panose="020B0004020202020204" pitchFamily="34" charset="0"/>
              </a:rPr>
              <a:t>CUSTOM</a:t>
            </a:r>
            <a:endParaRPr lang="en-CA" sz="9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D68E3D47-52B7-EAB0-C7DD-EACCAEA959B9}"/>
              </a:ext>
            </a:extLst>
          </p:cNvPr>
          <p:cNvSpPr/>
          <p:nvPr/>
        </p:nvSpPr>
        <p:spPr bwMode="auto">
          <a:xfrm>
            <a:off x="9080500" y="4826000"/>
            <a:ext cx="1397000" cy="520700"/>
          </a:xfrm>
          <a:prstGeom prst="rect">
            <a:avLst/>
          </a:prstGeom>
          <a:solidFill>
            <a:srgbClr val="EFF4F8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26E4557-1B8F-76AC-0BD4-0F1167506CE3}"/>
              </a:ext>
            </a:extLst>
          </p:cNvPr>
          <p:cNvSpPr txBox="1"/>
          <p:nvPr/>
        </p:nvSpPr>
        <p:spPr>
          <a:xfrm>
            <a:off x="9131300" y="4978400"/>
            <a:ext cx="1295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900">
                <a:solidFill>
                  <a:srgbClr val="071426"/>
                </a:solidFill>
                <a:latin typeface="Aptos" panose="020B0004020202020204" pitchFamily="34" charset="0"/>
              </a:rPr>
              <a:t>CUSTOM</a:t>
            </a:r>
            <a:endParaRPr lang="en-CA" sz="9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4D06979-E948-E12B-0D14-9E713F50B2BC}"/>
              </a:ext>
            </a:extLst>
          </p:cNvPr>
          <p:cNvSpPr/>
          <p:nvPr/>
        </p:nvSpPr>
        <p:spPr bwMode="auto">
          <a:xfrm>
            <a:off x="10477500" y="4826000"/>
            <a:ext cx="1270000" cy="520700"/>
          </a:xfrm>
          <a:prstGeom prst="rect">
            <a:avLst/>
          </a:prstGeom>
          <a:solidFill>
            <a:srgbClr val="EFF4F8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9EE2FB5-79D8-99EC-0C2B-7FB6098300FF}"/>
              </a:ext>
            </a:extLst>
          </p:cNvPr>
          <p:cNvSpPr txBox="1"/>
          <p:nvPr/>
        </p:nvSpPr>
        <p:spPr>
          <a:xfrm>
            <a:off x="10528300" y="4978400"/>
            <a:ext cx="1168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900">
                <a:solidFill>
                  <a:srgbClr val="071426"/>
                </a:solidFill>
                <a:latin typeface="Aptos" panose="020B0004020202020204" pitchFamily="34" charset="0"/>
              </a:rPr>
              <a:t>CUSTOM</a:t>
            </a:r>
            <a:endParaRPr lang="en-CA" sz="9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A2BD466A-3D97-4B28-1FDF-AEB6D49D2F28}"/>
              </a:ext>
            </a:extLst>
          </p:cNvPr>
          <p:cNvSpPr/>
          <p:nvPr/>
        </p:nvSpPr>
        <p:spPr bwMode="auto">
          <a:xfrm>
            <a:off x="444500" y="5372100"/>
            <a:ext cx="4445000" cy="5207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9B21B74-9FC0-22D0-C0F9-63FCA52C1B3F}"/>
              </a:ext>
            </a:extLst>
          </p:cNvPr>
          <p:cNvSpPr txBox="1"/>
          <p:nvPr/>
        </p:nvSpPr>
        <p:spPr>
          <a:xfrm>
            <a:off x="495300" y="5524500"/>
            <a:ext cx="4343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000">
                <a:solidFill>
                  <a:srgbClr val="071426"/>
                </a:solidFill>
                <a:latin typeface="Aptos" panose="020B0004020202020204" pitchFamily="34" charset="0"/>
              </a:rPr>
              <a:t>Signed tamper-evident action proof</a:t>
            </a:r>
            <a:endParaRPr lang="en-CA" sz="10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8C984154-8A35-6F7D-6A0C-0E770CEA89C2}"/>
              </a:ext>
            </a:extLst>
          </p:cNvPr>
          <p:cNvSpPr/>
          <p:nvPr/>
        </p:nvSpPr>
        <p:spPr bwMode="auto">
          <a:xfrm>
            <a:off x="4889500" y="5372100"/>
            <a:ext cx="1397000" cy="5207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357ED7A-26E7-41C6-CE0B-23A2AFFAEC4A}"/>
              </a:ext>
            </a:extLst>
          </p:cNvPr>
          <p:cNvSpPr txBox="1"/>
          <p:nvPr/>
        </p:nvSpPr>
        <p:spPr>
          <a:xfrm>
            <a:off x="4940300" y="5524500"/>
            <a:ext cx="1295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900" b="1">
                <a:solidFill>
                  <a:srgbClr val="007A8A"/>
                </a:solidFill>
                <a:latin typeface="Aptos" panose="020B0004020202020204" pitchFamily="34" charset="0"/>
              </a:rPr>
              <a:t>LEAD</a:t>
            </a:r>
            <a:endParaRPr lang="en-CA" sz="900" b="1" dirty="0" err="1">
              <a:solidFill>
                <a:srgbClr val="007A8A"/>
              </a:solidFill>
              <a:latin typeface="Aptos" panose="020B0004020202020204" pitchFamily="34" charset="0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964352B6-92A7-4177-4101-E59AEED43156}"/>
              </a:ext>
            </a:extLst>
          </p:cNvPr>
          <p:cNvSpPr/>
          <p:nvPr/>
        </p:nvSpPr>
        <p:spPr bwMode="auto">
          <a:xfrm>
            <a:off x="6286500" y="5372100"/>
            <a:ext cx="1397000" cy="5207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1CD88DD5-0A59-3098-2551-ED729E8294DF}"/>
              </a:ext>
            </a:extLst>
          </p:cNvPr>
          <p:cNvSpPr txBox="1"/>
          <p:nvPr/>
        </p:nvSpPr>
        <p:spPr>
          <a:xfrm>
            <a:off x="6337300" y="5524500"/>
            <a:ext cx="1295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900">
                <a:solidFill>
                  <a:srgbClr val="071426"/>
                </a:solidFill>
                <a:latin typeface="Aptos" panose="020B0004020202020204" pitchFamily="34" charset="0"/>
              </a:rPr>
              <a:t>TRACE</a:t>
            </a:r>
            <a:endParaRPr lang="en-CA" sz="9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0C8BE505-44DF-D704-C3CD-4B66718691E6}"/>
              </a:ext>
            </a:extLst>
          </p:cNvPr>
          <p:cNvSpPr/>
          <p:nvPr/>
        </p:nvSpPr>
        <p:spPr bwMode="auto">
          <a:xfrm>
            <a:off x="7683500" y="5372100"/>
            <a:ext cx="1397000" cy="5207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6F1D06B-7C85-B42A-12A5-7950227B288E}"/>
              </a:ext>
            </a:extLst>
          </p:cNvPr>
          <p:cNvSpPr txBox="1"/>
          <p:nvPr/>
        </p:nvSpPr>
        <p:spPr>
          <a:xfrm>
            <a:off x="7734300" y="5524500"/>
            <a:ext cx="1295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900">
                <a:solidFill>
                  <a:srgbClr val="071426"/>
                </a:solidFill>
                <a:latin typeface="Aptos" panose="020B0004020202020204" pitchFamily="34" charset="0"/>
              </a:rPr>
              <a:t>TRACE</a:t>
            </a:r>
            <a:endParaRPr lang="en-CA" sz="9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41545791-FFFE-2A8A-23FE-8C4758A64BBF}"/>
              </a:ext>
            </a:extLst>
          </p:cNvPr>
          <p:cNvSpPr/>
          <p:nvPr/>
        </p:nvSpPr>
        <p:spPr bwMode="auto">
          <a:xfrm>
            <a:off x="9080500" y="5372100"/>
            <a:ext cx="1397000" cy="5207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700F768-20B7-15BD-3535-A2D823F96247}"/>
              </a:ext>
            </a:extLst>
          </p:cNvPr>
          <p:cNvSpPr txBox="1"/>
          <p:nvPr/>
        </p:nvSpPr>
        <p:spPr>
          <a:xfrm>
            <a:off x="9131300" y="5524500"/>
            <a:ext cx="1295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900">
                <a:solidFill>
                  <a:srgbClr val="071426"/>
                </a:solidFill>
                <a:latin typeface="Aptos" panose="020B0004020202020204" pitchFamily="34" charset="0"/>
              </a:rPr>
              <a:t>TRACE</a:t>
            </a:r>
            <a:endParaRPr lang="en-CA" sz="9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6C08D071-F56F-410B-8132-0AC7AE0EAB52}"/>
              </a:ext>
            </a:extLst>
          </p:cNvPr>
          <p:cNvSpPr/>
          <p:nvPr/>
        </p:nvSpPr>
        <p:spPr bwMode="auto">
          <a:xfrm>
            <a:off x="10477500" y="5372100"/>
            <a:ext cx="1270000" cy="5207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D71F416-845D-7558-AA3B-BDAFCB9566D0}"/>
              </a:ext>
            </a:extLst>
          </p:cNvPr>
          <p:cNvSpPr txBox="1"/>
          <p:nvPr/>
        </p:nvSpPr>
        <p:spPr>
          <a:xfrm>
            <a:off x="10528300" y="5524500"/>
            <a:ext cx="1168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900">
                <a:solidFill>
                  <a:srgbClr val="071426"/>
                </a:solidFill>
                <a:latin typeface="Aptos" panose="020B0004020202020204" pitchFamily="34" charset="0"/>
              </a:rPr>
              <a:t>TRACE</a:t>
            </a:r>
            <a:endParaRPr lang="en-CA" sz="9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A2B52CAC-7B77-B504-D392-2F422A333BFF}"/>
              </a:ext>
            </a:extLst>
          </p:cNvPr>
          <p:cNvSpPr txBox="1"/>
          <p:nvPr/>
        </p:nvSpPr>
        <p:spPr>
          <a:xfrm>
            <a:off x="1143000" y="6172200"/>
            <a:ext cx="990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300" b="1">
                <a:solidFill>
                  <a:srgbClr val="E09000"/>
                </a:solidFill>
                <a:latin typeface="Aptos" panose="020B0004020202020204" pitchFamily="34" charset="0"/>
              </a:rPr>
              <a:t>Supersedes at governance. Complements at orchestration and ecosystem.</a:t>
            </a:r>
            <a:endParaRPr lang="en-CA" sz="1300" b="1" dirty="0" err="1">
              <a:solidFill>
                <a:srgbClr val="E09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6043285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312F22F-D9C8-E7A9-9322-5008B286BAE3}"/>
              </a:ext>
            </a:extLst>
          </p:cNvPr>
          <p:cNvSpPr txBox="1"/>
          <p:nvPr/>
        </p:nvSpPr>
        <p:spPr>
          <a:xfrm>
            <a:off x="609600" y="215900"/>
            <a:ext cx="825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900" b="1">
                <a:solidFill>
                  <a:srgbClr val="0075B8"/>
                </a:solidFill>
                <a:latin typeface="Aptos" panose="020B0004020202020204" pitchFamily="34" charset="0"/>
              </a:rPr>
              <a:t>STRATEGIC POSITION</a:t>
            </a:r>
            <a:endParaRPr lang="en-CA" sz="9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72C3F4-CB0E-1B4D-ADCC-8461E9D0B4E3}"/>
              </a:ext>
            </a:extLst>
          </p:cNvPr>
          <p:cNvSpPr txBox="1"/>
          <p:nvPr/>
        </p:nvSpPr>
        <p:spPr>
          <a:xfrm>
            <a:off x="609600" y="482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71426"/>
                </a:solidFill>
                <a:latin typeface="Aptos" panose="020B0004020202020204" pitchFamily="34" charset="0"/>
              </a:rPr>
              <a:t>The winning architecture is compositional</a:t>
            </a:r>
            <a:endParaRPr lang="en-CA" sz="28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F8B5F7-AD68-3149-1565-A10C47E0B0F7}"/>
              </a:ext>
            </a:extLst>
          </p:cNvPr>
          <p:cNvSpPr txBox="1"/>
          <p:nvPr/>
        </p:nvSpPr>
        <p:spPr>
          <a:xfrm>
            <a:off x="11201400" y="6464300"/>
            <a:ext cx="381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CA" sz="800">
                <a:solidFill>
                  <a:srgbClr val="4D5966"/>
                </a:solidFill>
                <a:latin typeface="Aptos" panose="020B0004020202020204" pitchFamily="34" charset="0"/>
              </a:rPr>
              <a:t>29</a:t>
            </a:r>
            <a:endParaRPr lang="en-CA" sz="800" dirty="0" err="1">
              <a:solidFill>
                <a:srgbClr val="4D5966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75821AF-ABF6-2963-618F-409994D5B7F6}"/>
              </a:ext>
            </a:extLst>
          </p:cNvPr>
          <p:cNvSpPr/>
          <p:nvPr/>
        </p:nvSpPr>
        <p:spPr bwMode="auto">
          <a:xfrm>
            <a:off x="1397000" y="1841500"/>
            <a:ext cx="9398000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C5E0CB-4975-9E45-40A8-79760C503449}"/>
              </a:ext>
            </a:extLst>
          </p:cNvPr>
          <p:cNvSpPr txBox="1"/>
          <p:nvPr/>
        </p:nvSpPr>
        <p:spPr>
          <a:xfrm>
            <a:off x="1397000" y="2133600"/>
            <a:ext cx="9398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500" b="1">
                <a:solidFill>
                  <a:srgbClr val="0075B8"/>
                </a:solidFill>
                <a:latin typeface="Aptos" panose="020B0004020202020204" pitchFamily="34" charset="0"/>
              </a:rPr>
              <a:t>MAF  |  LANGGRAPH  |  CREWAI  |  OPENAI AGENTS</a:t>
            </a:r>
            <a:endParaRPr lang="en-CA" sz="15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9E10B7-94B6-2A48-D81B-12CEF7A193DA}"/>
              </a:ext>
            </a:extLst>
          </p:cNvPr>
          <p:cNvSpPr txBox="1"/>
          <p:nvPr/>
        </p:nvSpPr>
        <p:spPr>
          <a:xfrm>
            <a:off x="1397000" y="2451100"/>
            <a:ext cx="939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rgbClr val="4D5966"/>
                </a:solidFill>
                <a:latin typeface="Aptos" panose="020B0004020202020204" pitchFamily="34" charset="0"/>
              </a:rPr>
              <a:t>planning | state | collaboration | developer experience</a:t>
            </a:r>
            <a:endParaRPr lang="en-CA" sz="1000" dirty="0" err="1">
              <a:solidFill>
                <a:srgbClr val="4D5966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F43618-1181-860F-665B-04B47C6C962D}"/>
              </a:ext>
            </a:extLst>
          </p:cNvPr>
          <p:cNvSpPr txBox="1"/>
          <p:nvPr/>
        </p:nvSpPr>
        <p:spPr>
          <a:xfrm>
            <a:off x="5715000" y="2819400"/>
            <a:ext cx="76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2000" b="1">
                <a:solidFill>
                  <a:srgbClr val="4D5966"/>
                </a:solidFill>
                <a:latin typeface="Aptos" panose="020B0004020202020204" pitchFamily="34" charset="0"/>
              </a:rPr>
              <a:t>v</a:t>
            </a:r>
            <a:endParaRPr lang="en-CA" sz="2000" b="1" dirty="0" err="1">
              <a:solidFill>
                <a:srgbClr val="4D5966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5935BEA-1E2C-3344-FE8B-CD20A0727BC1}"/>
              </a:ext>
            </a:extLst>
          </p:cNvPr>
          <p:cNvSpPr/>
          <p:nvPr/>
        </p:nvSpPr>
        <p:spPr bwMode="auto">
          <a:xfrm>
            <a:off x="1397000" y="3276600"/>
            <a:ext cx="9398000" cy="1079500"/>
          </a:xfrm>
          <a:prstGeom prst="roundRect">
            <a:avLst/>
          </a:prstGeom>
          <a:solidFill>
            <a:srgbClr val="EFF4F8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0FF6BB-4DFE-FBCE-CB06-E9C365B6FA7F}"/>
              </a:ext>
            </a:extLst>
          </p:cNvPr>
          <p:cNvSpPr txBox="1"/>
          <p:nvPr/>
        </p:nvSpPr>
        <p:spPr>
          <a:xfrm>
            <a:off x="1397000" y="3517900"/>
            <a:ext cx="9398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700" b="1">
                <a:solidFill>
                  <a:srgbClr val="E09000"/>
                </a:solidFill>
                <a:latin typeface="Aptos" panose="020B0004020202020204" pitchFamily="34" charset="0"/>
              </a:rPr>
              <a:t>AUTARCH GOVERNANCE PLANE</a:t>
            </a:r>
            <a:endParaRPr lang="en-CA" sz="1700" b="1" dirty="0" err="1">
              <a:solidFill>
                <a:srgbClr val="E09000"/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EF5CB5-B234-40C8-97D6-6882277B3BDF}"/>
              </a:ext>
            </a:extLst>
          </p:cNvPr>
          <p:cNvSpPr txBox="1"/>
          <p:nvPr/>
        </p:nvSpPr>
        <p:spPr>
          <a:xfrm>
            <a:off x="1397000" y="3949700"/>
            <a:ext cx="9398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>
                <a:solidFill>
                  <a:srgbClr val="071426"/>
                </a:solidFill>
                <a:latin typeface="Aptos" panose="020B0004020202020204" pitchFamily="34" charset="0"/>
              </a:rPr>
              <a:t>identity | authority | policy | budget | approval | proof</a:t>
            </a:r>
            <a:endParaRPr lang="en-CA" sz="12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EFDA93-676C-9130-D946-7AC4861F6E15}"/>
              </a:ext>
            </a:extLst>
          </p:cNvPr>
          <p:cNvSpPr txBox="1"/>
          <p:nvPr/>
        </p:nvSpPr>
        <p:spPr>
          <a:xfrm>
            <a:off x="5715000" y="4419600"/>
            <a:ext cx="76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2000" b="1">
                <a:solidFill>
                  <a:srgbClr val="4D5966"/>
                </a:solidFill>
                <a:latin typeface="Aptos" panose="020B0004020202020204" pitchFamily="34" charset="0"/>
              </a:rPr>
              <a:t>v</a:t>
            </a:r>
            <a:endParaRPr lang="en-CA" sz="2000" b="1" dirty="0" err="1">
              <a:solidFill>
                <a:srgbClr val="4D5966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8DC9653-B43C-58BA-2C14-87D1F3A306AE}"/>
              </a:ext>
            </a:extLst>
          </p:cNvPr>
          <p:cNvSpPr/>
          <p:nvPr/>
        </p:nvSpPr>
        <p:spPr bwMode="auto">
          <a:xfrm>
            <a:off x="1397000" y="4889500"/>
            <a:ext cx="9398000" cy="7874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76B24A-94D3-2AD5-55F1-A2EB6B4A657E}"/>
              </a:ext>
            </a:extLst>
          </p:cNvPr>
          <p:cNvSpPr txBox="1"/>
          <p:nvPr/>
        </p:nvSpPr>
        <p:spPr>
          <a:xfrm>
            <a:off x="1397000" y="5168900"/>
            <a:ext cx="9398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300" b="1">
                <a:solidFill>
                  <a:srgbClr val="007A8A"/>
                </a:solidFill>
                <a:latin typeface="Aptos" panose="020B0004020202020204" pitchFamily="34" charset="0"/>
              </a:rPr>
              <a:t>ERP  |  TAX  |  TREASURY  |  FILES  |  APIs  |  MCP TOOLS</a:t>
            </a:r>
            <a:endParaRPr lang="en-CA" sz="1300" b="1" dirty="0" err="1">
              <a:solidFill>
                <a:srgbClr val="007A8A"/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5E019C-02F3-BA18-065E-13D15DB5D9BE}"/>
              </a:ext>
            </a:extLst>
          </p:cNvPr>
          <p:cNvSpPr txBox="1"/>
          <p:nvPr/>
        </p:nvSpPr>
        <p:spPr>
          <a:xfrm>
            <a:off x="1524000" y="6121400"/>
            <a:ext cx="914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071426"/>
                </a:solidFill>
                <a:latin typeface="Aptos" panose="020B0004020202020204" pitchFamily="34" charset="0"/>
              </a:rPr>
              <a:t>Become the layer no consequential agent should bypass.</a:t>
            </a:r>
            <a:endParaRPr lang="en-CA" sz="14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8217463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CC21F7-C39C-0D25-1828-65FA5E8CD572}"/>
              </a:ext>
            </a:extLst>
          </p:cNvPr>
          <p:cNvSpPr txBox="1"/>
          <p:nvPr/>
        </p:nvSpPr>
        <p:spPr>
          <a:xfrm>
            <a:off x="609600" y="215900"/>
            <a:ext cx="825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900" b="1">
                <a:solidFill>
                  <a:srgbClr val="0075B8"/>
                </a:solidFill>
                <a:latin typeface="Aptos" panose="020B0004020202020204" pitchFamily="34" charset="0"/>
              </a:rPr>
              <a:t>COMMERCIAL MOTION</a:t>
            </a:r>
            <a:endParaRPr lang="en-CA" sz="9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278F74-E1F3-9248-7C45-3883FCE45C1D}"/>
              </a:ext>
            </a:extLst>
          </p:cNvPr>
          <p:cNvSpPr txBox="1"/>
          <p:nvPr/>
        </p:nvSpPr>
        <p:spPr>
          <a:xfrm>
            <a:off x="609600" y="482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71426"/>
                </a:solidFill>
                <a:latin typeface="Aptos" panose="020B0004020202020204" pitchFamily="34" charset="0"/>
              </a:rPr>
              <a:t>Go-to-market: land with one governed workflow</a:t>
            </a:r>
            <a:endParaRPr lang="en-CA" sz="28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1601D8-5FA6-F255-AB11-C4112F0025ED}"/>
              </a:ext>
            </a:extLst>
          </p:cNvPr>
          <p:cNvSpPr txBox="1"/>
          <p:nvPr/>
        </p:nvSpPr>
        <p:spPr>
          <a:xfrm>
            <a:off x="11201400" y="6464300"/>
            <a:ext cx="381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CA" sz="800">
                <a:solidFill>
                  <a:srgbClr val="4D5966"/>
                </a:solidFill>
                <a:latin typeface="Aptos" panose="020B0004020202020204" pitchFamily="34" charset="0"/>
              </a:rPr>
              <a:t>30</a:t>
            </a:r>
            <a:endParaRPr lang="en-CA" sz="800" dirty="0" err="1">
              <a:solidFill>
                <a:srgbClr val="4D5966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7203637-5399-DC2C-19A5-FE2A9A45456D}"/>
              </a:ext>
            </a:extLst>
          </p:cNvPr>
          <p:cNvSpPr/>
          <p:nvPr/>
        </p:nvSpPr>
        <p:spPr bwMode="auto">
          <a:xfrm>
            <a:off x="571500" y="1905000"/>
            <a:ext cx="2476500" cy="33655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F2080B-E49D-EEFA-D8C9-94ECACE01705}"/>
              </a:ext>
            </a:extLst>
          </p:cNvPr>
          <p:cNvSpPr txBox="1"/>
          <p:nvPr/>
        </p:nvSpPr>
        <p:spPr>
          <a:xfrm>
            <a:off x="800100" y="2159000"/>
            <a:ext cx="6985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2200" b="1">
                <a:solidFill>
                  <a:srgbClr val="E09000"/>
                </a:solidFill>
                <a:latin typeface="Aptos" panose="020B0004020202020204" pitchFamily="34" charset="0"/>
              </a:rPr>
              <a:t>01</a:t>
            </a:r>
            <a:endParaRPr lang="en-CA" sz="2200" b="1" dirty="0" err="1">
              <a:solidFill>
                <a:srgbClr val="E09000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5ADBB3-D70F-5420-6A9C-838B553C24B5}"/>
              </a:ext>
            </a:extLst>
          </p:cNvPr>
          <p:cNvSpPr txBox="1"/>
          <p:nvPr/>
        </p:nvSpPr>
        <p:spPr>
          <a:xfrm>
            <a:off x="800100" y="2819400"/>
            <a:ext cx="2032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300" b="1">
                <a:solidFill>
                  <a:srgbClr val="0075B8"/>
                </a:solidFill>
                <a:latin typeface="Aptos" panose="020B0004020202020204" pitchFamily="34" charset="0"/>
              </a:rPr>
              <a:t>FINANCE PARTNER</a:t>
            </a:r>
            <a:endParaRPr lang="en-CA" sz="13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1F3B6A-AF41-44A5-9079-7D6F4B4B855A}"/>
              </a:ext>
            </a:extLst>
          </p:cNvPr>
          <p:cNvSpPr txBox="1"/>
          <p:nvPr/>
        </p:nvSpPr>
        <p:spPr>
          <a:xfrm>
            <a:off x="800100" y="3556000"/>
            <a:ext cx="20320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071426"/>
                </a:solidFill>
                <a:latin typeface="Aptos" panose="020B0004020202020204" pitchFamily="34" charset="0"/>
              </a:rPr>
              <a:t>Select an evidence-heavy process with a control owner.</a:t>
            </a:r>
            <a:endParaRPr lang="en-CA" sz="13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0ABFF6A-DB2B-1EAD-BB3E-476924A48FE3}"/>
              </a:ext>
            </a:extLst>
          </p:cNvPr>
          <p:cNvSpPr/>
          <p:nvPr/>
        </p:nvSpPr>
        <p:spPr bwMode="auto">
          <a:xfrm>
            <a:off x="3429000" y="1905000"/>
            <a:ext cx="2476500" cy="33655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BEB0FF-6FDA-191F-518D-F12121DA3C9A}"/>
              </a:ext>
            </a:extLst>
          </p:cNvPr>
          <p:cNvSpPr txBox="1"/>
          <p:nvPr/>
        </p:nvSpPr>
        <p:spPr>
          <a:xfrm>
            <a:off x="3657600" y="2159000"/>
            <a:ext cx="6985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2200" b="1">
                <a:solidFill>
                  <a:srgbClr val="E09000"/>
                </a:solidFill>
                <a:latin typeface="Aptos" panose="020B0004020202020204" pitchFamily="34" charset="0"/>
              </a:rPr>
              <a:t>02</a:t>
            </a:r>
            <a:endParaRPr lang="en-CA" sz="2200" b="1" dirty="0" err="1">
              <a:solidFill>
                <a:srgbClr val="E09000"/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F518BB-4030-0863-3303-6895BCA28199}"/>
              </a:ext>
            </a:extLst>
          </p:cNvPr>
          <p:cNvSpPr txBox="1"/>
          <p:nvPr/>
        </p:nvSpPr>
        <p:spPr>
          <a:xfrm>
            <a:off x="3657600" y="2819400"/>
            <a:ext cx="2032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300" b="1">
                <a:solidFill>
                  <a:srgbClr val="0075B8"/>
                </a:solidFill>
                <a:latin typeface="Aptos" panose="020B0004020202020204" pitchFamily="34" charset="0"/>
              </a:rPr>
              <a:t>FINANCE PACK</a:t>
            </a:r>
            <a:endParaRPr lang="en-CA" sz="13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481569-BA75-56BA-132A-7339700213C3}"/>
              </a:ext>
            </a:extLst>
          </p:cNvPr>
          <p:cNvSpPr txBox="1"/>
          <p:nvPr/>
        </p:nvSpPr>
        <p:spPr>
          <a:xfrm>
            <a:off x="3657600" y="3556000"/>
            <a:ext cx="2032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071426"/>
                </a:solidFill>
                <a:latin typeface="Aptos" panose="020B0004020202020204" pitchFamily="34" charset="0"/>
              </a:rPr>
              <a:t>Encode accounting, tax, authority, and evaluation.</a:t>
            </a:r>
            <a:endParaRPr lang="en-CA" sz="13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68724FC-D5D0-4F00-87E4-95A1A19C3870}"/>
              </a:ext>
            </a:extLst>
          </p:cNvPr>
          <p:cNvSpPr/>
          <p:nvPr/>
        </p:nvSpPr>
        <p:spPr bwMode="auto">
          <a:xfrm>
            <a:off x="6286500" y="1905000"/>
            <a:ext cx="2476500" cy="33655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1816A8-3A6E-F166-5C77-F9AD215E263F}"/>
              </a:ext>
            </a:extLst>
          </p:cNvPr>
          <p:cNvSpPr txBox="1"/>
          <p:nvPr/>
        </p:nvSpPr>
        <p:spPr>
          <a:xfrm>
            <a:off x="6515100" y="2159000"/>
            <a:ext cx="6985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2200" b="1">
                <a:solidFill>
                  <a:srgbClr val="E09000"/>
                </a:solidFill>
                <a:latin typeface="Aptos" panose="020B0004020202020204" pitchFamily="34" charset="0"/>
              </a:rPr>
              <a:t>03</a:t>
            </a:r>
            <a:endParaRPr lang="en-CA" sz="2200" b="1" dirty="0" err="1">
              <a:solidFill>
                <a:srgbClr val="E09000"/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A9E76F-D406-1E18-73FF-6830B2076F3E}"/>
              </a:ext>
            </a:extLst>
          </p:cNvPr>
          <p:cNvSpPr txBox="1"/>
          <p:nvPr/>
        </p:nvSpPr>
        <p:spPr>
          <a:xfrm>
            <a:off x="6515100" y="2819400"/>
            <a:ext cx="2032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300" b="1">
                <a:solidFill>
                  <a:srgbClr val="0075B8"/>
                </a:solidFill>
                <a:latin typeface="Aptos" panose="020B0004020202020204" pitchFamily="34" charset="0"/>
              </a:rPr>
              <a:t>CONTROLLED PILOT</a:t>
            </a:r>
            <a:endParaRPr lang="en-CA" sz="13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C713E0-66CD-344C-D589-E6E07700C3AE}"/>
              </a:ext>
            </a:extLst>
          </p:cNvPr>
          <p:cNvSpPr txBox="1"/>
          <p:nvPr/>
        </p:nvSpPr>
        <p:spPr>
          <a:xfrm>
            <a:off x="6515100" y="3556000"/>
            <a:ext cx="2032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071426"/>
                </a:solidFill>
                <a:latin typeface="Aptos" panose="020B0004020202020204" pitchFamily="34" charset="0"/>
              </a:rPr>
              <a:t>Measure coverage, reviewer hours, and false positives.</a:t>
            </a:r>
            <a:endParaRPr lang="en-CA" sz="13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46B598D-7583-E2F2-4FC4-2432EB15B39C}"/>
              </a:ext>
            </a:extLst>
          </p:cNvPr>
          <p:cNvSpPr/>
          <p:nvPr/>
        </p:nvSpPr>
        <p:spPr bwMode="auto">
          <a:xfrm>
            <a:off x="9144000" y="1905000"/>
            <a:ext cx="2476500" cy="33655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974CD6-533C-74CC-9F24-3C6BC7A5EB58}"/>
              </a:ext>
            </a:extLst>
          </p:cNvPr>
          <p:cNvSpPr txBox="1"/>
          <p:nvPr/>
        </p:nvSpPr>
        <p:spPr>
          <a:xfrm>
            <a:off x="9372600" y="2159000"/>
            <a:ext cx="6985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2200" b="1">
                <a:solidFill>
                  <a:srgbClr val="E09000"/>
                </a:solidFill>
                <a:latin typeface="Aptos" panose="020B0004020202020204" pitchFamily="34" charset="0"/>
              </a:rPr>
              <a:t>04</a:t>
            </a:r>
            <a:endParaRPr lang="en-CA" sz="2200" b="1" dirty="0" err="1">
              <a:solidFill>
                <a:srgbClr val="E09000"/>
              </a:solidFill>
              <a:latin typeface="Aptos" panose="020B00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2176ED-A5DF-30F2-71BB-2671371023B3}"/>
              </a:ext>
            </a:extLst>
          </p:cNvPr>
          <p:cNvSpPr txBox="1"/>
          <p:nvPr/>
        </p:nvSpPr>
        <p:spPr>
          <a:xfrm>
            <a:off x="9372600" y="2819400"/>
            <a:ext cx="2032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300" b="1">
                <a:solidFill>
                  <a:srgbClr val="0075B8"/>
                </a:solidFill>
                <a:latin typeface="Aptos" panose="020B0004020202020204" pitchFamily="34" charset="0"/>
              </a:rPr>
              <a:t>CFO EXPANSION</a:t>
            </a:r>
            <a:endParaRPr lang="en-CA" sz="13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DF41D0-5581-5D98-04C3-2645A5E684A1}"/>
              </a:ext>
            </a:extLst>
          </p:cNvPr>
          <p:cNvSpPr txBox="1"/>
          <p:nvPr/>
        </p:nvSpPr>
        <p:spPr>
          <a:xfrm>
            <a:off x="9372600" y="3556000"/>
            <a:ext cx="2032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071426"/>
                </a:solidFill>
                <a:latin typeface="Aptos" panose="020B0004020202020204" pitchFamily="34" charset="0"/>
              </a:rPr>
              <a:t>Expand across audit, tax, close, treasury, and FP&amp;A.</a:t>
            </a:r>
            <a:endParaRPr lang="en-CA" sz="13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E060261-0D7D-3696-A6A7-98575E80405B}"/>
              </a:ext>
            </a:extLst>
          </p:cNvPr>
          <p:cNvSpPr txBox="1"/>
          <p:nvPr/>
        </p:nvSpPr>
        <p:spPr>
          <a:xfrm>
            <a:off x="889000" y="5943600"/>
            <a:ext cx="1041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 b="1">
                <a:solidFill>
                  <a:srgbClr val="E09000"/>
                </a:solidFill>
                <a:latin typeface="Aptos" panose="020B0004020202020204" pitchFamily="34" charset="0"/>
              </a:rPr>
              <a:t>Commercial wedge: governed finance workflows + reusable control packs.</a:t>
            </a:r>
            <a:endParaRPr lang="en-CA" sz="1500" b="1" dirty="0" err="1">
              <a:solidFill>
                <a:srgbClr val="E09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5450491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21ED05-4FA3-ED38-F886-0E0477867C98}"/>
              </a:ext>
            </a:extLst>
          </p:cNvPr>
          <p:cNvSpPr txBox="1"/>
          <p:nvPr/>
        </p:nvSpPr>
        <p:spPr>
          <a:xfrm>
            <a:off x="609600" y="215900"/>
            <a:ext cx="825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900" b="1">
                <a:solidFill>
                  <a:srgbClr val="0075B8"/>
                </a:solidFill>
                <a:latin typeface="Aptos" panose="020B0004020202020204" pitchFamily="34" charset="0"/>
              </a:rPr>
              <a:t>V0.12 FRAMEWORK LINE</a:t>
            </a:r>
            <a:endParaRPr lang="en-CA" sz="9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A9C946-C29F-40B5-E1D5-375ED40E2D3D}"/>
              </a:ext>
            </a:extLst>
          </p:cNvPr>
          <p:cNvSpPr txBox="1"/>
          <p:nvPr/>
        </p:nvSpPr>
        <p:spPr>
          <a:xfrm>
            <a:off x="609600" y="482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2800" b="1">
                <a:solidFill>
                  <a:srgbClr val="071426"/>
                </a:solidFill>
                <a:latin typeface="Aptos" panose="020B0004020202020204" pitchFamily="34" charset="0"/>
              </a:rPr>
              <a:t>Readiness and responsible roadmap</a:t>
            </a:r>
            <a:endParaRPr lang="en-CA" sz="28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B37981-47CE-2666-183B-4FD766B26835}"/>
              </a:ext>
            </a:extLst>
          </p:cNvPr>
          <p:cNvSpPr txBox="1"/>
          <p:nvPr/>
        </p:nvSpPr>
        <p:spPr>
          <a:xfrm>
            <a:off x="11201400" y="6464300"/>
            <a:ext cx="381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CA" sz="800">
                <a:solidFill>
                  <a:srgbClr val="4D5966"/>
                </a:solidFill>
                <a:latin typeface="Aptos" panose="020B0004020202020204" pitchFamily="34" charset="0"/>
              </a:rPr>
              <a:t>31</a:t>
            </a:r>
            <a:endParaRPr lang="en-CA" sz="800" dirty="0" err="1">
              <a:solidFill>
                <a:srgbClr val="4D5966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6386F1D-2CD9-BCE8-5196-7BDE5FBD9454}"/>
              </a:ext>
            </a:extLst>
          </p:cNvPr>
          <p:cNvSpPr/>
          <p:nvPr/>
        </p:nvSpPr>
        <p:spPr bwMode="auto">
          <a:xfrm>
            <a:off x="698500" y="1841500"/>
            <a:ext cx="4953000" cy="40005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3E0E7E-B7C6-04A5-25CB-C1673CC77186}"/>
              </a:ext>
            </a:extLst>
          </p:cNvPr>
          <p:cNvSpPr/>
          <p:nvPr/>
        </p:nvSpPr>
        <p:spPr bwMode="auto">
          <a:xfrm>
            <a:off x="698500" y="1841500"/>
            <a:ext cx="63500" cy="4000500"/>
          </a:xfrm>
          <a:prstGeom prst="rect">
            <a:avLst/>
          </a:prstGeom>
          <a:solidFill>
            <a:srgbClr val="007A8A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490B20-F90F-6C5C-2F13-410D9BEE9171}"/>
              </a:ext>
            </a:extLst>
          </p:cNvPr>
          <p:cNvSpPr txBox="1"/>
          <p:nvPr/>
        </p:nvSpPr>
        <p:spPr>
          <a:xfrm>
            <a:off x="927100" y="2032000"/>
            <a:ext cx="457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600" b="1">
                <a:solidFill>
                  <a:srgbClr val="007A8A"/>
                </a:solidFill>
                <a:latin typeface="Aptos" panose="020B0004020202020204" pitchFamily="34" charset="0"/>
              </a:rPr>
              <a:t>AVAILABLE NOW</a:t>
            </a:r>
            <a:endParaRPr lang="en-CA" sz="1600" b="1" dirty="0" err="1">
              <a:solidFill>
                <a:srgbClr val="007A8A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DCFE59-DC17-9E4A-863F-69F48B5E4BE1}"/>
              </a:ext>
            </a:extLst>
          </p:cNvPr>
          <p:cNvSpPr txBox="1"/>
          <p:nvPr/>
        </p:nvSpPr>
        <p:spPr>
          <a:xfrm>
            <a:off x="927100" y="2476500"/>
            <a:ext cx="4572000" cy="10002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071426"/>
                </a:solidFill>
                <a:latin typeface="Aptos" panose="020B0004020202020204" pitchFamily="34" charset="0"/>
              </a:rPr>
              <a:t>Governed agents + orchestration
Capabilities, policy, RBAC, budgets
Approvals + static guarantees
Signed provenance + evaluation
Blueprints, DomainPacks + lifecycle</a:t>
            </a:r>
            <a:endParaRPr lang="en-CA" sz="13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B129024-F1D1-598E-1278-EA029D8FB544}"/>
              </a:ext>
            </a:extLst>
          </p:cNvPr>
          <p:cNvSpPr/>
          <p:nvPr/>
        </p:nvSpPr>
        <p:spPr bwMode="auto">
          <a:xfrm>
            <a:off x="6540500" y="1841500"/>
            <a:ext cx="4953000" cy="40005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05EDAE-5B66-6ED7-8A15-EC6AE2033287}"/>
              </a:ext>
            </a:extLst>
          </p:cNvPr>
          <p:cNvSpPr/>
          <p:nvPr/>
        </p:nvSpPr>
        <p:spPr bwMode="auto">
          <a:xfrm>
            <a:off x="6540500" y="1841500"/>
            <a:ext cx="63500" cy="4000500"/>
          </a:xfrm>
          <a:prstGeom prst="rect">
            <a:avLst/>
          </a:prstGeom>
          <a:solidFill>
            <a:srgbClr val="E09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BFA3A0-0E51-7FCA-5CAC-04537544291B}"/>
              </a:ext>
            </a:extLst>
          </p:cNvPr>
          <p:cNvSpPr txBox="1"/>
          <p:nvPr/>
        </p:nvSpPr>
        <p:spPr>
          <a:xfrm>
            <a:off x="6769100" y="2032000"/>
            <a:ext cx="457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600" b="1">
                <a:solidFill>
                  <a:srgbClr val="E09000"/>
                </a:solidFill>
                <a:latin typeface="Aptos" panose="020B0004020202020204" pitchFamily="34" charset="0"/>
              </a:rPr>
              <a:t>NEXT VALIDATION MILESTONES</a:t>
            </a:r>
            <a:endParaRPr lang="en-CA" sz="1600" b="1" dirty="0" err="1">
              <a:solidFill>
                <a:srgbClr val="E09000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8F52B1-BE07-6F3D-8BF1-13D5943D6B4C}"/>
              </a:ext>
            </a:extLst>
          </p:cNvPr>
          <p:cNvSpPr txBox="1"/>
          <p:nvPr/>
        </p:nvSpPr>
        <p:spPr>
          <a:xfrm>
            <a:off x="6769100" y="2476500"/>
            <a:ext cx="4572000" cy="10002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071426"/>
                </a:solidFill>
                <a:latin typeface="Aptos" panose="020B0004020202020204" pitchFamily="34" charset="0"/>
              </a:rPr>
              <a:t>External security review
Design-partner outcomes
Signed DomainPack distribution
Enterprise registry service
Governed model-assisted proposals</a:t>
            </a:r>
            <a:endParaRPr lang="en-CA" sz="1300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847019-B2B8-3E21-F6EF-C9009D9D92B4}"/>
              </a:ext>
            </a:extLst>
          </p:cNvPr>
          <p:cNvSpPr txBox="1"/>
          <p:nvPr/>
        </p:nvSpPr>
        <p:spPr>
          <a:xfrm>
            <a:off x="1143000" y="6159500"/>
            <a:ext cx="9906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071426"/>
                </a:solidFill>
                <a:latin typeface="Aptos" panose="020B0004020202020204" pitchFamily="34" charset="0"/>
              </a:rPr>
              <a:t>Production-oriented architecture. Production claims earned through validation.</a:t>
            </a:r>
            <a:endParaRPr lang="en-CA" sz="14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2152701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7E6BCD-6029-0C8B-B49E-6028F2181028}"/>
              </a:ext>
            </a:extLst>
          </p:cNvPr>
          <p:cNvSpPr txBox="1"/>
          <p:nvPr/>
        </p:nvSpPr>
        <p:spPr>
          <a:xfrm>
            <a:off x="609600" y="215900"/>
            <a:ext cx="825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900" b="1">
                <a:solidFill>
                  <a:srgbClr val="0075B8"/>
                </a:solidFill>
                <a:latin typeface="Aptos" panose="020B0004020202020204" pitchFamily="34" charset="0"/>
              </a:rPr>
              <a:t>OFFICIAL DOCUMENTATION</a:t>
            </a:r>
            <a:endParaRPr lang="en-CA" sz="9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947721-EF36-69A4-166F-5479F4245783}"/>
              </a:ext>
            </a:extLst>
          </p:cNvPr>
          <p:cNvSpPr txBox="1"/>
          <p:nvPr/>
        </p:nvSpPr>
        <p:spPr>
          <a:xfrm>
            <a:off x="609600" y="482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2800" b="1">
                <a:solidFill>
                  <a:srgbClr val="071426"/>
                </a:solidFill>
                <a:latin typeface="Aptos" panose="020B0004020202020204" pitchFamily="34" charset="0"/>
              </a:rPr>
              <a:t>Competitive research sources</a:t>
            </a:r>
            <a:endParaRPr lang="en-CA" sz="2800" b="1" dirty="0" err="1">
              <a:solidFill>
                <a:srgbClr val="071426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0E3BD7-3B24-10D3-3B9A-7DC1A4354D05}"/>
              </a:ext>
            </a:extLst>
          </p:cNvPr>
          <p:cNvSpPr txBox="1"/>
          <p:nvPr/>
        </p:nvSpPr>
        <p:spPr>
          <a:xfrm>
            <a:off x="11201400" y="6464300"/>
            <a:ext cx="381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CA" sz="800">
                <a:solidFill>
                  <a:srgbClr val="4D5966"/>
                </a:solidFill>
                <a:latin typeface="Aptos" panose="020B0004020202020204" pitchFamily="34" charset="0"/>
              </a:rPr>
              <a:t>32</a:t>
            </a:r>
            <a:endParaRPr lang="en-CA" sz="800" dirty="0" err="1">
              <a:solidFill>
                <a:srgbClr val="4D5966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B9AE7D-294D-75A5-BD28-02A3B01F2AA5}"/>
              </a:ext>
            </a:extLst>
          </p:cNvPr>
          <p:cNvSpPr txBox="1"/>
          <p:nvPr/>
        </p:nvSpPr>
        <p:spPr>
          <a:xfrm>
            <a:off x="889000" y="17399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100" b="1">
                <a:solidFill>
                  <a:srgbClr val="0075B8"/>
                </a:solidFill>
                <a:latin typeface="Aptos" panose="020B0004020202020204" pitchFamily="34" charset="0"/>
              </a:rPr>
              <a:t>MICROSOFT AGENT FRAMEWORK</a:t>
            </a:r>
            <a:endParaRPr lang="en-CA" sz="11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3F0442-4378-2FD3-8F4C-C5880AC0C0ED}"/>
              </a:ext>
            </a:extLst>
          </p:cNvPr>
          <p:cNvSpPr txBox="1"/>
          <p:nvPr/>
        </p:nvSpPr>
        <p:spPr>
          <a:xfrm>
            <a:off x="4318000" y="1739900"/>
            <a:ext cx="6985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100">
                <a:solidFill>
                  <a:srgbClr val="071426"/>
                </a:solidFill>
                <a:latin typeface="Consolas" panose="020B0609020204030204" pitchFamily="49" charset="0"/>
              </a:rPr>
              <a:t>learn.microsoft.com/agent-framework/</a:t>
            </a:r>
            <a:endParaRPr lang="en-CA" sz="1100" dirty="0" err="1">
              <a:solidFill>
                <a:srgbClr val="071426"/>
              </a:solidFill>
              <a:latin typeface="Consolas" panose="020B0609020204030204" pitchFamily="49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5D3CBA6-CB2A-645D-FB76-6A45B894B253}"/>
              </a:ext>
            </a:extLst>
          </p:cNvPr>
          <p:cNvCxnSpPr/>
          <p:nvPr/>
        </p:nvCxnSpPr>
        <p:spPr>
          <a:xfrm>
            <a:off x="889000" y="2108200"/>
            <a:ext cx="10414000" cy="0"/>
          </a:xfrm>
          <a:prstGeom prst="line">
            <a:avLst/>
          </a:prstGeom>
          <a:ln w="12700">
            <a:solidFill>
              <a:srgbClr val="ACC7DF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A5B0AA4-2A4C-4F25-6646-787558D76A0E}"/>
              </a:ext>
            </a:extLst>
          </p:cNvPr>
          <p:cNvSpPr txBox="1"/>
          <p:nvPr/>
        </p:nvSpPr>
        <p:spPr>
          <a:xfrm>
            <a:off x="889000" y="24638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100" b="1">
                <a:solidFill>
                  <a:srgbClr val="0075B8"/>
                </a:solidFill>
                <a:latin typeface="Aptos" panose="020B0004020202020204" pitchFamily="34" charset="0"/>
              </a:rPr>
              <a:t>LANGGRAPH</a:t>
            </a:r>
            <a:endParaRPr lang="en-CA" sz="11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120CAF-7D73-1F16-36C6-F59650CEFEB3}"/>
              </a:ext>
            </a:extLst>
          </p:cNvPr>
          <p:cNvSpPr txBox="1"/>
          <p:nvPr/>
        </p:nvSpPr>
        <p:spPr>
          <a:xfrm>
            <a:off x="4318000" y="2463800"/>
            <a:ext cx="6985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100">
                <a:solidFill>
                  <a:srgbClr val="071426"/>
                </a:solidFill>
                <a:latin typeface="Consolas" panose="020B0609020204030204" pitchFamily="49" charset="0"/>
              </a:rPr>
              <a:t>docs.langchain.com/oss/python/langgraph/overview</a:t>
            </a:r>
            <a:endParaRPr lang="en-CA" sz="1100" dirty="0" err="1">
              <a:solidFill>
                <a:srgbClr val="071426"/>
              </a:solidFill>
              <a:latin typeface="Consolas" panose="020B0609020204030204" pitchFamily="49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51E3BA2-EF69-F92E-B54B-5FABA70A7961}"/>
              </a:ext>
            </a:extLst>
          </p:cNvPr>
          <p:cNvCxnSpPr/>
          <p:nvPr/>
        </p:nvCxnSpPr>
        <p:spPr>
          <a:xfrm>
            <a:off x="889000" y="2832100"/>
            <a:ext cx="10414000" cy="0"/>
          </a:xfrm>
          <a:prstGeom prst="line">
            <a:avLst/>
          </a:prstGeom>
          <a:ln w="12700">
            <a:solidFill>
              <a:srgbClr val="ACC7DF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5426ECD-F604-3A3E-962D-5B8A8A070714}"/>
              </a:ext>
            </a:extLst>
          </p:cNvPr>
          <p:cNvSpPr txBox="1"/>
          <p:nvPr/>
        </p:nvSpPr>
        <p:spPr>
          <a:xfrm>
            <a:off x="889000" y="31877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100" b="1">
                <a:solidFill>
                  <a:srgbClr val="0075B8"/>
                </a:solidFill>
                <a:latin typeface="Aptos" panose="020B0004020202020204" pitchFamily="34" charset="0"/>
              </a:rPr>
              <a:t>CREWAI</a:t>
            </a:r>
            <a:endParaRPr lang="en-CA" sz="11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55AF23-8422-F1E2-2F40-C0C0DAA6AB02}"/>
              </a:ext>
            </a:extLst>
          </p:cNvPr>
          <p:cNvSpPr txBox="1"/>
          <p:nvPr/>
        </p:nvSpPr>
        <p:spPr>
          <a:xfrm>
            <a:off x="4318000" y="3187700"/>
            <a:ext cx="6985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100">
                <a:solidFill>
                  <a:srgbClr val="071426"/>
                </a:solidFill>
                <a:latin typeface="Consolas" panose="020B0609020204030204" pitchFamily="49" charset="0"/>
              </a:rPr>
              <a:t>docs.crewai.com/</a:t>
            </a:r>
            <a:endParaRPr lang="en-CA" sz="1100" dirty="0" err="1">
              <a:solidFill>
                <a:srgbClr val="071426"/>
              </a:solidFill>
              <a:latin typeface="Consolas" panose="020B0609020204030204" pitchFamily="49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F208057-F3E3-EFAC-FCCF-891C53A33C8B}"/>
              </a:ext>
            </a:extLst>
          </p:cNvPr>
          <p:cNvCxnSpPr/>
          <p:nvPr/>
        </p:nvCxnSpPr>
        <p:spPr>
          <a:xfrm>
            <a:off x="889000" y="3556000"/>
            <a:ext cx="10414000" cy="0"/>
          </a:xfrm>
          <a:prstGeom prst="line">
            <a:avLst/>
          </a:prstGeom>
          <a:ln w="12700">
            <a:solidFill>
              <a:srgbClr val="ACC7DF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613C710-1C72-412E-DA63-4C3E8E59E48B}"/>
              </a:ext>
            </a:extLst>
          </p:cNvPr>
          <p:cNvSpPr txBox="1"/>
          <p:nvPr/>
        </p:nvSpPr>
        <p:spPr>
          <a:xfrm>
            <a:off x="889000" y="39116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100" b="1">
                <a:solidFill>
                  <a:srgbClr val="0075B8"/>
                </a:solidFill>
                <a:latin typeface="Aptos" panose="020B0004020202020204" pitchFamily="34" charset="0"/>
              </a:rPr>
              <a:t>AUTOGEN</a:t>
            </a:r>
            <a:endParaRPr lang="en-CA" sz="11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61DC61-9A97-A53B-161C-76BEE011C9A8}"/>
              </a:ext>
            </a:extLst>
          </p:cNvPr>
          <p:cNvSpPr txBox="1"/>
          <p:nvPr/>
        </p:nvSpPr>
        <p:spPr>
          <a:xfrm>
            <a:off x="4318000" y="3911600"/>
            <a:ext cx="6985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100">
                <a:solidFill>
                  <a:srgbClr val="071426"/>
                </a:solidFill>
                <a:latin typeface="Consolas" panose="020B0609020204030204" pitchFamily="49" charset="0"/>
              </a:rPr>
              <a:t>microsoft.github.io/autogen/stable/</a:t>
            </a:r>
            <a:endParaRPr lang="en-CA" sz="1100" dirty="0" err="1">
              <a:solidFill>
                <a:srgbClr val="071426"/>
              </a:solidFill>
              <a:latin typeface="Consolas" panose="020B0609020204030204" pitchFamily="49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793236D-54D8-9E6F-33D5-41ACF772D3C3}"/>
              </a:ext>
            </a:extLst>
          </p:cNvPr>
          <p:cNvCxnSpPr/>
          <p:nvPr/>
        </p:nvCxnSpPr>
        <p:spPr>
          <a:xfrm>
            <a:off x="889000" y="4279900"/>
            <a:ext cx="10414000" cy="0"/>
          </a:xfrm>
          <a:prstGeom prst="line">
            <a:avLst/>
          </a:prstGeom>
          <a:ln w="12700">
            <a:solidFill>
              <a:srgbClr val="ACC7DF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B1CC0B4-17F5-5EE3-0A0F-CD0119B16A2E}"/>
              </a:ext>
            </a:extLst>
          </p:cNvPr>
          <p:cNvSpPr txBox="1"/>
          <p:nvPr/>
        </p:nvSpPr>
        <p:spPr>
          <a:xfrm>
            <a:off x="889000" y="46355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100" b="1">
                <a:solidFill>
                  <a:srgbClr val="0075B8"/>
                </a:solidFill>
                <a:latin typeface="Aptos" panose="020B0004020202020204" pitchFamily="34" charset="0"/>
              </a:rPr>
              <a:t>OPENAI AGENTS SDK</a:t>
            </a:r>
            <a:endParaRPr lang="en-CA" sz="11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E53F9F-CE67-AC47-E582-F3A4E4A75C9B}"/>
              </a:ext>
            </a:extLst>
          </p:cNvPr>
          <p:cNvSpPr txBox="1"/>
          <p:nvPr/>
        </p:nvSpPr>
        <p:spPr>
          <a:xfrm>
            <a:off x="4318000" y="4635500"/>
            <a:ext cx="6985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1100">
                <a:solidFill>
                  <a:srgbClr val="071426"/>
                </a:solidFill>
                <a:latin typeface="Consolas" panose="020B0609020204030204" pitchFamily="49" charset="0"/>
              </a:rPr>
              <a:t>openai.github.io/openai-agents-python/</a:t>
            </a:r>
            <a:endParaRPr lang="en-CA" sz="1100" dirty="0" err="1">
              <a:solidFill>
                <a:srgbClr val="071426"/>
              </a:solidFill>
              <a:latin typeface="Consolas" panose="020B0609020204030204" pitchFamily="49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E6F60DE-D3D6-BE55-CD8F-0AF846210744}"/>
              </a:ext>
            </a:extLst>
          </p:cNvPr>
          <p:cNvCxnSpPr/>
          <p:nvPr/>
        </p:nvCxnSpPr>
        <p:spPr>
          <a:xfrm>
            <a:off x="889000" y="5003800"/>
            <a:ext cx="10414000" cy="0"/>
          </a:xfrm>
          <a:prstGeom prst="line">
            <a:avLst/>
          </a:prstGeom>
          <a:ln w="12700">
            <a:solidFill>
              <a:srgbClr val="ACC7DF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3076BF6-83AD-4F38-0784-028AAE722284}"/>
              </a:ext>
            </a:extLst>
          </p:cNvPr>
          <p:cNvSpPr/>
          <p:nvPr/>
        </p:nvSpPr>
        <p:spPr bwMode="auto">
          <a:xfrm>
            <a:off x="889000" y="5461000"/>
            <a:ext cx="10414000" cy="825500"/>
          </a:xfrm>
          <a:prstGeom prst="roundRect">
            <a:avLst/>
          </a:prstGeom>
          <a:solidFill>
            <a:srgbClr val="EFF4F8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39F5AE-88D2-2584-2E0C-EB509F5DCA50}"/>
              </a:ext>
            </a:extLst>
          </p:cNvPr>
          <p:cNvSpPr txBox="1"/>
          <p:nvPr/>
        </p:nvSpPr>
        <p:spPr>
          <a:xfrm>
            <a:off x="1143000" y="5664200"/>
            <a:ext cx="9906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>
                <a:solidFill>
                  <a:srgbClr val="4D5966"/>
                </a:solidFill>
                <a:latin typeface="Aptos" panose="020B0004020202020204" pitchFamily="34" charset="0"/>
              </a:rPr>
              <a:t>Reviewed 2 September 2026. Comparisons describe documented architectural emphasis; revalidate product versions, deployment requirements, and licensing during diligence.</a:t>
            </a:r>
            <a:endParaRPr lang="en-CA" sz="1100" dirty="0" err="1">
              <a:solidFill>
                <a:srgbClr val="4D5966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692481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F54A81-8CDB-0213-D0EA-DA229816F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890C06E-5F79-7C62-90D4-948CB022EB7B}"/>
              </a:ext>
            </a:extLst>
          </p:cNvPr>
          <p:cNvSpPr txBox="1"/>
          <p:nvPr/>
        </p:nvSpPr>
        <p:spPr>
          <a:xfrm>
            <a:off x="609600" y="215900"/>
            <a:ext cx="825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900" b="1">
                <a:solidFill>
                  <a:srgbClr val="0075B8"/>
                </a:solidFill>
                <a:latin typeface="Aptos" panose="020B0004020202020204" pitchFamily="34" charset="0"/>
              </a:rPr>
              <a:t>OFFICIAL DOCUMENTATION</a:t>
            </a:r>
            <a:endParaRPr lang="en-CA" sz="9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D2AC59E-6A01-2888-5CB8-FFF6A07EF2C1}"/>
              </a:ext>
            </a:extLst>
          </p:cNvPr>
          <p:cNvSpPr/>
          <p:nvPr/>
        </p:nvSpPr>
        <p:spPr bwMode="auto">
          <a:xfrm>
            <a:off x="4254500" y="914400"/>
            <a:ext cx="3683000" cy="355600"/>
          </a:xfrm>
          <a:prstGeom prst="roundRect">
            <a:avLst/>
          </a:prstGeom>
          <a:solidFill>
            <a:srgbClr val="0075B8">
              <a:alpha val="16000"/>
            </a:srgb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B9DF8CF-B9B2-EC3C-2EF3-EECF81327421}"/>
              </a:ext>
            </a:extLst>
          </p:cNvPr>
          <p:cNvSpPr txBox="1"/>
          <p:nvPr/>
        </p:nvSpPr>
        <p:spPr>
          <a:xfrm>
            <a:off x="4254500" y="990600"/>
            <a:ext cx="368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0075B8"/>
                </a:solidFill>
                <a:latin typeface="Aptos" panose="020B0004020202020204" pitchFamily="34" charset="0"/>
              </a:rPr>
              <a:t>THE ENTERPRISE AGENT CONTROL PLANE</a:t>
            </a:r>
            <a:endParaRPr lang="en-CA" sz="10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21C82ED-3582-0E91-F306-B0D6FA15103D}"/>
              </a:ext>
            </a:extLst>
          </p:cNvPr>
          <p:cNvSpPr txBox="1"/>
          <p:nvPr/>
        </p:nvSpPr>
        <p:spPr>
          <a:xfrm>
            <a:off x="1016000" y="1905000"/>
            <a:ext cx="101600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4000" b="1" dirty="0">
                <a:solidFill>
                  <a:srgbClr val="E09000"/>
                </a:solidFill>
                <a:latin typeface="Aptos" panose="020B0004020202020204" pitchFamily="34" charset="0"/>
              </a:rPr>
              <a:t>Scale finance intelligence.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5AD62C2-C5C2-FB3F-9C03-69D1D3C8B699}"/>
              </a:ext>
            </a:extLst>
          </p:cNvPr>
          <p:cNvSpPr txBox="1"/>
          <p:nvPr/>
        </p:nvSpPr>
        <p:spPr>
          <a:xfrm>
            <a:off x="1016000" y="2768600"/>
            <a:ext cx="101600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4000" b="1" dirty="0">
                <a:solidFill>
                  <a:srgbClr val="E09000"/>
                </a:solidFill>
                <a:latin typeface="Aptos" panose="020B0004020202020204" pitchFamily="34" charset="0"/>
              </a:rPr>
              <a:t>Preserve financial control.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5703728-7917-49CA-0431-C6DC57A9EC8F}"/>
              </a:ext>
            </a:extLst>
          </p:cNvPr>
          <p:cNvCxnSpPr/>
          <p:nvPr/>
        </p:nvCxnSpPr>
        <p:spPr>
          <a:xfrm>
            <a:off x="3937000" y="4064000"/>
            <a:ext cx="4318000" cy="0"/>
          </a:xfrm>
          <a:prstGeom prst="line">
            <a:avLst/>
          </a:prstGeom>
          <a:ln w="38100">
            <a:solidFill>
              <a:srgbClr val="0075B8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16BF81C-8120-0E96-D64F-BD2951EC1DD0}"/>
              </a:ext>
            </a:extLst>
          </p:cNvPr>
          <p:cNvSpPr txBox="1"/>
          <p:nvPr/>
        </p:nvSpPr>
        <p:spPr>
          <a:xfrm>
            <a:off x="1905000" y="4495800"/>
            <a:ext cx="838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b="1">
                <a:solidFill>
                  <a:srgbClr val="0075B8"/>
                </a:solidFill>
                <a:latin typeface="Aptos" panose="020B0004020202020204" pitchFamily="34" charset="0"/>
              </a:rPr>
              <a:t>AUTARCH - THE GOVERNED AGENT FACTORY</a:t>
            </a:r>
            <a:endParaRPr lang="en-CA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5DFDE4E-2669-D2EC-9E0D-2D05D8592A12}"/>
              </a:ext>
            </a:extLst>
          </p:cNvPr>
          <p:cNvSpPr txBox="1"/>
          <p:nvPr/>
        </p:nvSpPr>
        <p:spPr>
          <a:xfrm>
            <a:off x="1524000" y="5156200"/>
            <a:ext cx="914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700">
                <a:solidFill>
                  <a:srgbClr val="FFFFFF"/>
                </a:solidFill>
                <a:latin typeface="Aptos" panose="020B0004020202020204" pitchFamily="34" charset="0"/>
              </a:rPr>
              <a:t>From finance requirement to approved, bounded, and provable deployment.</a:t>
            </a:r>
            <a:endParaRPr lang="en-CA" sz="1700" dirty="0" err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6255915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9062F5-3FA6-07E3-7603-8A1E73DC6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07C6BE-5C10-9113-6480-B8260F580388}"/>
              </a:ext>
            </a:extLst>
          </p:cNvPr>
          <p:cNvSpPr txBox="1"/>
          <p:nvPr/>
        </p:nvSpPr>
        <p:spPr>
          <a:xfrm>
            <a:off x="609600" y="215900"/>
            <a:ext cx="825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CA" sz="900" b="1">
                <a:solidFill>
                  <a:srgbClr val="0075B8"/>
                </a:solidFill>
                <a:latin typeface="Aptos" panose="020B0004020202020204" pitchFamily="34" charset="0"/>
              </a:rPr>
              <a:t>OFFICIAL DOCUMENTATION</a:t>
            </a:r>
            <a:endParaRPr lang="en-CA" sz="9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140463C-FCD4-14A0-1CBD-B75BDFEC1517}"/>
              </a:ext>
            </a:extLst>
          </p:cNvPr>
          <p:cNvSpPr/>
          <p:nvPr/>
        </p:nvSpPr>
        <p:spPr bwMode="auto">
          <a:xfrm>
            <a:off x="4572000" y="1016000"/>
            <a:ext cx="3048000" cy="3048000"/>
          </a:xfrm>
          <a:prstGeom prst="ellipse">
            <a:avLst/>
          </a:prstGeom>
          <a:solidFill>
            <a:srgbClr val="0075B8">
              <a:alpha val="10000"/>
            </a:srgb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BD7F7E-3A5E-7F89-0C95-28666B1DA8F7}"/>
              </a:ext>
            </a:extLst>
          </p:cNvPr>
          <p:cNvSpPr txBox="1"/>
          <p:nvPr/>
        </p:nvSpPr>
        <p:spPr>
          <a:xfrm>
            <a:off x="1016000" y="1905000"/>
            <a:ext cx="101600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4800" b="1" dirty="0">
                <a:latin typeface="Aptos" panose="020B0004020202020204" pitchFamily="34" charset="0"/>
              </a:rPr>
              <a:t>AUTARCH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E03983-D70F-E93A-6642-7467260576B8}"/>
              </a:ext>
            </a:extLst>
          </p:cNvPr>
          <p:cNvSpPr txBox="1"/>
          <p:nvPr/>
        </p:nvSpPr>
        <p:spPr>
          <a:xfrm>
            <a:off x="1016000" y="31115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400" b="1" dirty="0">
                <a:solidFill>
                  <a:srgbClr val="E09000"/>
                </a:solidFill>
                <a:latin typeface="Aptos" panose="020B0004020202020204" pitchFamily="34" charset="0"/>
              </a:rPr>
              <a:t>You don't use AI. You preside over it.</a:t>
            </a:r>
            <a:endParaRPr lang="en-CA" sz="2400" b="1" dirty="0" err="1">
              <a:solidFill>
                <a:srgbClr val="E09000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5C7E9E-2D44-E2E7-9818-ECE1F5FF63C7}"/>
              </a:ext>
            </a:extLst>
          </p:cNvPr>
          <p:cNvSpPr txBox="1"/>
          <p:nvPr/>
        </p:nvSpPr>
        <p:spPr>
          <a:xfrm>
            <a:off x="1270000" y="4343400"/>
            <a:ext cx="9652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500" dirty="0">
                <a:latin typeface="Aptos" panose="020B0004020202020204" pitchFamily="34" charset="0"/>
              </a:rPr>
              <a:t>Finance-controlled  |  Audit-ready  |  Model-agnostic  |  Provable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351E71-8D59-586C-1A56-1D81EEBEADDA}"/>
              </a:ext>
            </a:extLst>
          </p:cNvPr>
          <p:cNvSpPr txBox="1"/>
          <p:nvPr/>
        </p:nvSpPr>
        <p:spPr>
          <a:xfrm>
            <a:off x="4191000" y="5397500"/>
            <a:ext cx="3810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700" b="1">
                <a:solidFill>
                  <a:srgbClr val="007A8A"/>
                </a:solidFill>
                <a:latin typeface="Consolas" panose="020B0609020204030204" pitchFamily="49" charset="0"/>
              </a:rPr>
              <a:t>pip install autarch</a:t>
            </a:r>
            <a:endParaRPr lang="en-CA" sz="1700" b="1" dirty="0" err="1">
              <a:solidFill>
                <a:srgbClr val="007A8A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7919055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11DDF5C-113C-8851-A11E-C2E29DB4D780}"/>
              </a:ext>
            </a:extLst>
          </p:cNvPr>
          <p:cNvSpPr/>
          <p:nvPr/>
        </p:nvSpPr>
        <p:spPr bwMode="auto">
          <a:xfrm>
            <a:off x="4254500" y="914400"/>
            <a:ext cx="3683000" cy="355600"/>
          </a:xfrm>
          <a:prstGeom prst="roundRect">
            <a:avLst/>
          </a:prstGeom>
          <a:solidFill>
            <a:srgbClr val="0075B8">
              <a:alpha val="16000"/>
            </a:srgb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184668-8491-8EDA-5666-F87293BE5985}"/>
              </a:ext>
            </a:extLst>
          </p:cNvPr>
          <p:cNvSpPr txBox="1"/>
          <p:nvPr/>
        </p:nvSpPr>
        <p:spPr>
          <a:xfrm>
            <a:off x="4254500" y="990600"/>
            <a:ext cx="368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0075B8"/>
                </a:solidFill>
                <a:latin typeface="Aptos" panose="020B0004020202020204" pitchFamily="34" charset="0"/>
              </a:rPr>
              <a:t>THE ENTERPRISE AGENT CONTROL PLANE</a:t>
            </a:r>
            <a:endParaRPr lang="en-CA" sz="1000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651922-BF80-776F-557F-1CA3ACD21922}"/>
              </a:ext>
            </a:extLst>
          </p:cNvPr>
          <p:cNvSpPr txBox="1"/>
          <p:nvPr/>
        </p:nvSpPr>
        <p:spPr>
          <a:xfrm>
            <a:off x="1016000" y="1905000"/>
            <a:ext cx="101600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4000" b="1" dirty="0">
                <a:solidFill>
                  <a:srgbClr val="FFFFFF"/>
                </a:solidFill>
                <a:latin typeface="Aptos" panose="020B0004020202020204" pitchFamily="34" charset="0"/>
              </a:rPr>
              <a:t>Scale finance intelligence.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87052-87F8-6994-A163-B5835ECC49F7}"/>
              </a:ext>
            </a:extLst>
          </p:cNvPr>
          <p:cNvSpPr txBox="1"/>
          <p:nvPr/>
        </p:nvSpPr>
        <p:spPr>
          <a:xfrm>
            <a:off x="1016000" y="2768600"/>
            <a:ext cx="101600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4000" b="1" dirty="0">
                <a:solidFill>
                  <a:srgbClr val="E09000"/>
                </a:solidFill>
                <a:latin typeface="Aptos" panose="020B0004020202020204" pitchFamily="34" charset="0"/>
              </a:rPr>
              <a:t>Preserve financial control.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11003D9-332F-3722-8572-0BA3F282223A}"/>
              </a:ext>
            </a:extLst>
          </p:cNvPr>
          <p:cNvCxnSpPr/>
          <p:nvPr/>
        </p:nvCxnSpPr>
        <p:spPr>
          <a:xfrm>
            <a:off x="3937000" y="4064000"/>
            <a:ext cx="4318000" cy="0"/>
          </a:xfrm>
          <a:prstGeom prst="line">
            <a:avLst/>
          </a:prstGeom>
          <a:ln w="38100">
            <a:solidFill>
              <a:srgbClr val="0075B8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B4C87B9-0C9E-4A59-0E50-F25F8C9D4612}"/>
              </a:ext>
            </a:extLst>
          </p:cNvPr>
          <p:cNvSpPr txBox="1"/>
          <p:nvPr/>
        </p:nvSpPr>
        <p:spPr>
          <a:xfrm>
            <a:off x="1905000" y="4495800"/>
            <a:ext cx="838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b="1">
                <a:solidFill>
                  <a:srgbClr val="0075B8"/>
                </a:solidFill>
                <a:latin typeface="Aptos" panose="020B0004020202020204" pitchFamily="34" charset="0"/>
              </a:rPr>
              <a:t>AUTARCH - THE GOVERNED AGENT FACTORY</a:t>
            </a:r>
            <a:endParaRPr lang="en-CA" b="1" dirty="0" err="1">
              <a:solidFill>
                <a:srgbClr val="0075B8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9C6120-7139-90BC-3D6B-F0C2B6C91AE2}"/>
              </a:ext>
            </a:extLst>
          </p:cNvPr>
          <p:cNvSpPr txBox="1"/>
          <p:nvPr/>
        </p:nvSpPr>
        <p:spPr>
          <a:xfrm>
            <a:off x="1524000" y="5156200"/>
            <a:ext cx="914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700">
                <a:solidFill>
                  <a:srgbClr val="FFFFFF"/>
                </a:solidFill>
                <a:latin typeface="Aptos" panose="020B0004020202020204" pitchFamily="34" charset="0"/>
              </a:rPr>
              <a:t>From finance requirement to approved, bounded, and provable deployment.</a:t>
            </a:r>
            <a:endParaRPr lang="en-CA" sz="1700" dirty="0" err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573409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98A1F56F-0BFE-C812-8B88-29119861E4AC}"/>
              </a:ext>
            </a:extLst>
          </p:cNvPr>
          <p:cNvSpPr/>
          <p:nvPr/>
        </p:nvSpPr>
        <p:spPr bwMode="auto">
          <a:xfrm>
            <a:off x="4572000" y="1016000"/>
            <a:ext cx="3048000" cy="3048000"/>
          </a:xfrm>
          <a:prstGeom prst="ellipse">
            <a:avLst/>
          </a:prstGeom>
          <a:solidFill>
            <a:srgbClr val="0075B8">
              <a:alpha val="10000"/>
            </a:srgb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5A4AC1-01EC-BCAE-B76A-CBBC413EE5B7}"/>
              </a:ext>
            </a:extLst>
          </p:cNvPr>
          <p:cNvSpPr txBox="1"/>
          <p:nvPr/>
        </p:nvSpPr>
        <p:spPr>
          <a:xfrm>
            <a:off x="1016000" y="1905000"/>
            <a:ext cx="101600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4800" b="1">
                <a:solidFill>
                  <a:srgbClr val="FFFFFF"/>
                </a:solidFill>
                <a:latin typeface="Aptos" panose="020B0004020202020204" pitchFamily="34" charset="0"/>
              </a:rPr>
              <a:t>AUTARCH</a:t>
            </a:r>
            <a:endParaRPr lang="en-CA" sz="4800" b="1" dirty="0" err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EDA414-1DF1-89EA-5CEE-0FB448589D40}"/>
              </a:ext>
            </a:extLst>
          </p:cNvPr>
          <p:cNvSpPr txBox="1"/>
          <p:nvPr/>
        </p:nvSpPr>
        <p:spPr>
          <a:xfrm>
            <a:off x="1016000" y="31115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400" b="1">
                <a:solidFill>
                  <a:srgbClr val="E09000"/>
                </a:solidFill>
                <a:latin typeface="Aptos" panose="020B0004020202020204" pitchFamily="34" charset="0"/>
              </a:rPr>
              <a:t>You don't use AI. You preside over it.</a:t>
            </a:r>
            <a:endParaRPr lang="en-CA" sz="2400" b="1" dirty="0" err="1">
              <a:solidFill>
                <a:srgbClr val="E09000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31BCF9-9D83-7512-D2A1-E92252931A3B}"/>
              </a:ext>
            </a:extLst>
          </p:cNvPr>
          <p:cNvSpPr txBox="1"/>
          <p:nvPr/>
        </p:nvSpPr>
        <p:spPr>
          <a:xfrm>
            <a:off x="1270000" y="4343400"/>
            <a:ext cx="9652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500" dirty="0">
                <a:solidFill>
                  <a:srgbClr val="FFFFFF"/>
                </a:solidFill>
                <a:latin typeface="Aptos" panose="020B0004020202020204" pitchFamily="34" charset="0"/>
              </a:rPr>
              <a:t>Finance-controlled  |  Audit-ready  |  Model-agnostic  |  Provable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50036B-CE2C-ECE0-1DA9-B487A7FFFA4B}"/>
              </a:ext>
            </a:extLst>
          </p:cNvPr>
          <p:cNvSpPr txBox="1"/>
          <p:nvPr/>
        </p:nvSpPr>
        <p:spPr>
          <a:xfrm>
            <a:off x="4191000" y="5397500"/>
            <a:ext cx="3810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CA" sz="1700" b="1">
                <a:solidFill>
                  <a:srgbClr val="007A8A"/>
                </a:solidFill>
                <a:latin typeface="Consolas" panose="020B0609020204030204" pitchFamily="49" charset="0"/>
              </a:rPr>
              <a:t>pip install autarch</a:t>
            </a:r>
            <a:endParaRPr lang="en-CA" sz="1700" b="1" dirty="0" err="1">
              <a:solidFill>
                <a:srgbClr val="007A8A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824893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MSFrontierCo FY27">
  <a:themeElements>
    <a:clrScheme name="MSFrontierCo FY27">
      <a:dk1>
        <a:srgbClr val="000000"/>
      </a:dk1>
      <a:lt1>
        <a:srgbClr val="FFFFFF"/>
      </a:lt1>
      <a:dk2>
        <a:srgbClr val="28647C"/>
      </a:dk2>
      <a:lt2>
        <a:srgbClr val="F4F3F5"/>
      </a:lt2>
      <a:accent1>
        <a:srgbClr val="38B9B6"/>
      </a:accent1>
      <a:accent2>
        <a:srgbClr val="8661C5"/>
      </a:accent2>
      <a:accent3>
        <a:srgbClr val="C03BC4"/>
      </a:accent3>
      <a:accent4>
        <a:srgbClr val="FF5C39"/>
      </a:accent4>
      <a:accent5>
        <a:srgbClr val="FFB900"/>
      </a:accent5>
      <a:accent6>
        <a:srgbClr val="8DE971"/>
      </a:accent6>
      <a:hlink>
        <a:srgbClr val="0078D4"/>
      </a:hlink>
      <a:folHlink>
        <a:srgbClr val="0078D4"/>
      </a:folHlink>
    </a:clrScheme>
    <a:fontScheme name="Custom 9">
      <a:majorFont>
        <a:latin typeface="Segoe Sans Display Semibold"/>
        <a:ea typeface=""/>
        <a:cs typeface=""/>
      </a:majorFont>
      <a:minorFont>
        <a:latin typeface="Segoe Sans Display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rgbClr val="FFFFFF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  <a:extLst>
    <a:ext uri="{05A4C25C-085E-4340-85A3-A5531E510DB2}">
      <thm15:themeFamily xmlns:thm15="http://schemas.microsoft.com/office/thememl/2012/main" name="IPS New" id="{4EB5C47F-3DB3-48A5-94F6-D61450CF9D22}" vid="{E1F90190-1B4A-4B19-82C0-BA5BED2AC0D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12FCCE3A4AED40AEEC600A330EF9CA" ma:contentTypeVersion="25" ma:contentTypeDescription="Create a new document." ma:contentTypeScope="" ma:versionID="16a516d88e81b8687e2b22205c164044">
  <xsd:schema xmlns:xsd="http://www.w3.org/2001/XMLSchema" xmlns:xs="http://www.w3.org/2001/XMLSchema" xmlns:p="http://schemas.microsoft.com/office/2006/metadata/properties" xmlns:ns1="http://schemas.microsoft.com/sharepoint/v3" xmlns:ns2="49eeeb68-eacc-49c5-8e2a-2974e29816e2" xmlns:ns3="230e9df3-be65-4c73-a93b-d1236ebd677e" xmlns:ns4="5ac894d1-50c6-4979-8bff-9a4ad95cb71b" targetNamespace="http://schemas.microsoft.com/office/2006/metadata/properties" ma:root="true" ma:fieldsID="6366ee0928a67b21b77359d5fc14865d" ns1:_="" ns2:_="" ns3:_="" ns4:_="">
    <xsd:import namespace="http://schemas.microsoft.com/sharepoint/v3"/>
    <xsd:import namespace="49eeeb68-eacc-49c5-8e2a-2974e29816e2"/>
    <xsd:import namespace="230e9df3-be65-4c73-a93b-d1236ebd677e"/>
    <xsd:import namespace="5ac894d1-50c6-4979-8bff-9a4ad95cb71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ImageMetadataListItemId" minOccurs="0"/>
                <xsd:element ref="ns2:ImageMetadataListFieldId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Location" minOccurs="0"/>
                <xsd:element ref="ns2:MediaLengthInSeconds" minOccurs="0"/>
                <xsd:element ref="ns4:SharedWithUsers" minOccurs="0"/>
                <xsd:element ref="ns4:SharedWithDetail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eeeb68-eacc-49c5-8e2a-2974e29816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ImageMetadataListItemId" ma:index="12" nillable="true" ma:displayName="ImageMetadataListItemId" ma:hidden="true" ma:internalName="ImageMetadataListItemId">
      <xsd:simpleType>
        <xsd:restriction base="dms:Unknown"/>
      </xsd:simpleType>
    </xsd:element>
    <xsd:element name="ImageMetadataListFieldId" ma:index="13" nillable="true" ma:displayName="ImageMetadataListFieldId" ma:hidden="true" ma:internalName="ImageMetadataListFieldId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30" nillable="true" ma:displayName="MediaServiceBillingMetadata" ma:hidden="true" ma:internalName="MediaServiceBillingMetadata" ma:readOnly="true">
      <xsd:simpleType>
        <xsd:restriction base="dms:Note"/>
      </xsd:simpleType>
    </xsd:element>
    <xsd:element name="HasDigitalSignature" ma:index="31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2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803fd34f-e965-4b01-a906-9d9dec7a9487}" ma:internalName="TaxCatchAll" ma:showField="CatchAllData" ma:web="5ac894d1-50c6-4979-8bff-9a4ad95cb71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c894d1-50c6-4979-8bff-9a4ad95cb71b" elementFormDefault="qualified">
    <xsd:import namespace="http://schemas.microsoft.com/office/2006/documentManagement/types"/>
    <xsd:import namespace="http://schemas.microsoft.com/office/infopath/2007/PartnerControls"/>
    <xsd:element name="SharedWithUsers" ma:index="2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 ma:index="29" ma:displayName="Keywords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230e9df3-be65-4c73-a93b-d1236ebd677e" xsi:nil="true"/>
    <lcf76f155ced4ddcb4097134ff3c332f xmlns="49eeeb68-eacc-49c5-8e2a-2974e29816e2">
      <Terms xmlns="http://schemas.microsoft.com/office/infopath/2007/PartnerControls"/>
    </lcf76f155ced4ddcb4097134ff3c332f>
    <ImageMetadataListFieldId xmlns="49eeeb68-eacc-49c5-8e2a-2974e29816e2" xsi:nil="true"/>
    <ImageMetadataListItemId xmlns="49eeeb68-eacc-49c5-8e2a-2974e29816e2" xsi:nil="true"/>
  </documentManagement>
</p:properties>
</file>

<file path=customXml/itemProps1.xml><?xml version="1.0" encoding="utf-8"?>
<ds:datastoreItem xmlns:ds="http://schemas.openxmlformats.org/officeDocument/2006/customXml" ds:itemID="{22CC07B7-045B-49F4-8E04-C1E215FDC40B}">
  <ds:schemaRefs>
    <ds:schemaRef ds:uri="230e9df3-be65-4c73-a93b-d1236ebd677e"/>
    <ds:schemaRef ds:uri="49eeeb68-eacc-49c5-8e2a-2974e29816e2"/>
    <ds:schemaRef ds:uri="5ac894d1-50c6-4979-8bff-9a4ad95cb71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4DC61A3-DFD2-445D-8156-17BC7F07A7A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3004021-37DA-4CBC-9C11-F5E0E2C3819D}">
  <ds:schemaRefs>
    <ds:schemaRef ds:uri="http://schemas.microsoft.com/office/2006/documentManagement/types"/>
    <ds:schemaRef ds:uri="5ac894d1-50c6-4979-8bff-9a4ad95cb71b"/>
    <ds:schemaRef ds:uri="http://purl.org/dc/dcmitype/"/>
    <ds:schemaRef ds:uri="http://www.w3.org/XML/1998/namespace"/>
    <ds:schemaRef ds:uri="230e9df3-be65-4c73-a93b-d1236ebd677e"/>
    <ds:schemaRef ds:uri="49eeeb68-eacc-49c5-8e2a-2974e29816e2"/>
    <ds:schemaRef ds:uri="http://schemas.microsoft.com/office/infopath/2007/PartnerControls"/>
    <ds:schemaRef ds:uri="http://schemas.microsoft.com/sharepoint/v3"/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purl.org/dc/elements/1.1/"/>
  </ds:schemaRefs>
</ds:datastoreItem>
</file>

<file path=docMetadata/LabelInfo.xml><?xml version="1.0" encoding="utf-8"?>
<clbl:labelList xmlns:clbl="http://schemas.microsoft.com/office/2020/mipLabelMetadata">
  <clbl:label id="{25b262c6-3135-4102-9fd1-8cc793b35eee}" enabled="0" method="" siteId="{25b262c6-3135-4102-9fd1-8cc793b35eee}" removed="1"/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2208</Words>
  <Application>Microsoft Office PowerPoint</Application>
  <PresentationFormat>Widescreen</PresentationFormat>
  <Paragraphs>508</Paragraphs>
  <Slides>36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7" baseType="lpstr">
      <vt:lpstr>Aptos</vt:lpstr>
      <vt:lpstr>Arial</vt:lpstr>
      <vt:lpstr>Calibri</vt:lpstr>
      <vt:lpstr>Consolas</vt:lpstr>
      <vt:lpstr>Segoe Sans Display</vt:lpstr>
      <vt:lpstr>Segoe Sans Display Semibold</vt:lpstr>
      <vt:lpstr>Segoe UI</vt:lpstr>
      <vt:lpstr>Segoe UI Semilight</vt:lpstr>
      <vt:lpstr>Wingdings</vt:lpstr>
      <vt:lpstr>MSFrontierCo FY27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Deepak Balan</cp:lastModifiedBy>
  <cp:revision>5</cp:revision>
  <dcterms:modified xsi:type="dcterms:W3CDTF">2026-09-02T17:57:21Z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lpwstr>4300.00000000000</vt:lpwstr>
  </property>
  <property fmtid="{D5CDD505-2E9C-101B-9397-08002B2CF9AE}" pid="3" name="_dlc_policyId">
    <vt:lpwstr>0x010100EBB060BEA107684587ABD24CEC0F7EF3|-369733750</vt:lpwstr>
  </property>
  <property fmtid="{D5CDD505-2E9C-101B-9397-08002B2CF9AE}" pid="4" name="MSIP_Label_f42aa342-8706-4288-bd11-ebb85995028c_Enabled">
    <vt:lpwstr>true</vt:lpwstr>
  </property>
  <property fmtid="{D5CDD505-2E9C-101B-9397-08002B2CF9AE}" pid="5" name="xd_ProgID">
    <vt:lpwstr/>
  </property>
  <property fmtid="{D5CDD505-2E9C-101B-9397-08002B2CF9AE}" pid="6" name="MediaServiceImageTags">
    <vt:lpwstr/>
  </property>
  <property fmtid="{D5CDD505-2E9C-101B-9397-08002B2CF9AE}" pid="7" name="ContentTypeId">
    <vt:lpwstr>0x0101001412FCCE3A4AED40AEEC600A330EF9CA</vt:lpwstr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dlc_LastRun">
    <vt:lpwstr>09/20/2024 18:23:57</vt:lpwstr>
  </property>
  <property fmtid="{D5CDD505-2E9C-101B-9397-08002B2CF9AE}" pid="11" name="MSIP_Label_f42aa342-8706-4288-bd11-ebb85995028c_SetDate">
    <vt:lpwstr>2024-05-29T13:20:26Z</vt:lpwstr>
  </property>
  <property fmtid="{D5CDD505-2E9C-101B-9397-08002B2CF9AE}" pid="12" name="_dlc_ItemStageId">
    <vt:lpwstr>1</vt:lpwstr>
  </property>
  <property fmtid="{D5CDD505-2E9C-101B-9397-08002B2CF9AE}" pid="13" name="MSIP_Label_f42aa342-8706-4288-bd11-ebb85995028c_Method">
    <vt:lpwstr>Standard</vt:lpwstr>
  </property>
  <property fmtid="{D5CDD505-2E9C-101B-9397-08002B2CF9AE}" pid="14" name="MSIP_Label_f42aa342-8706-4288-bd11-ebb85995028c_Name">
    <vt:lpwstr>Internal</vt:lpwstr>
  </property>
  <property fmtid="{D5CDD505-2E9C-101B-9397-08002B2CF9AE}" pid="15" name="MSIP_Label_f42aa342-8706-4288-bd11-ebb85995028c_SiteId">
    <vt:lpwstr>25b262c6-3135-4102-9fd1-8cc793b35eee</vt:lpwstr>
  </property>
  <property fmtid="{D5CDD505-2E9C-101B-9397-08002B2CF9AE}" pid="16" name="MSIP_Label_f42aa342-8706-4288-bd11-ebb85995028c_ContentBits">
    <vt:lpwstr>0</vt:lpwstr>
  </property>
  <property fmtid="{D5CDD505-2E9C-101B-9397-08002B2CF9AE}" pid="17" name="_ExtendedDescription">
    <vt:lpwstr/>
  </property>
  <property fmtid="{D5CDD505-2E9C-101B-9397-08002B2CF9AE}" pid="18" name="xd_Signature">
    <vt:lpwstr/>
  </property>
  <property fmtid="{D5CDD505-2E9C-101B-9397-08002B2CF9AE}" pid="19" name="ItemRetentionFormula">
    <vt:lpwstr>&lt;formula offset="7" unit="days" /&gt;</vt:lpwstr>
  </property>
  <property fmtid="{D5CDD505-2E9C-101B-9397-08002B2CF9AE}" pid="20" name="MSIP_Label_f42aa342-8706-4288-bd11-ebb85995028c_ActionId">
    <vt:lpwstr>5b6d4e66-84c3-4e4d-af4c-c488101aa33d</vt:lpwstr>
  </property>
  <property fmtid="{D5CDD505-2E9C-101B-9397-08002B2CF9AE}" pid="21" name="TriggerFlowInfo">
    <vt:lpwstr/>
  </property>
</Properties>
</file>